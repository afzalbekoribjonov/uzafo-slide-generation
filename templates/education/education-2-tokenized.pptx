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8" r:id="rId11"/>
    <p:sldId id="270" r:id="rId12"/>
    <p:sldId id="271" r:id="rId13"/>
    <p:sldId id="272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5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Anek Odia" panose="020B0604020202020204" charset="0"/>
      <p:regular r:id="rId27"/>
      <p:bold r:id="rId28"/>
    </p:embeddedFont>
    <p:embeddedFont>
      <p:font typeface="Pathway Extreme" panose="020B0604020202020204" charset="0"/>
      <p:regular r:id="rId29"/>
      <p:bold r:id="rId30"/>
      <p:italic r:id="rId31"/>
      <p:boldItalic r:id="rId32"/>
    </p:embeddedFont>
    <p:embeddedFont>
      <p:font typeface="Bebas Neue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A63096-A47A-457B-B82E-70A6EDD26D34}">
  <a:tblStyle styleId="{0BA63096-A47A-457B-B82E-70A6EDD26D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19CCDC-A477-4012-9245-5E2F1B087C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55A3FF7-FB93-43B2-AA55-BF035969210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47a220d5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47a220d5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4643dd4528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4643dd4528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488a55ff7e_1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488a55ff7e_1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495997975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4959979755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4984f7685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4984f7685d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8839663" y="2844177"/>
            <a:ext cx="624000" cy="623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58450" y="1002225"/>
            <a:ext cx="1023300" cy="1023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71992" y="1088683"/>
            <a:ext cx="849900" cy="84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996874" y="4272057"/>
            <a:ext cx="877500" cy="7590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5400000">
            <a:off x="1990738" y="235425"/>
            <a:ext cx="134700" cy="134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5400000">
            <a:off x="2219193" y="235425"/>
            <a:ext cx="134700" cy="134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5400000">
            <a:off x="2447662" y="235425"/>
            <a:ext cx="134700" cy="134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2700000">
            <a:off x="8683609" y="255925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-2700000">
            <a:off x="8683610" y="489781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763215" y="2767737"/>
            <a:ext cx="776700" cy="7767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2700000">
            <a:off x="8683596" y="723627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229853" y="2635651"/>
            <a:ext cx="230996" cy="1474946"/>
            <a:chOff x="1943250" y="3207475"/>
            <a:chExt cx="169800" cy="108420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1943250" y="3207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1943250" y="3359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943250" y="35122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1943250" y="36646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1943250" y="38170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1943250" y="3969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1943250" y="4121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28;p2"/>
          <p:cNvGrpSpPr/>
          <p:nvPr/>
        </p:nvGrpSpPr>
        <p:grpSpPr>
          <a:xfrm>
            <a:off x="7831188" y="217875"/>
            <a:ext cx="169800" cy="169800"/>
            <a:chOff x="1687088" y="3641600"/>
            <a:chExt cx="169800" cy="169800"/>
          </a:xfrm>
        </p:grpSpPr>
        <p:cxnSp>
          <p:nvCxnSpPr>
            <p:cNvPr id="29" name="Google Shape;29;p2"/>
            <p:cNvCxnSpPr/>
            <p:nvPr/>
          </p:nvCxnSpPr>
          <p:spPr>
            <a:xfrm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 flipH="1"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2"/>
          <p:cNvSpPr/>
          <p:nvPr/>
        </p:nvSpPr>
        <p:spPr>
          <a:xfrm>
            <a:off x="7707951" y="4445410"/>
            <a:ext cx="877500" cy="759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665700" y="4937100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" name="Google Shape;33;p2"/>
          <p:cNvSpPr/>
          <p:nvPr/>
        </p:nvSpPr>
        <p:spPr>
          <a:xfrm rot="-5400000">
            <a:off x="27412" y="1187601"/>
            <a:ext cx="651900" cy="6519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" name="Google Shape;34;p2"/>
          <p:cNvCxnSpPr/>
          <p:nvPr/>
        </p:nvCxnSpPr>
        <p:spPr>
          <a:xfrm>
            <a:off x="3836663" y="302775"/>
            <a:ext cx="4185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35;p2"/>
          <p:cNvCxnSpPr/>
          <p:nvPr/>
        </p:nvCxnSpPr>
        <p:spPr>
          <a:xfrm>
            <a:off x="4341788" y="455175"/>
            <a:ext cx="2310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Google Shape;36;p2"/>
          <p:cNvSpPr/>
          <p:nvPr/>
        </p:nvSpPr>
        <p:spPr>
          <a:xfrm flipH="1">
            <a:off x="1051598" y="4766775"/>
            <a:ext cx="945900" cy="9459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>
            <a:off x="5213293" y="-208882"/>
            <a:ext cx="368100" cy="368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 txBox="1">
            <a:spLocks noGrp="1"/>
          </p:cNvSpPr>
          <p:nvPr>
            <p:ph type="ctrTitle"/>
          </p:nvPr>
        </p:nvSpPr>
        <p:spPr>
          <a:xfrm>
            <a:off x="1906200" y="882650"/>
            <a:ext cx="5331600" cy="30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"/>
          <p:cNvSpPr txBox="1">
            <a:spLocks noGrp="1"/>
          </p:cNvSpPr>
          <p:nvPr>
            <p:ph type="subTitle" idx="1"/>
          </p:nvPr>
        </p:nvSpPr>
        <p:spPr>
          <a:xfrm>
            <a:off x="2231250" y="3969107"/>
            <a:ext cx="4681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 rot="2700000" flipH="1">
            <a:off x="8815076" y="1486154"/>
            <a:ext cx="635548" cy="63554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 rot="2700000" flipH="1">
            <a:off x="8815076" y="1014274"/>
            <a:ext cx="635548" cy="6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 rot="2700000" flipH="1">
            <a:off x="8905977" y="1105067"/>
            <a:ext cx="453963" cy="453963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 rot="10800000">
            <a:off x="8828600" y="3885292"/>
            <a:ext cx="162300" cy="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 rot="10800000">
            <a:off x="8828600" y="4160912"/>
            <a:ext cx="162300" cy="16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 rot="10800000">
            <a:off x="8828600" y="4436550"/>
            <a:ext cx="162300" cy="16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 rot="5400000">
            <a:off x="-180300" y="1201763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7" name="Google Shape;117;p6"/>
          <p:cNvSpPr/>
          <p:nvPr/>
        </p:nvSpPr>
        <p:spPr>
          <a:xfrm rot="-5400000">
            <a:off x="-583575" y="3060975"/>
            <a:ext cx="1052700" cy="105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 rot="10800000">
            <a:off x="-460421" y="3184207"/>
            <a:ext cx="806400" cy="8064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 flipH="1">
            <a:off x="-548526" y="3249750"/>
            <a:ext cx="1040100" cy="10404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 rot="2700000" flipH="1">
            <a:off x="8829864" y="3367375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 rot="2700000" flipH="1">
            <a:off x="8829863" y="3601231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 rot="2700000" flipH="1">
            <a:off x="8829877" y="3835077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 flipH="1">
            <a:off x="8683772" y="347904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 flipH="1">
            <a:off x="8788898" y="426217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 flipH="1">
            <a:off x="-446310" y="3352125"/>
            <a:ext cx="835500" cy="83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 rot="2700000">
            <a:off x="355338" y="1077640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 rot="2700000">
            <a:off x="355345" y="567588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 rot="2700000">
            <a:off x="355346" y="822616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subTitle" idx="1"/>
          </p:nvPr>
        </p:nvSpPr>
        <p:spPr>
          <a:xfrm>
            <a:off x="1045750" y="1700300"/>
            <a:ext cx="4294800" cy="21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Anek Odia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7"/>
          <p:cNvSpPr>
            <a:spLocks noGrp="1"/>
          </p:cNvSpPr>
          <p:nvPr>
            <p:ph type="pic" idx="2"/>
          </p:nvPr>
        </p:nvSpPr>
        <p:spPr>
          <a:xfrm>
            <a:off x="5368250" y="1700300"/>
            <a:ext cx="2730000" cy="2180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 rot="8100000">
            <a:off x="189932" y="3191744"/>
            <a:ext cx="540937" cy="540937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66" name="Google Shape;166;p9"/>
          <p:cNvSpPr/>
          <p:nvPr/>
        </p:nvSpPr>
        <p:spPr>
          <a:xfrm rot="8100000">
            <a:off x="-399982" y="1030267"/>
            <a:ext cx="712764" cy="71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 rot="8100000">
            <a:off x="-298526" y="1131878"/>
            <a:ext cx="509541" cy="509541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 rot="10800000">
            <a:off x="7406500" y="267000"/>
            <a:ext cx="1277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9"/>
          <p:cNvSpPr/>
          <p:nvPr/>
        </p:nvSpPr>
        <p:spPr>
          <a:xfrm>
            <a:off x="5130200" y="4794937"/>
            <a:ext cx="1519417" cy="173727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" name="Google Shape;170;p9"/>
          <p:cNvSpPr/>
          <p:nvPr/>
        </p:nvSpPr>
        <p:spPr>
          <a:xfrm>
            <a:off x="8404025" y="2997350"/>
            <a:ext cx="1116600" cy="111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 rot="-5400000">
            <a:off x="8534527" y="3127756"/>
            <a:ext cx="855300" cy="8553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 rot="5400000">
            <a:off x="713213" y="4814461"/>
            <a:ext cx="134700" cy="134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 rot="5400000">
            <a:off x="941668" y="4814461"/>
            <a:ext cx="134700" cy="134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 rot="5400000">
            <a:off x="1170137" y="4814461"/>
            <a:ext cx="134700" cy="134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Google Shape;175;p9"/>
          <p:cNvGrpSpPr/>
          <p:nvPr/>
        </p:nvGrpSpPr>
        <p:grpSpPr>
          <a:xfrm>
            <a:off x="1821288" y="182100"/>
            <a:ext cx="169800" cy="169800"/>
            <a:chOff x="1687088" y="3641600"/>
            <a:chExt cx="169800" cy="169800"/>
          </a:xfrm>
        </p:grpSpPr>
        <p:cxnSp>
          <p:nvCxnSpPr>
            <p:cNvPr id="176" name="Google Shape;176;p9"/>
            <p:cNvCxnSpPr/>
            <p:nvPr/>
          </p:nvCxnSpPr>
          <p:spPr>
            <a:xfrm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9"/>
            <p:cNvCxnSpPr/>
            <p:nvPr/>
          </p:nvCxnSpPr>
          <p:spPr>
            <a:xfrm flipH="1"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8" name="Google Shape;178;p9"/>
          <p:cNvGrpSpPr/>
          <p:nvPr/>
        </p:nvGrpSpPr>
        <p:grpSpPr>
          <a:xfrm flipH="1">
            <a:off x="8683603" y="548176"/>
            <a:ext cx="230996" cy="1474946"/>
            <a:chOff x="1943250" y="3207475"/>
            <a:chExt cx="169800" cy="1084200"/>
          </a:xfrm>
        </p:grpSpPr>
        <p:cxnSp>
          <p:nvCxnSpPr>
            <p:cNvPr id="179" name="Google Shape;179;p9"/>
            <p:cNvCxnSpPr/>
            <p:nvPr/>
          </p:nvCxnSpPr>
          <p:spPr>
            <a:xfrm>
              <a:off x="1943250" y="3207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9"/>
            <p:cNvCxnSpPr/>
            <p:nvPr/>
          </p:nvCxnSpPr>
          <p:spPr>
            <a:xfrm>
              <a:off x="1943250" y="3359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9"/>
            <p:cNvCxnSpPr/>
            <p:nvPr/>
          </p:nvCxnSpPr>
          <p:spPr>
            <a:xfrm>
              <a:off x="1943250" y="35122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9"/>
            <p:cNvCxnSpPr/>
            <p:nvPr/>
          </p:nvCxnSpPr>
          <p:spPr>
            <a:xfrm>
              <a:off x="1943250" y="36646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1943250" y="38170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9"/>
            <p:cNvCxnSpPr/>
            <p:nvPr/>
          </p:nvCxnSpPr>
          <p:spPr>
            <a:xfrm>
              <a:off x="1943250" y="3969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9"/>
            <p:cNvCxnSpPr/>
            <p:nvPr/>
          </p:nvCxnSpPr>
          <p:spPr>
            <a:xfrm>
              <a:off x="1943250" y="4121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6" name="Google Shape;186;p9"/>
          <p:cNvSpPr/>
          <p:nvPr/>
        </p:nvSpPr>
        <p:spPr>
          <a:xfrm flipH="1">
            <a:off x="2930968" y="103811"/>
            <a:ext cx="326400" cy="3264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2135550" y="1818384"/>
            <a:ext cx="4872900" cy="83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9"/>
          <p:cNvSpPr txBox="1">
            <a:spLocks noGrp="1"/>
          </p:cNvSpPr>
          <p:nvPr>
            <p:ph type="subTitle" idx="1"/>
          </p:nvPr>
        </p:nvSpPr>
        <p:spPr>
          <a:xfrm>
            <a:off x="2135550" y="26540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 rot="-2700000">
            <a:off x="181809" y="348950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"/>
          <p:cNvSpPr/>
          <p:nvPr/>
        </p:nvSpPr>
        <p:spPr>
          <a:xfrm rot="-2700000">
            <a:off x="181810" y="582806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"/>
          <p:cNvSpPr/>
          <p:nvPr/>
        </p:nvSpPr>
        <p:spPr>
          <a:xfrm rot="-2700000">
            <a:off x="181796" y="816652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-291000" y="3382929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-396126" y="3461242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13"/>
          <p:cNvGrpSpPr/>
          <p:nvPr/>
        </p:nvGrpSpPr>
        <p:grpSpPr>
          <a:xfrm>
            <a:off x="8560256" y="4290150"/>
            <a:ext cx="480546" cy="475797"/>
            <a:chOff x="1685218" y="3923500"/>
            <a:chExt cx="480546" cy="475797"/>
          </a:xfrm>
        </p:grpSpPr>
        <p:sp>
          <p:nvSpPr>
            <p:cNvPr id="229" name="Google Shape;229;p13"/>
            <p:cNvSpPr/>
            <p:nvPr/>
          </p:nvSpPr>
          <p:spPr>
            <a:xfrm>
              <a:off x="1685218" y="4290985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1685218" y="4107248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1685218" y="3923500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1871341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1871341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1871341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2057464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2057464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2057464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13"/>
          <p:cNvSpPr/>
          <p:nvPr/>
        </p:nvSpPr>
        <p:spPr>
          <a:xfrm rot="-2700000" flipH="1">
            <a:off x="8623567" y="1417565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"/>
          <p:cNvSpPr/>
          <p:nvPr/>
        </p:nvSpPr>
        <p:spPr>
          <a:xfrm rot="-2700000" flipH="1">
            <a:off x="8623560" y="907513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 rot="-2700000" flipH="1">
            <a:off x="8623560" y="1162541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1"/>
          </p:nvPr>
        </p:nvSpPr>
        <p:spPr>
          <a:xfrm>
            <a:off x="872376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2"/>
          </p:nvPr>
        </p:nvSpPr>
        <p:spPr>
          <a:xfrm>
            <a:off x="3419226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3"/>
          </p:nvPr>
        </p:nvSpPr>
        <p:spPr>
          <a:xfrm>
            <a:off x="872376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4"/>
          </p:nvPr>
        </p:nvSpPr>
        <p:spPr>
          <a:xfrm>
            <a:off x="3419226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5"/>
          </p:nvPr>
        </p:nvSpPr>
        <p:spPr>
          <a:xfrm>
            <a:off x="5966124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6"/>
          </p:nvPr>
        </p:nvSpPr>
        <p:spPr>
          <a:xfrm>
            <a:off x="5966124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7" hasCustomPrompt="1"/>
          </p:nvPr>
        </p:nvSpPr>
        <p:spPr>
          <a:xfrm>
            <a:off x="872376" y="1332025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8" hasCustomPrompt="1"/>
          </p:nvPr>
        </p:nvSpPr>
        <p:spPr>
          <a:xfrm>
            <a:off x="872376" y="3064624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26" y="1332025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26" y="3064624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14" hasCustomPrompt="1"/>
          </p:nvPr>
        </p:nvSpPr>
        <p:spPr>
          <a:xfrm>
            <a:off x="5966124" y="1332025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15" hasCustomPrompt="1"/>
          </p:nvPr>
        </p:nvSpPr>
        <p:spPr>
          <a:xfrm>
            <a:off x="5966124" y="3064624"/>
            <a:ext cx="802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6"/>
          </p:nvPr>
        </p:nvSpPr>
        <p:spPr>
          <a:xfrm>
            <a:off x="872376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7"/>
          </p:nvPr>
        </p:nvSpPr>
        <p:spPr>
          <a:xfrm>
            <a:off x="3419226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 txBox="1">
            <a:spLocks noGrp="1"/>
          </p:cNvSpPr>
          <p:nvPr>
            <p:ph type="subTitle" idx="18"/>
          </p:nvPr>
        </p:nvSpPr>
        <p:spPr>
          <a:xfrm>
            <a:off x="5966124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9" name="Google Shape;259;p13"/>
          <p:cNvSpPr txBox="1">
            <a:spLocks noGrp="1"/>
          </p:cNvSpPr>
          <p:nvPr>
            <p:ph type="subTitle" idx="19"/>
          </p:nvPr>
        </p:nvSpPr>
        <p:spPr>
          <a:xfrm>
            <a:off x="872376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subTitle" idx="20"/>
          </p:nvPr>
        </p:nvSpPr>
        <p:spPr>
          <a:xfrm>
            <a:off x="3419226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subTitle" idx="21"/>
          </p:nvPr>
        </p:nvSpPr>
        <p:spPr>
          <a:xfrm>
            <a:off x="5966124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/>
          <p:nvPr/>
        </p:nvSpPr>
        <p:spPr>
          <a:xfrm>
            <a:off x="7935143" y="4844730"/>
            <a:ext cx="891900" cy="771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8239932" y="4692320"/>
            <a:ext cx="891900" cy="7716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" name="Google Shape;320;p16"/>
          <p:cNvGrpSpPr/>
          <p:nvPr/>
        </p:nvGrpSpPr>
        <p:grpSpPr>
          <a:xfrm rot="5400000">
            <a:off x="1152227" y="4853023"/>
            <a:ext cx="854411" cy="845967"/>
            <a:chOff x="1685218" y="3923500"/>
            <a:chExt cx="480546" cy="475797"/>
          </a:xfrm>
        </p:grpSpPr>
        <p:sp>
          <p:nvSpPr>
            <p:cNvPr id="321" name="Google Shape;321;p16"/>
            <p:cNvSpPr/>
            <p:nvPr/>
          </p:nvSpPr>
          <p:spPr>
            <a:xfrm>
              <a:off x="1685218" y="4290985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1685218" y="4107248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1685218" y="3923500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1871341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1871341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1871341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2057464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2057464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057464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16"/>
          <p:cNvSpPr/>
          <p:nvPr/>
        </p:nvSpPr>
        <p:spPr>
          <a:xfrm rot="10800000">
            <a:off x="8655350" y="563679"/>
            <a:ext cx="762600" cy="762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8272551" y="1027821"/>
            <a:ext cx="687900" cy="6879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6"/>
          <p:cNvSpPr/>
          <p:nvPr/>
        </p:nvSpPr>
        <p:spPr>
          <a:xfrm rot="2700000" flipH="1">
            <a:off x="738087" y="200543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"/>
          <p:cNvSpPr/>
          <p:nvPr/>
        </p:nvSpPr>
        <p:spPr>
          <a:xfrm rot="2700000" flipH="1">
            <a:off x="1248140" y="200536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"/>
          <p:cNvSpPr/>
          <p:nvPr/>
        </p:nvSpPr>
        <p:spPr>
          <a:xfrm rot="2700000" flipH="1">
            <a:off x="993111" y="200535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6"/>
          <p:cNvSpPr/>
          <p:nvPr/>
        </p:nvSpPr>
        <p:spPr>
          <a:xfrm rot="8100000">
            <a:off x="-202876" y="3055255"/>
            <a:ext cx="604152" cy="604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6"/>
          <p:cNvSpPr/>
          <p:nvPr/>
        </p:nvSpPr>
        <p:spPr>
          <a:xfrm rot="8100000">
            <a:off x="-202876" y="3447679"/>
            <a:ext cx="604152" cy="60415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"/>
          <p:cNvSpPr/>
          <p:nvPr/>
        </p:nvSpPr>
        <p:spPr>
          <a:xfrm rot="10800000">
            <a:off x="121150" y="939050"/>
            <a:ext cx="674100" cy="674100"/>
          </a:xfrm>
          <a:prstGeom prst="arc">
            <a:avLst>
              <a:gd name="adj1" fmla="val 16200000"/>
              <a:gd name="adj2" fmla="val 5387261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5718387" y="173712"/>
            <a:ext cx="1519417" cy="173727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9" name="Google Shape;339;p16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title"/>
          </p:nvPr>
        </p:nvSpPr>
        <p:spPr>
          <a:xfrm>
            <a:off x="1414250" y="3024100"/>
            <a:ext cx="6315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subTitle" idx="1"/>
          </p:nvPr>
        </p:nvSpPr>
        <p:spPr>
          <a:xfrm>
            <a:off x="1414150" y="1126425"/>
            <a:ext cx="63156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/>
          <p:nvPr/>
        </p:nvSpPr>
        <p:spPr>
          <a:xfrm rot="-2700000">
            <a:off x="181809" y="348950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"/>
          <p:cNvSpPr/>
          <p:nvPr/>
        </p:nvSpPr>
        <p:spPr>
          <a:xfrm rot="-2700000">
            <a:off x="181810" y="582806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/>
          <p:nvPr/>
        </p:nvSpPr>
        <p:spPr>
          <a:xfrm rot="-2700000">
            <a:off x="181796" y="816652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-291000" y="3382929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-396126" y="3461242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7"/>
          <p:cNvGrpSpPr/>
          <p:nvPr/>
        </p:nvGrpSpPr>
        <p:grpSpPr>
          <a:xfrm>
            <a:off x="8560256" y="4290150"/>
            <a:ext cx="480546" cy="475797"/>
            <a:chOff x="1685218" y="3923500"/>
            <a:chExt cx="480546" cy="475797"/>
          </a:xfrm>
        </p:grpSpPr>
        <p:sp>
          <p:nvSpPr>
            <p:cNvPr id="350" name="Google Shape;350;p17"/>
            <p:cNvSpPr/>
            <p:nvPr/>
          </p:nvSpPr>
          <p:spPr>
            <a:xfrm>
              <a:off x="1685218" y="4290985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85218" y="4107248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1685218" y="3923500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1871341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871341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871341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2057464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2057464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2057464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" name="Google Shape;359;p17"/>
          <p:cNvSpPr/>
          <p:nvPr/>
        </p:nvSpPr>
        <p:spPr>
          <a:xfrm rot="-2700000" flipH="1">
            <a:off x="8623567" y="1417565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"/>
          <p:cNvSpPr/>
          <p:nvPr/>
        </p:nvSpPr>
        <p:spPr>
          <a:xfrm rot="-2700000" flipH="1">
            <a:off x="8623560" y="907513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"/>
          <p:cNvSpPr/>
          <p:nvPr/>
        </p:nvSpPr>
        <p:spPr>
          <a:xfrm rot="-2700000" flipH="1">
            <a:off x="8623560" y="1162541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 rot="8100000">
            <a:off x="8817816" y="3011120"/>
            <a:ext cx="717855" cy="71785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"/>
          <p:cNvSpPr/>
          <p:nvPr/>
        </p:nvSpPr>
        <p:spPr>
          <a:xfrm rot="8100000">
            <a:off x="8817816" y="3544185"/>
            <a:ext cx="717855" cy="717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"/>
          <p:cNvSpPr/>
          <p:nvPr/>
        </p:nvSpPr>
        <p:spPr>
          <a:xfrm rot="8100000">
            <a:off x="8920249" y="3646644"/>
            <a:ext cx="512935" cy="51293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8"/>
          <p:cNvSpPr/>
          <p:nvPr/>
        </p:nvSpPr>
        <p:spPr>
          <a:xfrm flipH="1">
            <a:off x="8814018" y="1145588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"/>
          <p:cNvSpPr/>
          <p:nvPr/>
        </p:nvSpPr>
        <p:spPr>
          <a:xfrm flipH="1">
            <a:off x="8814018" y="846284"/>
            <a:ext cx="176400" cy="17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"/>
          <p:cNvSpPr/>
          <p:nvPr/>
        </p:nvSpPr>
        <p:spPr>
          <a:xfrm flipH="1">
            <a:off x="8814018" y="546961"/>
            <a:ext cx="176400" cy="17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8"/>
          <p:cNvSpPr/>
          <p:nvPr/>
        </p:nvSpPr>
        <p:spPr>
          <a:xfrm rot="5400000" flipH="1">
            <a:off x="-194732" y="4140174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3" name="Google Shape;373;p18"/>
          <p:cNvSpPr/>
          <p:nvPr/>
        </p:nvSpPr>
        <p:spPr>
          <a:xfrm rot="-5400000" flipH="1">
            <a:off x="-780057" y="1322062"/>
            <a:ext cx="1234800" cy="123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"/>
          <p:cNvSpPr/>
          <p:nvPr/>
        </p:nvSpPr>
        <p:spPr>
          <a:xfrm flipH="1">
            <a:off x="-635657" y="1466412"/>
            <a:ext cx="945900" cy="9459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/>
          <p:nvPr/>
        </p:nvSpPr>
        <p:spPr>
          <a:xfrm flipH="1">
            <a:off x="-548526" y="3249750"/>
            <a:ext cx="1040100" cy="10404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"/>
          <p:cNvSpPr/>
          <p:nvPr/>
        </p:nvSpPr>
        <p:spPr>
          <a:xfrm rot="2700000" flipH="1">
            <a:off x="8829864" y="3367375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 rot="2700000" flipH="1">
            <a:off x="8829863" y="3601231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9"/>
          <p:cNvSpPr/>
          <p:nvPr/>
        </p:nvSpPr>
        <p:spPr>
          <a:xfrm rot="2700000" flipH="1">
            <a:off x="8829877" y="3835077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"/>
          <p:cNvSpPr/>
          <p:nvPr/>
        </p:nvSpPr>
        <p:spPr>
          <a:xfrm flipH="1">
            <a:off x="8683772" y="347904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/>
          <p:nvPr/>
        </p:nvSpPr>
        <p:spPr>
          <a:xfrm flipH="1">
            <a:off x="8788898" y="426217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"/>
          <p:cNvSpPr/>
          <p:nvPr/>
        </p:nvSpPr>
        <p:spPr>
          <a:xfrm flipH="1">
            <a:off x="-446310" y="3352125"/>
            <a:ext cx="835500" cy="83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9"/>
          <p:cNvSpPr/>
          <p:nvPr/>
        </p:nvSpPr>
        <p:spPr>
          <a:xfrm rot="2700000">
            <a:off x="355338" y="1077640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9"/>
          <p:cNvSpPr/>
          <p:nvPr/>
        </p:nvSpPr>
        <p:spPr>
          <a:xfrm rot="2700000">
            <a:off x="355345" y="567588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9"/>
          <p:cNvSpPr/>
          <p:nvPr/>
        </p:nvSpPr>
        <p:spPr>
          <a:xfrm rot="2700000">
            <a:off x="355346" y="822616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/>
          <p:nvPr/>
        </p:nvSpPr>
        <p:spPr>
          <a:xfrm rot="-2700000">
            <a:off x="181809" y="348950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0"/>
          <p:cNvSpPr/>
          <p:nvPr/>
        </p:nvSpPr>
        <p:spPr>
          <a:xfrm rot="-2700000">
            <a:off x="181810" y="582806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0"/>
          <p:cNvSpPr/>
          <p:nvPr/>
        </p:nvSpPr>
        <p:spPr>
          <a:xfrm rot="-2700000">
            <a:off x="181796" y="816652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-291000" y="3382929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-396126" y="3461242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8" name="Google Shape;398;p20"/>
          <p:cNvGrpSpPr/>
          <p:nvPr/>
        </p:nvGrpSpPr>
        <p:grpSpPr>
          <a:xfrm>
            <a:off x="8560256" y="4290150"/>
            <a:ext cx="480546" cy="475797"/>
            <a:chOff x="1685218" y="3923500"/>
            <a:chExt cx="480546" cy="475797"/>
          </a:xfrm>
        </p:grpSpPr>
        <p:sp>
          <p:nvSpPr>
            <p:cNvPr id="399" name="Google Shape;399;p20"/>
            <p:cNvSpPr/>
            <p:nvPr/>
          </p:nvSpPr>
          <p:spPr>
            <a:xfrm>
              <a:off x="1685218" y="4290985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1685218" y="4107248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1685218" y="3923500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1871341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1871341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1871341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2057464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2057464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2057464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20"/>
          <p:cNvSpPr/>
          <p:nvPr/>
        </p:nvSpPr>
        <p:spPr>
          <a:xfrm rot="-2700000" flipH="1">
            <a:off x="8623567" y="1417565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0"/>
          <p:cNvSpPr/>
          <p:nvPr/>
        </p:nvSpPr>
        <p:spPr>
          <a:xfrm rot="-2700000" flipH="1">
            <a:off x="8623560" y="907513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"/>
          <p:cNvSpPr/>
          <p:nvPr/>
        </p:nvSpPr>
        <p:spPr>
          <a:xfrm rot="-2700000" flipH="1">
            <a:off x="8623560" y="1162541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title"/>
          </p:nvPr>
        </p:nvSpPr>
        <p:spPr>
          <a:xfrm>
            <a:off x="4495950" y="1161750"/>
            <a:ext cx="3366900" cy="20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subTitle" idx="1"/>
          </p:nvPr>
        </p:nvSpPr>
        <p:spPr>
          <a:xfrm>
            <a:off x="4495950" y="3189225"/>
            <a:ext cx="3366900" cy="9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0"/>
          <p:cNvSpPr>
            <a:spLocks noGrp="1"/>
          </p:cNvSpPr>
          <p:nvPr>
            <p:ph type="pic" idx="2"/>
          </p:nvPr>
        </p:nvSpPr>
        <p:spPr>
          <a:xfrm>
            <a:off x="1281150" y="1161750"/>
            <a:ext cx="2910000" cy="2936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"/>
          <p:cNvSpPr/>
          <p:nvPr/>
        </p:nvSpPr>
        <p:spPr>
          <a:xfrm flipH="1">
            <a:off x="-548526" y="3249750"/>
            <a:ext cx="1040100" cy="10404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1"/>
          <p:cNvSpPr/>
          <p:nvPr/>
        </p:nvSpPr>
        <p:spPr>
          <a:xfrm rot="2700000" flipH="1">
            <a:off x="8829864" y="3367375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1"/>
          <p:cNvSpPr/>
          <p:nvPr/>
        </p:nvSpPr>
        <p:spPr>
          <a:xfrm rot="2700000" flipH="1">
            <a:off x="8829863" y="3601231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1"/>
          <p:cNvSpPr/>
          <p:nvPr/>
        </p:nvSpPr>
        <p:spPr>
          <a:xfrm rot="2700000" flipH="1">
            <a:off x="8829877" y="3835077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1"/>
          <p:cNvSpPr/>
          <p:nvPr/>
        </p:nvSpPr>
        <p:spPr>
          <a:xfrm flipH="1">
            <a:off x="8683772" y="347904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"/>
          <p:cNvSpPr/>
          <p:nvPr/>
        </p:nvSpPr>
        <p:spPr>
          <a:xfrm flipH="1">
            <a:off x="8788898" y="426217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1"/>
          <p:cNvSpPr/>
          <p:nvPr/>
        </p:nvSpPr>
        <p:spPr>
          <a:xfrm flipH="1">
            <a:off x="-446310" y="3352125"/>
            <a:ext cx="835500" cy="83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1"/>
          <p:cNvSpPr/>
          <p:nvPr/>
        </p:nvSpPr>
        <p:spPr>
          <a:xfrm rot="2700000">
            <a:off x="355338" y="1077640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1"/>
          <p:cNvSpPr/>
          <p:nvPr/>
        </p:nvSpPr>
        <p:spPr>
          <a:xfrm rot="2700000">
            <a:off x="355345" y="567588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1"/>
          <p:cNvSpPr/>
          <p:nvPr/>
        </p:nvSpPr>
        <p:spPr>
          <a:xfrm rot="2700000">
            <a:off x="355346" y="822616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1"/>
          <p:cNvSpPr txBox="1">
            <a:spLocks noGrp="1"/>
          </p:cNvSpPr>
          <p:nvPr>
            <p:ph type="title"/>
          </p:nvPr>
        </p:nvSpPr>
        <p:spPr>
          <a:xfrm>
            <a:off x="1382650" y="1323900"/>
            <a:ext cx="27207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1"/>
          <p:cNvSpPr txBox="1">
            <a:spLocks noGrp="1"/>
          </p:cNvSpPr>
          <p:nvPr>
            <p:ph type="subTitle" idx="1"/>
          </p:nvPr>
        </p:nvSpPr>
        <p:spPr>
          <a:xfrm>
            <a:off x="1382650" y="2387100"/>
            <a:ext cx="27207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/>
          <p:nvPr/>
        </p:nvSpPr>
        <p:spPr>
          <a:xfrm rot="8100000">
            <a:off x="8815076" y="3014498"/>
            <a:ext cx="635548" cy="63554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2"/>
          <p:cNvSpPr/>
          <p:nvPr/>
        </p:nvSpPr>
        <p:spPr>
          <a:xfrm rot="8100000">
            <a:off x="8815076" y="3486378"/>
            <a:ext cx="635548" cy="6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2"/>
          <p:cNvSpPr/>
          <p:nvPr/>
        </p:nvSpPr>
        <p:spPr>
          <a:xfrm rot="8100000">
            <a:off x="8905977" y="3577171"/>
            <a:ext cx="453963" cy="453963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2"/>
          <p:cNvSpPr/>
          <p:nvPr/>
        </p:nvSpPr>
        <p:spPr>
          <a:xfrm flipH="1">
            <a:off x="8828600" y="1088608"/>
            <a:ext cx="162300" cy="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2"/>
          <p:cNvSpPr/>
          <p:nvPr/>
        </p:nvSpPr>
        <p:spPr>
          <a:xfrm flipH="1">
            <a:off x="8828600" y="812988"/>
            <a:ext cx="162300" cy="16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2"/>
          <p:cNvSpPr/>
          <p:nvPr/>
        </p:nvSpPr>
        <p:spPr>
          <a:xfrm flipH="1">
            <a:off x="8828600" y="537350"/>
            <a:ext cx="162300" cy="16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2"/>
          <p:cNvSpPr/>
          <p:nvPr/>
        </p:nvSpPr>
        <p:spPr>
          <a:xfrm rot="5400000" flipH="1">
            <a:off x="-180300" y="3840638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9" name="Google Shape;439;p22"/>
          <p:cNvSpPr/>
          <p:nvPr/>
        </p:nvSpPr>
        <p:spPr>
          <a:xfrm rot="-5400000" flipH="1">
            <a:off x="-583575" y="1022525"/>
            <a:ext cx="1052700" cy="105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2"/>
          <p:cNvSpPr/>
          <p:nvPr/>
        </p:nvSpPr>
        <p:spPr>
          <a:xfrm flipH="1">
            <a:off x="-460421" y="1145593"/>
            <a:ext cx="806400" cy="8064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2"/>
          <p:cNvSpPr/>
          <p:nvPr/>
        </p:nvSpPr>
        <p:spPr>
          <a:xfrm rot="10800000" flipH="1"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2"/>
          <p:cNvSpPr txBox="1">
            <a:spLocks noGrp="1"/>
          </p:cNvSpPr>
          <p:nvPr>
            <p:ph type="title"/>
          </p:nvPr>
        </p:nvSpPr>
        <p:spPr>
          <a:xfrm>
            <a:off x="5352300" y="1552500"/>
            <a:ext cx="27645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22"/>
          <p:cNvSpPr txBox="1">
            <a:spLocks noGrp="1"/>
          </p:cNvSpPr>
          <p:nvPr>
            <p:ph type="subTitle" idx="1"/>
          </p:nvPr>
        </p:nvSpPr>
        <p:spPr>
          <a:xfrm>
            <a:off x="5352425" y="2615700"/>
            <a:ext cx="27645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4"/>
          <p:cNvSpPr/>
          <p:nvPr/>
        </p:nvSpPr>
        <p:spPr>
          <a:xfrm rot="8100000">
            <a:off x="8815076" y="3014498"/>
            <a:ext cx="635548" cy="63554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4"/>
          <p:cNvSpPr/>
          <p:nvPr/>
        </p:nvSpPr>
        <p:spPr>
          <a:xfrm rot="8100000">
            <a:off x="8815076" y="3486378"/>
            <a:ext cx="635548" cy="6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4"/>
          <p:cNvSpPr/>
          <p:nvPr/>
        </p:nvSpPr>
        <p:spPr>
          <a:xfrm rot="8100000">
            <a:off x="8905977" y="3577171"/>
            <a:ext cx="453963" cy="453963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"/>
          <p:cNvSpPr/>
          <p:nvPr/>
        </p:nvSpPr>
        <p:spPr>
          <a:xfrm flipH="1">
            <a:off x="8828600" y="1088608"/>
            <a:ext cx="162300" cy="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4"/>
          <p:cNvSpPr/>
          <p:nvPr/>
        </p:nvSpPr>
        <p:spPr>
          <a:xfrm flipH="1">
            <a:off x="8828600" y="812988"/>
            <a:ext cx="162300" cy="16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4"/>
          <p:cNvSpPr/>
          <p:nvPr/>
        </p:nvSpPr>
        <p:spPr>
          <a:xfrm flipH="1">
            <a:off x="8828600" y="537350"/>
            <a:ext cx="162300" cy="16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4"/>
          <p:cNvSpPr/>
          <p:nvPr/>
        </p:nvSpPr>
        <p:spPr>
          <a:xfrm rot="5400000" flipH="1">
            <a:off x="-180300" y="3840638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6" name="Google Shape;476;p24"/>
          <p:cNvSpPr/>
          <p:nvPr/>
        </p:nvSpPr>
        <p:spPr>
          <a:xfrm rot="-5400000" flipH="1">
            <a:off x="-583575" y="1022525"/>
            <a:ext cx="1052700" cy="105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4"/>
          <p:cNvSpPr/>
          <p:nvPr/>
        </p:nvSpPr>
        <p:spPr>
          <a:xfrm flipH="1">
            <a:off x="-460421" y="1145593"/>
            <a:ext cx="806400" cy="8064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4"/>
          <p:cNvSpPr/>
          <p:nvPr/>
        </p:nvSpPr>
        <p:spPr>
          <a:xfrm rot="10800000" flipH="1"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24"/>
          <p:cNvSpPr txBox="1">
            <a:spLocks noGrp="1"/>
          </p:cNvSpPr>
          <p:nvPr>
            <p:ph type="subTitle" idx="1"/>
          </p:nvPr>
        </p:nvSpPr>
        <p:spPr>
          <a:xfrm>
            <a:off x="4909445" y="2599825"/>
            <a:ext cx="2537400" cy="11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24"/>
          <p:cNvSpPr txBox="1">
            <a:spLocks noGrp="1"/>
          </p:cNvSpPr>
          <p:nvPr>
            <p:ph type="subTitle" idx="2"/>
          </p:nvPr>
        </p:nvSpPr>
        <p:spPr>
          <a:xfrm>
            <a:off x="1697175" y="2599825"/>
            <a:ext cx="2537400" cy="11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24"/>
          <p:cNvSpPr txBox="1">
            <a:spLocks noGrp="1"/>
          </p:cNvSpPr>
          <p:nvPr>
            <p:ph type="subTitle" idx="3"/>
          </p:nvPr>
        </p:nvSpPr>
        <p:spPr>
          <a:xfrm>
            <a:off x="1697175" y="2192425"/>
            <a:ext cx="2537400" cy="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4" name="Google Shape;484;p24"/>
          <p:cNvSpPr txBox="1">
            <a:spLocks noGrp="1"/>
          </p:cNvSpPr>
          <p:nvPr>
            <p:ph type="subTitle" idx="4"/>
          </p:nvPr>
        </p:nvSpPr>
        <p:spPr>
          <a:xfrm>
            <a:off x="4909447" y="2192425"/>
            <a:ext cx="2537400" cy="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"/>
          <p:cNvSpPr/>
          <p:nvPr/>
        </p:nvSpPr>
        <p:spPr>
          <a:xfrm rot="8100000">
            <a:off x="8817816" y="3011120"/>
            <a:ext cx="717855" cy="71785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5"/>
          <p:cNvSpPr/>
          <p:nvPr/>
        </p:nvSpPr>
        <p:spPr>
          <a:xfrm rot="8100000">
            <a:off x="8817816" y="3544185"/>
            <a:ext cx="717855" cy="717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5"/>
          <p:cNvSpPr/>
          <p:nvPr/>
        </p:nvSpPr>
        <p:spPr>
          <a:xfrm rot="8100000">
            <a:off x="8920249" y="3646644"/>
            <a:ext cx="512935" cy="51293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5"/>
          <p:cNvSpPr/>
          <p:nvPr/>
        </p:nvSpPr>
        <p:spPr>
          <a:xfrm flipH="1">
            <a:off x="8814018" y="1145588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5"/>
          <p:cNvSpPr/>
          <p:nvPr/>
        </p:nvSpPr>
        <p:spPr>
          <a:xfrm flipH="1">
            <a:off x="8814018" y="846284"/>
            <a:ext cx="176400" cy="17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5"/>
          <p:cNvSpPr/>
          <p:nvPr/>
        </p:nvSpPr>
        <p:spPr>
          <a:xfrm flipH="1">
            <a:off x="8814018" y="546961"/>
            <a:ext cx="176400" cy="17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5"/>
          <p:cNvSpPr/>
          <p:nvPr/>
        </p:nvSpPr>
        <p:spPr>
          <a:xfrm rot="5400000" flipH="1">
            <a:off x="-194732" y="4140174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3" name="Google Shape;493;p25"/>
          <p:cNvSpPr/>
          <p:nvPr/>
        </p:nvSpPr>
        <p:spPr>
          <a:xfrm rot="-5400000" flipH="1">
            <a:off x="-780057" y="1322062"/>
            <a:ext cx="1234800" cy="123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5"/>
          <p:cNvSpPr/>
          <p:nvPr/>
        </p:nvSpPr>
        <p:spPr>
          <a:xfrm flipH="1">
            <a:off x="-635657" y="1466412"/>
            <a:ext cx="945900" cy="9459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5"/>
          <p:cNvSpPr txBox="1">
            <a:spLocks noGrp="1"/>
          </p:cNvSpPr>
          <p:nvPr>
            <p:ph type="subTitle" idx="1"/>
          </p:nvPr>
        </p:nvSpPr>
        <p:spPr>
          <a:xfrm>
            <a:off x="4993250" y="1597950"/>
            <a:ext cx="30930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25"/>
          <p:cNvSpPr txBox="1">
            <a:spLocks noGrp="1"/>
          </p:cNvSpPr>
          <p:nvPr>
            <p:ph type="subTitle" idx="2"/>
          </p:nvPr>
        </p:nvSpPr>
        <p:spPr>
          <a:xfrm>
            <a:off x="1057750" y="1597950"/>
            <a:ext cx="30930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/>
          <p:nvPr/>
        </p:nvSpPr>
        <p:spPr>
          <a:xfrm rot="-8100000" flipH="1">
            <a:off x="181809" y="4556450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6"/>
          <p:cNvSpPr/>
          <p:nvPr/>
        </p:nvSpPr>
        <p:spPr>
          <a:xfrm rot="-8100000" flipH="1">
            <a:off x="181810" y="4322595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6"/>
          <p:cNvSpPr/>
          <p:nvPr/>
        </p:nvSpPr>
        <p:spPr>
          <a:xfrm rot="-8100000" flipH="1">
            <a:off x="181796" y="4088748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6"/>
          <p:cNvSpPr/>
          <p:nvPr/>
        </p:nvSpPr>
        <p:spPr>
          <a:xfrm rot="10800000" flipH="1">
            <a:off x="-291000" y="1076771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6"/>
          <p:cNvSpPr/>
          <p:nvPr/>
        </p:nvSpPr>
        <p:spPr>
          <a:xfrm rot="10800000" flipH="1">
            <a:off x="-396126" y="998458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26"/>
          <p:cNvGrpSpPr/>
          <p:nvPr/>
        </p:nvGrpSpPr>
        <p:grpSpPr>
          <a:xfrm rot="10800000" flipH="1">
            <a:off x="8560256" y="370253"/>
            <a:ext cx="480546" cy="475797"/>
            <a:chOff x="1685218" y="3923500"/>
            <a:chExt cx="480546" cy="475797"/>
          </a:xfrm>
        </p:grpSpPr>
        <p:sp>
          <p:nvSpPr>
            <p:cNvPr id="507" name="Google Shape;507;p26"/>
            <p:cNvSpPr/>
            <p:nvPr/>
          </p:nvSpPr>
          <p:spPr>
            <a:xfrm>
              <a:off x="1685218" y="4290985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1685218" y="4107248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1685218" y="3923500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1871341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1871341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1871341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2057464" y="4290997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2057464" y="4107261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2057464" y="3923512"/>
              <a:ext cx="108300" cy="108300"/>
            </a:xfrm>
            <a:prstGeom prst="ellipse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6" name="Google Shape;516;p26"/>
          <p:cNvSpPr/>
          <p:nvPr/>
        </p:nvSpPr>
        <p:spPr>
          <a:xfrm rot="-8100000">
            <a:off x="8623567" y="3598568"/>
            <a:ext cx="120067" cy="12006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6"/>
          <p:cNvSpPr/>
          <p:nvPr/>
        </p:nvSpPr>
        <p:spPr>
          <a:xfrm rot="-8100000">
            <a:off x="8623560" y="4108621"/>
            <a:ext cx="120067" cy="120067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6"/>
          <p:cNvSpPr/>
          <p:nvPr/>
        </p:nvSpPr>
        <p:spPr>
          <a:xfrm rot="-8100000">
            <a:off x="8623560" y="3853592"/>
            <a:ext cx="120067" cy="120067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6"/>
          <p:cNvSpPr/>
          <p:nvPr/>
        </p:nvSpPr>
        <p:spPr>
          <a:xfrm rot="10800000" flipH="1"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6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6"/>
          <p:cNvSpPr txBox="1">
            <a:spLocks noGrp="1"/>
          </p:cNvSpPr>
          <p:nvPr>
            <p:ph type="subTitle" idx="1"/>
          </p:nvPr>
        </p:nvSpPr>
        <p:spPr>
          <a:xfrm>
            <a:off x="937625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6"/>
          <p:cNvSpPr txBox="1">
            <a:spLocks noGrp="1"/>
          </p:cNvSpPr>
          <p:nvPr>
            <p:ph type="subTitle" idx="2"/>
          </p:nvPr>
        </p:nvSpPr>
        <p:spPr>
          <a:xfrm>
            <a:off x="3484347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6"/>
          <p:cNvSpPr txBox="1">
            <a:spLocks noGrp="1"/>
          </p:cNvSpPr>
          <p:nvPr>
            <p:ph type="subTitle" idx="3"/>
          </p:nvPr>
        </p:nvSpPr>
        <p:spPr>
          <a:xfrm>
            <a:off x="6031075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6"/>
          <p:cNvSpPr txBox="1">
            <a:spLocks noGrp="1"/>
          </p:cNvSpPr>
          <p:nvPr>
            <p:ph type="subTitle" idx="4"/>
          </p:nvPr>
        </p:nvSpPr>
        <p:spPr>
          <a:xfrm>
            <a:off x="937625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6" name="Google Shape;526;p26"/>
          <p:cNvSpPr txBox="1">
            <a:spLocks noGrp="1"/>
          </p:cNvSpPr>
          <p:nvPr>
            <p:ph type="subTitle" idx="5"/>
          </p:nvPr>
        </p:nvSpPr>
        <p:spPr>
          <a:xfrm>
            <a:off x="3484350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7" name="Google Shape;527;p26"/>
          <p:cNvSpPr txBox="1">
            <a:spLocks noGrp="1"/>
          </p:cNvSpPr>
          <p:nvPr>
            <p:ph type="subTitle" idx="6"/>
          </p:nvPr>
        </p:nvSpPr>
        <p:spPr>
          <a:xfrm>
            <a:off x="6031075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/>
          <p:nvPr/>
        </p:nvSpPr>
        <p:spPr>
          <a:xfrm rot="8100000">
            <a:off x="8817816" y="3011120"/>
            <a:ext cx="717855" cy="71785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7"/>
          <p:cNvSpPr/>
          <p:nvPr/>
        </p:nvSpPr>
        <p:spPr>
          <a:xfrm rot="8100000">
            <a:off x="8817816" y="3544185"/>
            <a:ext cx="717855" cy="717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7"/>
          <p:cNvSpPr/>
          <p:nvPr/>
        </p:nvSpPr>
        <p:spPr>
          <a:xfrm rot="8100000">
            <a:off x="8920249" y="3646644"/>
            <a:ext cx="512935" cy="51293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7"/>
          <p:cNvSpPr/>
          <p:nvPr/>
        </p:nvSpPr>
        <p:spPr>
          <a:xfrm flipH="1">
            <a:off x="8814018" y="1145588"/>
            <a:ext cx="176400" cy="17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"/>
          <p:cNvSpPr/>
          <p:nvPr/>
        </p:nvSpPr>
        <p:spPr>
          <a:xfrm flipH="1">
            <a:off x="8814018" y="846284"/>
            <a:ext cx="176400" cy="176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7"/>
          <p:cNvSpPr/>
          <p:nvPr/>
        </p:nvSpPr>
        <p:spPr>
          <a:xfrm flipH="1">
            <a:off x="8814018" y="546961"/>
            <a:ext cx="176400" cy="17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7"/>
          <p:cNvSpPr/>
          <p:nvPr/>
        </p:nvSpPr>
        <p:spPr>
          <a:xfrm rot="5400000" flipH="1">
            <a:off x="-194732" y="4140174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6" name="Google Shape;536;p27"/>
          <p:cNvSpPr/>
          <p:nvPr/>
        </p:nvSpPr>
        <p:spPr>
          <a:xfrm rot="-5400000" flipH="1">
            <a:off x="-780057" y="1322062"/>
            <a:ext cx="1234800" cy="123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7"/>
          <p:cNvSpPr/>
          <p:nvPr/>
        </p:nvSpPr>
        <p:spPr>
          <a:xfrm flipH="1">
            <a:off x="-635657" y="1466412"/>
            <a:ext cx="945900" cy="9459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27"/>
          <p:cNvSpPr txBox="1">
            <a:spLocks noGrp="1"/>
          </p:cNvSpPr>
          <p:nvPr>
            <p:ph type="subTitle" idx="1"/>
          </p:nvPr>
        </p:nvSpPr>
        <p:spPr>
          <a:xfrm>
            <a:off x="1576911" y="19953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27"/>
          <p:cNvSpPr txBox="1">
            <a:spLocks noGrp="1"/>
          </p:cNvSpPr>
          <p:nvPr>
            <p:ph type="subTitle" idx="2"/>
          </p:nvPr>
        </p:nvSpPr>
        <p:spPr>
          <a:xfrm>
            <a:off x="5588889" y="19953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27"/>
          <p:cNvSpPr txBox="1">
            <a:spLocks noGrp="1"/>
          </p:cNvSpPr>
          <p:nvPr>
            <p:ph type="subTitle" idx="3"/>
          </p:nvPr>
        </p:nvSpPr>
        <p:spPr>
          <a:xfrm>
            <a:off x="1576911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7"/>
          <p:cNvSpPr txBox="1">
            <a:spLocks noGrp="1"/>
          </p:cNvSpPr>
          <p:nvPr>
            <p:ph type="subTitle" idx="4"/>
          </p:nvPr>
        </p:nvSpPr>
        <p:spPr>
          <a:xfrm>
            <a:off x="5588889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27"/>
          <p:cNvSpPr txBox="1">
            <a:spLocks noGrp="1"/>
          </p:cNvSpPr>
          <p:nvPr>
            <p:ph type="subTitle" idx="5"/>
          </p:nvPr>
        </p:nvSpPr>
        <p:spPr>
          <a:xfrm>
            <a:off x="1576911" y="1642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6" name="Google Shape;546;p27"/>
          <p:cNvSpPr txBox="1">
            <a:spLocks noGrp="1"/>
          </p:cNvSpPr>
          <p:nvPr>
            <p:ph type="subTitle" idx="6"/>
          </p:nvPr>
        </p:nvSpPr>
        <p:spPr>
          <a:xfrm>
            <a:off x="1576911" y="32850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27"/>
          <p:cNvSpPr txBox="1">
            <a:spLocks noGrp="1"/>
          </p:cNvSpPr>
          <p:nvPr>
            <p:ph type="subTitle" idx="7"/>
          </p:nvPr>
        </p:nvSpPr>
        <p:spPr>
          <a:xfrm>
            <a:off x="5588886" y="1642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8" name="Google Shape;548;p27"/>
          <p:cNvSpPr txBox="1">
            <a:spLocks noGrp="1"/>
          </p:cNvSpPr>
          <p:nvPr>
            <p:ph type="subTitle" idx="8"/>
          </p:nvPr>
        </p:nvSpPr>
        <p:spPr>
          <a:xfrm>
            <a:off x="5588886" y="32850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8"/>
          <p:cNvSpPr/>
          <p:nvPr/>
        </p:nvSpPr>
        <p:spPr>
          <a:xfrm rot="2700000" flipH="1">
            <a:off x="8815076" y="1486154"/>
            <a:ext cx="635548" cy="63554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8"/>
          <p:cNvSpPr/>
          <p:nvPr/>
        </p:nvSpPr>
        <p:spPr>
          <a:xfrm rot="2700000" flipH="1">
            <a:off x="8815076" y="1014274"/>
            <a:ext cx="635548" cy="6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8"/>
          <p:cNvSpPr/>
          <p:nvPr/>
        </p:nvSpPr>
        <p:spPr>
          <a:xfrm rot="2700000" flipH="1">
            <a:off x="8905977" y="1105067"/>
            <a:ext cx="453963" cy="453963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8"/>
          <p:cNvSpPr/>
          <p:nvPr/>
        </p:nvSpPr>
        <p:spPr>
          <a:xfrm rot="10800000">
            <a:off x="8828600" y="3885292"/>
            <a:ext cx="162300" cy="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8"/>
          <p:cNvSpPr/>
          <p:nvPr/>
        </p:nvSpPr>
        <p:spPr>
          <a:xfrm rot="10800000">
            <a:off x="8828600" y="4160912"/>
            <a:ext cx="162300" cy="16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8"/>
          <p:cNvSpPr/>
          <p:nvPr/>
        </p:nvSpPr>
        <p:spPr>
          <a:xfrm rot="10800000">
            <a:off x="8828600" y="4436550"/>
            <a:ext cx="162300" cy="16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"/>
          <p:cNvSpPr/>
          <p:nvPr/>
        </p:nvSpPr>
        <p:spPr>
          <a:xfrm rot="5400000">
            <a:off x="-180300" y="1201763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57" name="Google Shape;557;p28"/>
          <p:cNvSpPr/>
          <p:nvPr/>
        </p:nvSpPr>
        <p:spPr>
          <a:xfrm rot="-5400000">
            <a:off x="-583575" y="3060975"/>
            <a:ext cx="1052700" cy="105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8"/>
          <p:cNvSpPr/>
          <p:nvPr/>
        </p:nvSpPr>
        <p:spPr>
          <a:xfrm rot="10800000">
            <a:off x="-460421" y="3184207"/>
            <a:ext cx="806400" cy="8064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635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69840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28"/>
          <p:cNvSpPr txBox="1">
            <a:spLocks noGrp="1"/>
          </p:cNvSpPr>
          <p:nvPr>
            <p:ph type="subTitle" idx="1"/>
          </p:nvPr>
        </p:nvSpPr>
        <p:spPr>
          <a:xfrm>
            <a:off x="1477577" y="15869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28"/>
          <p:cNvSpPr txBox="1">
            <a:spLocks noGrp="1"/>
          </p:cNvSpPr>
          <p:nvPr>
            <p:ph type="subTitle" idx="2"/>
          </p:nvPr>
        </p:nvSpPr>
        <p:spPr>
          <a:xfrm>
            <a:off x="1477575" y="26208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28"/>
          <p:cNvSpPr txBox="1">
            <a:spLocks noGrp="1"/>
          </p:cNvSpPr>
          <p:nvPr>
            <p:ph type="subTitle" idx="3"/>
          </p:nvPr>
        </p:nvSpPr>
        <p:spPr>
          <a:xfrm>
            <a:off x="5680427" y="15869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28"/>
          <p:cNvSpPr txBox="1">
            <a:spLocks noGrp="1"/>
          </p:cNvSpPr>
          <p:nvPr>
            <p:ph type="subTitle" idx="4"/>
          </p:nvPr>
        </p:nvSpPr>
        <p:spPr>
          <a:xfrm>
            <a:off x="5680425" y="26208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28"/>
          <p:cNvSpPr txBox="1">
            <a:spLocks noGrp="1"/>
          </p:cNvSpPr>
          <p:nvPr>
            <p:ph type="subTitle" idx="5"/>
          </p:nvPr>
        </p:nvSpPr>
        <p:spPr>
          <a:xfrm>
            <a:off x="1477573" y="36547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28"/>
          <p:cNvSpPr txBox="1">
            <a:spLocks noGrp="1"/>
          </p:cNvSpPr>
          <p:nvPr>
            <p:ph type="subTitle" idx="6"/>
          </p:nvPr>
        </p:nvSpPr>
        <p:spPr>
          <a:xfrm>
            <a:off x="5680423" y="36547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28"/>
          <p:cNvSpPr txBox="1">
            <a:spLocks noGrp="1"/>
          </p:cNvSpPr>
          <p:nvPr>
            <p:ph type="subTitle" idx="7"/>
          </p:nvPr>
        </p:nvSpPr>
        <p:spPr>
          <a:xfrm>
            <a:off x="1481475" y="13421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9" name="Google Shape;569;p28"/>
          <p:cNvSpPr txBox="1">
            <a:spLocks noGrp="1"/>
          </p:cNvSpPr>
          <p:nvPr>
            <p:ph type="subTitle" idx="8"/>
          </p:nvPr>
        </p:nvSpPr>
        <p:spPr>
          <a:xfrm>
            <a:off x="1481475" y="23760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0" name="Google Shape;570;p28"/>
          <p:cNvSpPr txBox="1">
            <a:spLocks noGrp="1"/>
          </p:cNvSpPr>
          <p:nvPr>
            <p:ph type="subTitle" idx="9"/>
          </p:nvPr>
        </p:nvSpPr>
        <p:spPr>
          <a:xfrm>
            <a:off x="1481474" y="34099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1" name="Google Shape;571;p28"/>
          <p:cNvSpPr txBox="1">
            <a:spLocks noGrp="1"/>
          </p:cNvSpPr>
          <p:nvPr>
            <p:ph type="subTitle" idx="13"/>
          </p:nvPr>
        </p:nvSpPr>
        <p:spPr>
          <a:xfrm>
            <a:off x="5684325" y="13421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2" name="Google Shape;572;p28"/>
          <p:cNvSpPr txBox="1">
            <a:spLocks noGrp="1"/>
          </p:cNvSpPr>
          <p:nvPr>
            <p:ph type="subTitle" idx="14"/>
          </p:nvPr>
        </p:nvSpPr>
        <p:spPr>
          <a:xfrm>
            <a:off x="5684325" y="23760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3" name="Google Shape;573;p28"/>
          <p:cNvSpPr txBox="1">
            <a:spLocks noGrp="1"/>
          </p:cNvSpPr>
          <p:nvPr>
            <p:ph type="subTitle" idx="15"/>
          </p:nvPr>
        </p:nvSpPr>
        <p:spPr>
          <a:xfrm>
            <a:off x="5684324" y="34099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solidFill>
                  <a:schemeClr val="dk2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2"/>
          <p:cNvSpPr/>
          <p:nvPr/>
        </p:nvSpPr>
        <p:spPr>
          <a:xfrm flipH="1">
            <a:off x="-395925" y="2767737"/>
            <a:ext cx="776700" cy="7767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32"/>
          <p:cNvSpPr/>
          <p:nvPr/>
        </p:nvSpPr>
        <p:spPr>
          <a:xfrm flipH="1">
            <a:off x="-319673" y="2844177"/>
            <a:ext cx="624000" cy="623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2"/>
          <p:cNvSpPr/>
          <p:nvPr/>
        </p:nvSpPr>
        <p:spPr>
          <a:xfrm flipH="1">
            <a:off x="8279140" y="1002225"/>
            <a:ext cx="1023300" cy="10233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2"/>
          <p:cNvSpPr/>
          <p:nvPr/>
        </p:nvSpPr>
        <p:spPr>
          <a:xfrm flipH="1">
            <a:off x="8366082" y="1088683"/>
            <a:ext cx="849900" cy="84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32"/>
          <p:cNvSpPr/>
          <p:nvPr/>
        </p:nvSpPr>
        <p:spPr>
          <a:xfrm flipH="1">
            <a:off x="269616" y="4272057"/>
            <a:ext cx="877500" cy="7590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2"/>
          <p:cNvSpPr/>
          <p:nvPr/>
        </p:nvSpPr>
        <p:spPr>
          <a:xfrm rot="5400000">
            <a:off x="6561628" y="235425"/>
            <a:ext cx="134700" cy="134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2"/>
          <p:cNvSpPr/>
          <p:nvPr/>
        </p:nvSpPr>
        <p:spPr>
          <a:xfrm rot="5400000">
            <a:off x="6790083" y="235425"/>
            <a:ext cx="134700" cy="134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2"/>
          <p:cNvSpPr/>
          <p:nvPr/>
        </p:nvSpPr>
        <p:spPr>
          <a:xfrm rot="5400000">
            <a:off x="7018552" y="235425"/>
            <a:ext cx="134700" cy="134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2"/>
          <p:cNvSpPr/>
          <p:nvPr/>
        </p:nvSpPr>
        <p:spPr>
          <a:xfrm rot="2700000" flipH="1">
            <a:off x="229582" y="255925"/>
            <a:ext cx="230800" cy="2308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2"/>
          <p:cNvSpPr/>
          <p:nvPr/>
        </p:nvSpPr>
        <p:spPr>
          <a:xfrm rot="2700000" flipH="1">
            <a:off x="229580" y="489781"/>
            <a:ext cx="230800" cy="2308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2"/>
          <p:cNvSpPr/>
          <p:nvPr/>
        </p:nvSpPr>
        <p:spPr>
          <a:xfrm rot="2700000" flipH="1">
            <a:off x="229595" y="723627"/>
            <a:ext cx="230800" cy="230800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3" name="Google Shape;673;p32"/>
          <p:cNvGrpSpPr/>
          <p:nvPr/>
        </p:nvGrpSpPr>
        <p:grpSpPr>
          <a:xfrm flipH="1">
            <a:off x="8683141" y="2635651"/>
            <a:ext cx="230996" cy="1474946"/>
            <a:chOff x="1943250" y="3207475"/>
            <a:chExt cx="169800" cy="1084200"/>
          </a:xfrm>
        </p:grpSpPr>
        <p:cxnSp>
          <p:nvCxnSpPr>
            <p:cNvPr id="674" name="Google Shape;674;p32"/>
            <p:cNvCxnSpPr/>
            <p:nvPr/>
          </p:nvCxnSpPr>
          <p:spPr>
            <a:xfrm>
              <a:off x="1943250" y="3207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32"/>
            <p:cNvCxnSpPr/>
            <p:nvPr/>
          </p:nvCxnSpPr>
          <p:spPr>
            <a:xfrm>
              <a:off x="1943250" y="3359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6" name="Google Shape;676;p32"/>
            <p:cNvCxnSpPr/>
            <p:nvPr/>
          </p:nvCxnSpPr>
          <p:spPr>
            <a:xfrm>
              <a:off x="1943250" y="35122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32"/>
            <p:cNvCxnSpPr/>
            <p:nvPr/>
          </p:nvCxnSpPr>
          <p:spPr>
            <a:xfrm>
              <a:off x="1943250" y="36646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32"/>
            <p:cNvCxnSpPr/>
            <p:nvPr/>
          </p:nvCxnSpPr>
          <p:spPr>
            <a:xfrm>
              <a:off x="1943250" y="38170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32"/>
            <p:cNvCxnSpPr/>
            <p:nvPr/>
          </p:nvCxnSpPr>
          <p:spPr>
            <a:xfrm>
              <a:off x="1943250" y="3969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32"/>
            <p:cNvCxnSpPr/>
            <p:nvPr/>
          </p:nvCxnSpPr>
          <p:spPr>
            <a:xfrm>
              <a:off x="1943250" y="4121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1" name="Google Shape;681;p32"/>
          <p:cNvGrpSpPr/>
          <p:nvPr/>
        </p:nvGrpSpPr>
        <p:grpSpPr>
          <a:xfrm flipH="1">
            <a:off x="1143002" y="217875"/>
            <a:ext cx="169800" cy="169800"/>
            <a:chOff x="1687088" y="3641600"/>
            <a:chExt cx="169800" cy="169800"/>
          </a:xfrm>
        </p:grpSpPr>
        <p:cxnSp>
          <p:nvCxnSpPr>
            <p:cNvPr id="682" name="Google Shape;682;p32"/>
            <p:cNvCxnSpPr/>
            <p:nvPr/>
          </p:nvCxnSpPr>
          <p:spPr>
            <a:xfrm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32"/>
            <p:cNvCxnSpPr/>
            <p:nvPr/>
          </p:nvCxnSpPr>
          <p:spPr>
            <a:xfrm flipH="1"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84" name="Google Shape;684;p32"/>
          <p:cNvSpPr/>
          <p:nvPr/>
        </p:nvSpPr>
        <p:spPr>
          <a:xfrm flipH="1">
            <a:off x="558539" y="4445410"/>
            <a:ext cx="877500" cy="759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2"/>
          <p:cNvSpPr/>
          <p:nvPr/>
        </p:nvSpPr>
        <p:spPr>
          <a:xfrm flipH="1">
            <a:off x="6657915" y="4937100"/>
            <a:ext cx="820375" cy="93800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6" name="Google Shape;686;p32"/>
          <p:cNvSpPr/>
          <p:nvPr/>
        </p:nvSpPr>
        <p:spPr>
          <a:xfrm rot="5400000" flipH="1">
            <a:off x="8464678" y="1187601"/>
            <a:ext cx="651900" cy="651900"/>
          </a:xfrm>
          <a:prstGeom prst="arc">
            <a:avLst>
              <a:gd name="adj1" fmla="val 16200000"/>
              <a:gd name="adj2" fmla="val 10735728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7" name="Google Shape;687;p32"/>
          <p:cNvCxnSpPr/>
          <p:nvPr/>
        </p:nvCxnSpPr>
        <p:spPr>
          <a:xfrm rot="10800000">
            <a:off x="4888827" y="302775"/>
            <a:ext cx="418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2"/>
          <p:cNvCxnSpPr/>
          <p:nvPr/>
        </p:nvCxnSpPr>
        <p:spPr>
          <a:xfrm rot="10800000">
            <a:off x="4571202" y="455175"/>
            <a:ext cx="231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32"/>
          <p:cNvSpPr/>
          <p:nvPr/>
        </p:nvSpPr>
        <p:spPr>
          <a:xfrm>
            <a:off x="7146492" y="4766775"/>
            <a:ext cx="945900" cy="9459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2"/>
          <p:cNvSpPr/>
          <p:nvPr/>
        </p:nvSpPr>
        <p:spPr>
          <a:xfrm rot="10800000" flipH="1">
            <a:off x="3562597" y="-208882"/>
            <a:ext cx="368100" cy="36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/>
          <p:nvPr/>
        </p:nvSpPr>
        <p:spPr>
          <a:xfrm flipH="1">
            <a:off x="-636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2"/>
          <p:cNvSpPr/>
          <p:nvPr/>
        </p:nvSpPr>
        <p:spPr>
          <a:xfrm flipH="1">
            <a:off x="69839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3"/>
          <p:cNvSpPr/>
          <p:nvPr/>
        </p:nvSpPr>
        <p:spPr>
          <a:xfrm rot="8100000">
            <a:off x="8815076" y="3014498"/>
            <a:ext cx="635548" cy="635548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3"/>
          <p:cNvSpPr/>
          <p:nvPr/>
        </p:nvSpPr>
        <p:spPr>
          <a:xfrm rot="8100000">
            <a:off x="8815076" y="3486378"/>
            <a:ext cx="635548" cy="6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3"/>
          <p:cNvSpPr/>
          <p:nvPr/>
        </p:nvSpPr>
        <p:spPr>
          <a:xfrm rot="8100000">
            <a:off x="8905977" y="3577171"/>
            <a:ext cx="453963" cy="453963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3"/>
          <p:cNvSpPr/>
          <p:nvPr/>
        </p:nvSpPr>
        <p:spPr>
          <a:xfrm flipH="1">
            <a:off x="8828600" y="1088608"/>
            <a:ext cx="162300" cy="16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3"/>
          <p:cNvSpPr/>
          <p:nvPr/>
        </p:nvSpPr>
        <p:spPr>
          <a:xfrm flipH="1">
            <a:off x="8828600" y="812988"/>
            <a:ext cx="162300" cy="162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3"/>
          <p:cNvSpPr/>
          <p:nvPr/>
        </p:nvSpPr>
        <p:spPr>
          <a:xfrm flipH="1">
            <a:off x="8828600" y="537350"/>
            <a:ext cx="162300" cy="16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3"/>
          <p:cNvSpPr/>
          <p:nvPr/>
        </p:nvSpPr>
        <p:spPr>
          <a:xfrm rot="-8100000" flipH="1">
            <a:off x="181809" y="4316342"/>
            <a:ext cx="230800" cy="2308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3"/>
          <p:cNvSpPr/>
          <p:nvPr/>
        </p:nvSpPr>
        <p:spPr>
          <a:xfrm rot="-8100000" flipH="1">
            <a:off x="181810" y="4082486"/>
            <a:ext cx="230800" cy="2308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3"/>
          <p:cNvSpPr/>
          <p:nvPr/>
        </p:nvSpPr>
        <p:spPr>
          <a:xfrm rot="-8100000" flipH="1">
            <a:off x="181796" y="3848640"/>
            <a:ext cx="230800" cy="230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3"/>
          <p:cNvSpPr/>
          <p:nvPr/>
        </p:nvSpPr>
        <p:spPr>
          <a:xfrm rot="10800000" flipH="1">
            <a:off x="-291000" y="836663"/>
            <a:ext cx="782400" cy="6765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3"/>
          <p:cNvSpPr/>
          <p:nvPr/>
        </p:nvSpPr>
        <p:spPr>
          <a:xfrm rot="10800000" flipH="1">
            <a:off x="-396126" y="758350"/>
            <a:ext cx="782400" cy="6765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3"/>
          <p:cNvSpPr/>
          <p:nvPr/>
        </p:nvSpPr>
        <p:spPr>
          <a:xfrm flipH="1">
            <a:off x="-6360" y="-3650"/>
            <a:ext cx="9144000" cy="5143500"/>
          </a:xfrm>
          <a:prstGeom prst="rect">
            <a:avLst/>
          </a:prstGeom>
          <a:solidFill>
            <a:srgbClr val="F2F2F2">
              <a:alpha val="53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3"/>
          <p:cNvSpPr/>
          <p:nvPr/>
        </p:nvSpPr>
        <p:spPr>
          <a:xfrm flipH="1">
            <a:off x="698390" y="548175"/>
            <a:ext cx="7747200" cy="4055700"/>
          </a:xfrm>
          <a:prstGeom prst="roundRect">
            <a:avLst>
              <a:gd name="adj" fmla="val 4187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●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○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■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●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○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■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●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○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Odia"/>
              <a:buChar char="■"/>
              <a:defRPr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thway Extreme"/>
              <a:buNone/>
              <a:defRPr sz="3200" b="1">
                <a:solidFill>
                  <a:schemeClr val="dk1"/>
                </a:solidFill>
                <a:latin typeface="Pathway Extreme"/>
                <a:ea typeface="Pathway Extreme"/>
                <a:cs typeface="Pathway Extreme"/>
                <a:sym typeface="Pathway Extrem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8" r:id="rId20"/>
    <p:sldLayoutId id="214748367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eyPUBD2mu6vxhfkhepBnfHDaLSeq_tDosHFL7COTwn4/copy" TargetMode="External"/><Relationship Id="rId5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7"/>
          <p:cNvSpPr txBox="1">
            <a:spLocks noGrp="1"/>
          </p:cNvSpPr>
          <p:nvPr>
            <p:ph type="ctrTitle"/>
          </p:nvPr>
        </p:nvSpPr>
        <p:spPr>
          <a:xfrm>
            <a:off x="1906200" y="882650"/>
            <a:ext cx="5331600" cy="30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718" name="Google Shape;718;p37"/>
          <p:cNvSpPr txBox="1">
            <a:spLocks noGrp="1"/>
          </p:cNvSpPr>
          <p:nvPr>
            <p:ph type="subTitle" idx="1"/>
          </p:nvPr>
        </p:nvSpPr>
        <p:spPr>
          <a:xfrm>
            <a:off x="2231175" y="3969200"/>
            <a:ext cx="4681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[[author]]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aphicFrame>
        <p:nvGraphicFramePr>
          <p:cNvPr id="724" name="Google Shape;724;p38"/>
          <p:cNvGraphicFramePr/>
          <p:nvPr/>
        </p:nvGraphicFramePr>
        <p:xfrm>
          <a:off x="857100" y="1686525"/>
          <a:ext cx="7429800" cy="2169150"/>
        </p:xfrm>
        <a:graphic>
          <a:graphicData uri="http://schemas.openxmlformats.org/drawingml/2006/table">
            <a:tbl>
              <a:tblPr>
                <a:noFill/>
                <a:tableStyleId>{0BA63096-A47A-457B-B82E-70A6EDD26D34}</a:tableStyleId>
              </a:tblPr>
              <a:tblGrid>
                <a:gridCol w="267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100" b="1" u="sng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100" b="1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100" b="1" u="sng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100" b="1" u="sng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100" b="1" u="sng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100" b="1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100" b="1" u="sng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2"/>
                          </a:solidFill>
                          <a:latin typeface="Pathway Extreme"/>
                          <a:ea typeface="Pathway Extreme"/>
                          <a:cs typeface="Pathway Extreme"/>
                          <a:sym typeface="Pathway Extreme"/>
                        </a:rPr>
                        <a:t>Editable presentation theme </a:t>
                      </a:r>
                      <a:endParaRPr sz="1100" b="1">
                        <a:solidFill>
                          <a:schemeClr val="dk2"/>
                        </a:solidFill>
                        <a:latin typeface="Pathway Extreme"/>
                        <a:ea typeface="Pathway Extreme"/>
                        <a:cs typeface="Pathway Extreme"/>
                        <a:sym typeface="Pathway Extrem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</a:rPr>
                        <a:t>You can edit the master slides easily. For more info, click </a:t>
                      </a:r>
                      <a:r>
                        <a:rPr lang="en" sz="1100" b="1" u="sng">
                          <a:solidFill>
                            <a:schemeClr val="dk1"/>
                          </a:solidFill>
                          <a:latin typeface="Anek Odia"/>
                          <a:ea typeface="Anek Odia"/>
                          <a:cs typeface="Anek Odia"/>
                          <a:sym typeface="Anek Odi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Anek Odia"/>
                        <a:ea typeface="Anek Odia"/>
                        <a:cs typeface="Anek Odia"/>
                        <a:sym typeface="Anek Odi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5" name="Google Shape;725;p38"/>
          <p:cNvSpPr txBox="1"/>
          <p:nvPr/>
        </p:nvSpPr>
        <p:spPr>
          <a:xfrm>
            <a:off x="857100" y="1211625"/>
            <a:ext cx="74298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ek Odia"/>
                <a:ea typeface="Anek Odia"/>
                <a:cs typeface="Anek Odia"/>
                <a:sym typeface="Anek Odia"/>
              </a:rPr>
              <a:t>You can delete this slide when you’re done editing the presentation</a:t>
            </a:r>
            <a:endParaRPr sz="1200" b="1">
              <a:solidFill>
                <a:schemeClr val="dk1"/>
              </a:solidFill>
              <a:latin typeface="Anek Odia"/>
              <a:ea typeface="Anek Odia"/>
              <a:cs typeface="Anek Odia"/>
              <a:sym typeface="Anek Od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nek Odia"/>
              <a:ea typeface="Anek Odia"/>
              <a:cs typeface="Anek Odia"/>
              <a:sym typeface="Anek Od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9"/>
          <p:cNvSpPr txBox="1">
            <a:spLocks noGrp="1"/>
          </p:cNvSpPr>
          <p:nvPr>
            <p:ph type="subTitle" idx="3"/>
          </p:nvPr>
        </p:nvSpPr>
        <p:spPr>
          <a:xfrm>
            <a:off x="872376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[[section_1_desc]]</a:t>
            </a:r>
          </a:p>
        </p:txBody>
      </p:sp>
      <p:sp>
        <p:nvSpPr>
          <p:cNvPr id="733" name="Google Shape;733;p39"/>
          <p:cNvSpPr txBox="1">
            <a:spLocks noGrp="1"/>
          </p:cNvSpPr>
          <p:nvPr>
            <p:ph type="subTitle" idx="1"/>
          </p:nvPr>
        </p:nvSpPr>
        <p:spPr>
          <a:xfrm>
            <a:off x="872376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[[section_2_desc]]</a:t>
            </a:r>
          </a:p>
        </p:txBody>
      </p:sp>
      <p:sp>
        <p:nvSpPr>
          <p:cNvPr id="734" name="Google Shape;734;p39"/>
          <p:cNvSpPr txBox="1">
            <a:spLocks noGrp="1"/>
          </p:cNvSpPr>
          <p:nvPr>
            <p:ph type="subTitle" idx="2"/>
          </p:nvPr>
        </p:nvSpPr>
        <p:spPr>
          <a:xfrm>
            <a:off x="3419226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[[section_3_desc]]</a:t>
            </a:r>
          </a:p>
        </p:txBody>
      </p:sp>
      <p:sp>
        <p:nvSpPr>
          <p:cNvPr id="735" name="Google Shape;735;p39"/>
          <p:cNvSpPr txBox="1">
            <a:spLocks noGrp="1"/>
          </p:cNvSpPr>
          <p:nvPr>
            <p:ph type="subTitle" idx="4"/>
          </p:nvPr>
        </p:nvSpPr>
        <p:spPr>
          <a:xfrm>
            <a:off x="3419226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[[section_4_desc]]</a:t>
            </a:r>
          </a:p>
        </p:txBody>
      </p:sp>
      <p:sp>
        <p:nvSpPr>
          <p:cNvPr id="736" name="Google Shape;736;p39"/>
          <p:cNvSpPr txBox="1">
            <a:spLocks noGrp="1"/>
          </p:cNvSpPr>
          <p:nvPr>
            <p:ph type="subTitle" idx="5"/>
          </p:nvPr>
        </p:nvSpPr>
        <p:spPr>
          <a:xfrm>
            <a:off x="5966124" y="20567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[[section_5_desc]]</a:t>
            </a:r>
          </a:p>
        </p:txBody>
      </p:sp>
      <p:sp>
        <p:nvSpPr>
          <p:cNvPr id="737" name="Google Shape;737;p39"/>
          <p:cNvSpPr txBox="1">
            <a:spLocks noGrp="1"/>
          </p:cNvSpPr>
          <p:nvPr>
            <p:ph type="subTitle" idx="6"/>
          </p:nvPr>
        </p:nvSpPr>
        <p:spPr>
          <a:xfrm>
            <a:off x="5966124" y="37899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[[section_6_desc]]</a:t>
            </a:r>
          </a:p>
        </p:txBody>
      </p:sp>
      <p:sp>
        <p:nvSpPr>
          <p:cNvPr id="738" name="Google Shape;738;p39"/>
          <p:cNvSpPr txBox="1">
            <a:spLocks noGrp="1"/>
          </p:cNvSpPr>
          <p:nvPr>
            <p:ph type="title" idx="7"/>
          </p:nvPr>
        </p:nvSpPr>
        <p:spPr>
          <a:xfrm>
            <a:off x="872376" y="1332025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39" name="Google Shape;739;p39"/>
          <p:cNvSpPr txBox="1">
            <a:spLocks noGrp="1"/>
          </p:cNvSpPr>
          <p:nvPr>
            <p:ph type="title" idx="8"/>
          </p:nvPr>
        </p:nvSpPr>
        <p:spPr>
          <a:xfrm>
            <a:off x="872376" y="3064624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40" name="Google Shape;740;p39"/>
          <p:cNvSpPr txBox="1">
            <a:spLocks noGrp="1"/>
          </p:cNvSpPr>
          <p:nvPr>
            <p:ph type="title" idx="9"/>
          </p:nvPr>
        </p:nvSpPr>
        <p:spPr>
          <a:xfrm>
            <a:off x="3419226" y="1332025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41" name="Google Shape;741;p39"/>
          <p:cNvSpPr txBox="1">
            <a:spLocks noGrp="1"/>
          </p:cNvSpPr>
          <p:nvPr>
            <p:ph type="title" idx="13"/>
          </p:nvPr>
        </p:nvSpPr>
        <p:spPr>
          <a:xfrm>
            <a:off x="3419226" y="3064624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42" name="Google Shape;742;p39"/>
          <p:cNvSpPr txBox="1">
            <a:spLocks noGrp="1"/>
          </p:cNvSpPr>
          <p:nvPr>
            <p:ph type="title" idx="14"/>
          </p:nvPr>
        </p:nvSpPr>
        <p:spPr>
          <a:xfrm>
            <a:off x="5966124" y="1332025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43" name="Google Shape;743;p39"/>
          <p:cNvSpPr txBox="1">
            <a:spLocks noGrp="1"/>
          </p:cNvSpPr>
          <p:nvPr>
            <p:ph type="title" idx="15"/>
          </p:nvPr>
        </p:nvSpPr>
        <p:spPr>
          <a:xfrm>
            <a:off x="5966124" y="3064624"/>
            <a:ext cx="802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44" name="Google Shape;744;p39"/>
          <p:cNvSpPr txBox="1">
            <a:spLocks noGrp="1"/>
          </p:cNvSpPr>
          <p:nvPr>
            <p:ph type="subTitle" idx="16"/>
          </p:nvPr>
        </p:nvSpPr>
        <p:spPr>
          <a:xfrm>
            <a:off x="872376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[[section_1_title]]</a:t>
            </a:r>
          </a:p>
        </p:txBody>
      </p:sp>
      <p:sp>
        <p:nvSpPr>
          <p:cNvPr id="745" name="Google Shape;745;p39"/>
          <p:cNvSpPr txBox="1">
            <a:spLocks noGrp="1"/>
          </p:cNvSpPr>
          <p:nvPr>
            <p:ph type="subTitle" idx="17"/>
          </p:nvPr>
        </p:nvSpPr>
        <p:spPr>
          <a:xfrm>
            <a:off x="3419226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746" name="Google Shape;746;p39"/>
          <p:cNvSpPr txBox="1">
            <a:spLocks noGrp="1"/>
          </p:cNvSpPr>
          <p:nvPr>
            <p:ph type="subTitle" idx="18"/>
          </p:nvPr>
        </p:nvSpPr>
        <p:spPr>
          <a:xfrm>
            <a:off x="5966124" y="1724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747" name="Google Shape;747;p39"/>
          <p:cNvSpPr txBox="1">
            <a:spLocks noGrp="1"/>
          </p:cNvSpPr>
          <p:nvPr>
            <p:ph type="subTitle" idx="19"/>
          </p:nvPr>
        </p:nvSpPr>
        <p:spPr>
          <a:xfrm>
            <a:off x="872376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748" name="Google Shape;748;p39"/>
          <p:cNvSpPr txBox="1">
            <a:spLocks noGrp="1"/>
          </p:cNvSpPr>
          <p:nvPr>
            <p:ph type="subTitle" idx="20"/>
          </p:nvPr>
        </p:nvSpPr>
        <p:spPr>
          <a:xfrm>
            <a:off x="3419226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[[section_5_title]]</a:t>
            </a:r>
          </a:p>
        </p:txBody>
      </p:sp>
      <p:sp>
        <p:nvSpPr>
          <p:cNvPr id="749" name="Google Shape;749;p39"/>
          <p:cNvSpPr txBox="1">
            <a:spLocks noGrp="1"/>
          </p:cNvSpPr>
          <p:nvPr>
            <p:ph type="subTitle" idx="21"/>
          </p:nvPr>
        </p:nvSpPr>
        <p:spPr>
          <a:xfrm>
            <a:off x="5966124" y="34575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[[section_6_title]]</a:t>
            </a:r>
          </a:p>
        </p:txBody>
      </p:sp>
      <p:sp>
        <p:nvSpPr>
          <p:cNvPr id="750" name="Google Shape;750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[[toc_title]]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0"/>
          <p:cNvSpPr txBox="1">
            <a:spLocks noGrp="1"/>
          </p:cNvSpPr>
          <p:nvPr>
            <p:ph type="title"/>
          </p:nvPr>
        </p:nvSpPr>
        <p:spPr>
          <a:xfrm>
            <a:off x="2135550" y="1818384"/>
            <a:ext cx="4872900" cy="83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756" name="Google Shape;756;p40"/>
          <p:cNvSpPr txBox="1">
            <a:spLocks noGrp="1"/>
          </p:cNvSpPr>
          <p:nvPr>
            <p:ph type="subTitle" idx="1"/>
          </p:nvPr>
        </p:nvSpPr>
        <p:spPr>
          <a:xfrm>
            <a:off x="2135550" y="26540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[[body]]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769" name="Google Shape;769;p42"/>
          <p:cNvSpPr txBox="1">
            <a:spLocks noGrp="1"/>
          </p:cNvSpPr>
          <p:nvPr>
            <p:ph type="subTitle" idx="1"/>
          </p:nvPr>
        </p:nvSpPr>
        <p:spPr>
          <a:xfrm>
            <a:off x="4993250" y="1597950"/>
            <a:ext cx="30930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[[supporting_context]]</a:t>
            </a:r>
          </a:p>
        </p:txBody>
      </p:sp>
      <p:sp>
        <p:nvSpPr>
          <p:cNvPr id="770" name="Google Shape;770;p42"/>
          <p:cNvSpPr txBox="1">
            <a:spLocks noGrp="1"/>
          </p:cNvSpPr>
          <p:nvPr>
            <p:ph type="subTitle" idx="2"/>
          </p:nvPr>
        </p:nvSpPr>
        <p:spPr>
          <a:xfrm>
            <a:off x="1057750" y="1597950"/>
            <a:ext cx="3093000" cy="19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[[objective_text]]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776" name="Google Shape;776;p43"/>
          <p:cNvSpPr txBox="1">
            <a:spLocks noGrp="1"/>
          </p:cNvSpPr>
          <p:nvPr>
            <p:ph type="subTitle" idx="1"/>
          </p:nvPr>
        </p:nvSpPr>
        <p:spPr>
          <a:xfrm>
            <a:off x="1045750" y="1700300"/>
            <a:ext cx="4294800" cy="21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[[intro_line]]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[[bullet_1]]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[[bullet_2]]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[[bullet_3]]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t>[[bullet_4]]</a:t>
            </a:r>
            <a:endParaRPr/>
          </a:p>
        </p:txBody>
      </p:sp>
      <p:pic>
        <p:nvPicPr>
          <p:cNvPr id="777" name="Google Shape;777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250" r="8250"/>
          <a:stretch/>
        </p:blipFill>
        <p:spPr>
          <a:xfrm>
            <a:off x="5368250" y="1700300"/>
            <a:ext cx="2730000" cy="2180700"/>
          </a:xfrm>
          <a:prstGeom prst="round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"/>
          </p:nvPr>
        </p:nvSpPr>
        <p:spPr>
          <a:xfrm>
            <a:off x="4909434" y="2599825"/>
            <a:ext cx="2537400" cy="11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[[card_2_text]]</a:t>
            </a:r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2"/>
          </p:nvPr>
        </p:nvSpPr>
        <p:spPr>
          <a:xfrm>
            <a:off x="1697164" y="2599825"/>
            <a:ext cx="2537400" cy="11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[[card_1_text]]</a:t>
            </a:r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3"/>
          </p:nvPr>
        </p:nvSpPr>
        <p:spPr>
          <a:xfrm>
            <a:off x="1697164" y="2192425"/>
            <a:ext cx="2537400" cy="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[[card_1_heading]]</a:t>
            </a:r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4"/>
          </p:nvPr>
        </p:nvSpPr>
        <p:spPr>
          <a:xfrm>
            <a:off x="4909436" y="2192425"/>
            <a:ext cx="2537400" cy="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[[card_2_heading]]</a:t>
            </a:r>
          </a:p>
        </p:txBody>
      </p:sp>
      <p:grpSp>
        <p:nvGrpSpPr>
          <p:cNvPr id="787" name="Google Shape;787;p44"/>
          <p:cNvGrpSpPr/>
          <p:nvPr/>
        </p:nvGrpSpPr>
        <p:grpSpPr>
          <a:xfrm>
            <a:off x="6026244" y="1764136"/>
            <a:ext cx="303790" cy="350722"/>
            <a:chOff x="1013892" y="3381136"/>
            <a:chExt cx="303790" cy="350722"/>
          </a:xfrm>
        </p:grpSpPr>
        <p:sp>
          <p:nvSpPr>
            <p:cNvPr id="788" name="Google Shape;788;p44"/>
            <p:cNvSpPr/>
            <p:nvPr/>
          </p:nvSpPr>
          <p:spPr>
            <a:xfrm>
              <a:off x="1208503" y="3381136"/>
              <a:ext cx="109180" cy="126047"/>
            </a:xfrm>
            <a:custGeom>
              <a:avLst/>
              <a:gdLst/>
              <a:ahLst/>
              <a:cxnLst/>
              <a:rect l="l" t="t" r="r" b="b"/>
              <a:pathLst>
                <a:path w="3094" h="3572" extrusionOk="0">
                  <a:moveTo>
                    <a:pt x="1547" y="0"/>
                  </a:moveTo>
                  <a:lnTo>
                    <a:pt x="0" y="892"/>
                  </a:lnTo>
                  <a:lnTo>
                    <a:pt x="0" y="2678"/>
                  </a:lnTo>
                  <a:lnTo>
                    <a:pt x="344" y="2876"/>
                  </a:lnTo>
                  <a:lnTo>
                    <a:pt x="1547" y="3571"/>
                  </a:lnTo>
                  <a:lnTo>
                    <a:pt x="3093" y="2678"/>
                  </a:lnTo>
                  <a:lnTo>
                    <a:pt x="3093" y="892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4"/>
            <p:cNvSpPr/>
            <p:nvPr/>
          </p:nvSpPr>
          <p:spPr>
            <a:xfrm>
              <a:off x="1143644" y="3493456"/>
              <a:ext cx="109180" cy="126047"/>
            </a:xfrm>
            <a:custGeom>
              <a:avLst/>
              <a:gdLst/>
              <a:ahLst/>
              <a:cxnLst/>
              <a:rect l="l" t="t" r="r" b="b"/>
              <a:pathLst>
                <a:path w="3094" h="3572" extrusionOk="0">
                  <a:moveTo>
                    <a:pt x="1547" y="1"/>
                  </a:moveTo>
                  <a:lnTo>
                    <a:pt x="0" y="894"/>
                  </a:lnTo>
                  <a:lnTo>
                    <a:pt x="0" y="2679"/>
                  </a:lnTo>
                  <a:lnTo>
                    <a:pt x="1547" y="3572"/>
                  </a:lnTo>
                  <a:lnTo>
                    <a:pt x="3093" y="2679"/>
                  </a:lnTo>
                  <a:lnTo>
                    <a:pt x="3093" y="894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4"/>
            <p:cNvSpPr/>
            <p:nvPr/>
          </p:nvSpPr>
          <p:spPr>
            <a:xfrm>
              <a:off x="1013892" y="3493527"/>
              <a:ext cx="109180" cy="126047"/>
            </a:xfrm>
            <a:custGeom>
              <a:avLst/>
              <a:gdLst/>
              <a:ahLst/>
              <a:cxnLst/>
              <a:rect l="l" t="t" r="r" b="b"/>
              <a:pathLst>
                <a:path w="3094" h="3572" extrusionOk="0">
                  <a:moveTo>
                    <a:pt x="1547" y="0"/>
                  </a:moveTo>
                  <a:lnTo>
                    <a:pt x="1" y="893"/>
                  </a:lnTo>
                  <a:lnTo>
                    <a:pt x="1" y="2678"/>
                  </a:lnTo>
                  <a:lnTo>
                    <a:pt x="1547" y="3571"/>
                  </a:lnTo>
                  <a:lnTo>
                    <a:pt x="3093" y="2678"/>
                  </a:lnTo>
                  <a:lnTo>
                    <a:pt x="3093" y="893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4"/>
            <p:cNvSpPr/>
            <p:nvPr/>
          </p:nvSpPr>
          <p:spPr>
            <a:xfrm>
              <a:off x="1208503" y="3605811"/>
              <a:ext cx="109180" cy="126047"/>
            </a:xfrm>
            <a:custGeom>
              <a:avLst/>
              <a:gdLst/>
              <a:ahLst/>
              <a:cxnLst/>
              <a:rect l="l" t="t" r="r" b="b"/>
              <a:pathLst>
                <a:path w="3094" h="3572" extrusionOk="0">
                  <a:moveTo>
                    <a:pt x="1547" y="1"/>
                  </a:moveTo>
                  <a:lnTo>
                    <a:pt x="0" y="893"/>
                  </a:lnTo>
                  <a:lnTo>
                    <a:pt x="0" y="2679"/>
                  </a:lnTo>
                  <a:lnTo>
                    <a:pt x="1547" y="3572"/>
                  </a:lnTo>
                  <a:lnTo>
                    <a:pt x="3093" y="2679"/>
                  </a:lnTo>
                  <a:lnTo>
                    <a:pt x="3093" y="893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44"/>
          <p:cNvGrpSpPr/>
          <p:nvPr/>
        </p:nvGrpSpPr>
        <p:grpSpPr>
          <a:xfrm>
            <a:off x="2783457" y="1764806"/>
            <a:ext cx="364802" cy="351428"/>
            <a:chOff x="2505918" y="3381806"/>
            <a:chExt cx="364802" cy="351428"/>
          </a:xfrm>
        </p:grpSpPr>
        <p:sp>
          <p:nvSpPr>
            <p:cNvPr id="793" name="Google Shape;793;p44"/>
            <p:cNvSpPr/>
            <p:nvPr/>
          </p:nvSpPr>
          <p:spPr>
            <a:xfrm>
              <a:off x="2634400" y="3440172"/>
              <a:ext cx="172203" cy="156924"/>
            </a:xfrm>
            <a:custGeom>
              <a:avLst/>
              <a:gdLst/>
              <a:ahLst/>
              <a:cxnLst/>
              <a:rect l="l" t="t" r="r" b="b"/>
              <a:pathLst>
                <a:path w="4880" h="4447" extrusionOk="0">
                  <a:moveTo>
                    <a:pt x="2441" y="1"/>
                  </a:moveTo>
                  <a:cubicBezTo>
                    <a:pt x="1870" y="1"/>
                    <a:pt x="1301" y="218"/>
                    <a:pt x="868" y="651"/>
                  </a:cubicBezTo>
                  <a:cubicBezTo>
                    <a:pt x="1" y="1518"/>
                    <a:pt x="1" y="2929"/>
                    <a:pt x="868" y="3796"/>
                  </a:cubicBezTo>
                  <a:cubicBezTo>
                    <a:pt x="1302" y="4230"/>
                    <a:pt x="1871" y="4447"/>
                    <a:pt x="2440" y="4447"/>
                  </a:cubicBezTo>
                  <a:cubicBezTo>
                    <a:pt x="3009" y="4447"/>
                    <a:pt x="3579" y="4230"/>
                    <a:pt x="4012" y="3796"/>
                  </a:cubicBezTo>
                  <a:cubicBezTo>
                    <a:pt x="4879" y="2929"/>
                    <a:pt x="4879" y="1518"/>
                    <a:pt x="4012" y="651"/>
                  </a:cubicBezTo>
                  <a:cubicBezTo>
                    <a:pt x="3579" y="218"/>
                    <a:pt x="3010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4"/>
            <p:cNvSpPr/>
            <p:nvPr/>
          </p:nvSpPr>
          <p:spPr>
            <a:xfrm>
              <a:off x="2550133" y="3381806"/>
              <a:ext cx="320587" cy="307213"/>
            </a:xfrm>
            <a:custGeom>
              <a:avLst/>
              <a:gdLst/>
              <a:ahLst/>
              <a:cxnLst/>
              <a:rect l="l" t="t" r="r" b="b"/>
              <a:pathLst>
                <a:path w="9085" h="8706" extrusionOk="0">
                  <a:moveTo>
                    <a:pt x="4829" y="1071"/>
                  </a:moveTo>
                  <a:cubicBezTo>
                    <a:pt x="5548" y="1071"/>
                    <a:pt x="6267" y="1345"/>
                    <a:pt x="6814" y="1892"/>
                  </a:cubicBezTo>
                  <a:cubicBezTo>
                    <a:pt x="7909" y="2987"/>
                    <a:pt x="7909" y="4768"/>
                    <a:pt x="6814" y="5863"/>
                  </a:cubicBezTo>
                  <a:cubicBezTo>
                    <a:pt x="6267" y="6411"/>
                    <a:pt x="5547" y="6684"/>
                    <a:pt x="4829" y="6684"/>
                  </a:cubicBezTo>
                  <a:cubicBezTo>
                    <a:pt x="4109" y="6684"/>
                    <a:pt x="3390" y="6411"/>
                    <a:pt x="2843" y="5863"/>
                  </a:cubicBezTo>
                  <a:cubicBezTo>
                    <a:pt x="1748" y="4768"/>
                    <a:pt x="1748" y="2987"/>
                    <a:pt x="2843" y="1892"/>
                  </a:cubicBezTo>
                  <a:cubicBezTo>
                    <a:pt x="3390" y="1345"/>
                    <a:pt x="4109" y="1071"/>
                    <a:pt x="4829" y="1071"/>
                  </a:cubicBezTo>
                  <a:close/>
                  <a:moveTo>
                    <a:pt x="4828" y="0"/>
                  </a:moveTo>
                  <a:cubicBezTo>
                    <a:pt x="3835" y="0"/>
                    <a:pt x="2841" y="378"/>
                    <a:pt x="2085" y="1135"/>
                  </a:cubicBezTo>
                  <a:cubicBezTo>
                    <a:pt x="835" y="2385"/>
                    <a:pt x="618" y="4284"/>
                    <a:pt x="1435" y="5759"/>
                  </a:cubicBezTo>
                  <a:lnTo>
                    <a:pt x="1" y="7193"/>
                  </a:lnTo>
                  <a:lnTo>
                    <a:pt x="1513" y="8705"/>
                  </a:lnTo>
                  <a:lnTo>
                    <a:pt x="2948" y="7271"/>
                  </a:lnTo>
                  <a:cubicBezTo>
                    <a:pt x="3530" y="7594"/>
                    <a:pt x="4179" y="7755"/>
                    <a:pt x="4829" y="7755"/>
                  </a:cubicBezTo>
                  <a:cubicBezTo>
                    <a:pt x="5821" y="7755"/>
                    <a:pt x="6815" y="7377"/>
                    <a:pt x="7571" y="6621"/>
                  </a:cubicBezTo>
                  <a:cubicBezTo>
                    <a:pt x="9084" y="5108"/>
                    <a:pt x="9084" y="2648"/>
                    <a:pt x="7571" y="1135"/>
                  </a:cubicBezTo>
                  <a:cubicBezTo>
                    <a:pt x="6815" y="378"/>
                    <a:pt x="5821" y="0"/>
                    <a:pt x="4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4"/>
            <p:cNvSpPr/>
            <p:nvPr/>
          </p:nvSpPr>
          <p:spPr>
            <a:xfrm>
              <a:off x="2505918" y="3650203"/>
              <a:ext cx="83031" cy="83031"/>
            </a:xfrm>
            <a:custGeom>
              <a:avLst/>
              <a:gdLst/>
              <a:ahLst/>
              <a:cxnLst/>
              <a:rect l="l" t="t" r="r" b="b"/>
              <a:pathLst>
                <a:path w="2353" h="2353" extrusionOk="0">
                  <a:moveTo>
                    <a:pt x="840" y="0"/>
                  </a:moveTo>
                  <a:lnTo>
                    <a:pt x="0" y="840"/>
                  </a:lnTo>
                  <a:lnTo>
                    <a:pt x="1512" y="2352"/>
                  </a:lnTo>
                  <a:lnTo>
                    <a:pt x="2352" y="1512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808" name="Google Shape;808;p46"/>
          <p:cNvSpPr txBox="1">
            <a:spLocks noGrp="1"/>
          </p:cNvSpPr>
          <p:nvPr>
            <p:ph type="subTitle" idx="1"/>
          </p:nvPr>
        </p:nvSpPr>
        <p:spPr>
          <a:xfrm>
            <a:off x="937625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[[type_1_text]]</a:t>
            </a:r>
          </a:p>
        </p:txBody>
      </p:sp>
      <p:sp>
        <p:nvSpPr>
          <p:cNvPr id="809" name="Google Shape;809;p46"/>
          <p:cNvSpPr txBox="1">
            <a:spLocks noGrp="1"/>
          </p:cNvSpPr>
          <p:nvPr>
            <p:ph type="subTitle" idx="2"/>
          </p:nvPr>
        </p:nvSpPr>
        <p:spPr>
          <a:xfrm>
            <a:off x="3484347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[[type_2_text]]</a:t>
            </a:r>
          </a:p>
        </p:txBody>
      </p:sp>
      <p:sp>
        <p:nvSpPr>
          <p:cNvPr id="810" name="Google Shape;810;p46"/>
          <p:cNvSpPr txBox="1">
            <a:spLocks noGrp="1"/>
          </p:cNvSpPr>
          <p:nvPr>
            <p:ph type="subTitle" idx="3"/>
          </p:nvPr>
        </p:nvSpPr>
        <p:spPr>
          <a:xfrm>
            <a:off x="6031075" y="2839999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[[type_3_text]]</a:t>
            </a:r>
          </a:p>
        </p:txBody>
      </p:sp>
      <p:sp>
        <p:nvSpPr>
          <p:cNvPr id="811" name="Google Shape;811;p46"/>
          <p:cNvSpPr txBox="1">
            <a:spLocks noGrp="1"/>
          </p:cNvSpPr>
          <p:nvPr>
            <p:ph type="subTitle" idx="4"/>
          </p:nvPr>
        </p:nvSpPr>
        <p:spPr>
          <a:xfrm>
            <a:off x="937625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[[type_1_heading]]</a:t>
            </a:r>
          </a:p>
        </p:txBody>
      </p:sp>
      <p:sp>
        <p:nvSpPr>
          <p:cNvPr id="812" name="Google Shape;812;p46"/>
          <p:cNvSpPr txBox="1">
            <a:spLocks noGrp="1"/>
          </p:cNvSpPr>
          <p:nvPr>
            <p:ph type="subTitle" idx="5"/>
          </p:nvPr>
        </p:nvSpPr>
        <p:spPr>
          <a:xfrm>
            <a:off x="3484350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[[type_2_heading]]</a:t>
            </a:r>
          </a:p>
        </p:txBody>
      </p:sp>
      <p:sp>
        <p:nvSpPr>
          <p:cNvPr id="813" name="Google Shape;813;p46"/>
          <p:cNvSpPr txBox="1">
            <a:spLocks noGrp="1"/>
          </p:cNvSpPr>
          <p:nvPr>
            <p:ph type="subTitle" idx="6"/>
          </p:nvPr>
        </p:nvSpPr>
        <p:spPr>
          <a:xfrm>
            <a:off x="6031075" y="2434697"/>
            <a:ext cx="2175300" cy="4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[[type_3_heading]]</a:t>
            </a:r>
          </a:p>
        </p:txBody>
      </p:sp>
      <p:grpSp>
        <p:nvGrpSpPr>
          <p:cNvPr id="814" name="Google Shape;814;p46"/>
          <p:cNvGrpSpPr/>
          <p:nvPr/>
        </p:nvGrpSpPr>
        <p:grpSpPr>
          <a:xfrm>
            <a:off x="6951899" y="1979544"/>
            <a:ext cx="333643" cy="351428"/>
            <a:chOff x="6319474" y="2824299"/>
            <a:chExt cx="333643" cy="351428"/>
          </a:xfrm>
        </p:grpSpPr>
        <p:sp>
          <p:nvSpPr>
            <p:cNvPr id="815" name="Google Shape;815;p46"/>
            <p:cNvSpPr/>
            <p:nvPr/>
          </p:nvSpPr>
          <p:spPr>
            <a:xfrm>
              <a:off x="6422231" y="3108152"/>
              <a:ext cx="127670" cy="67576"/>
            </a:xfrm>
            <a:custGeom>
              <a:avLst/>
              <a:gdLst/>
              <a:ahLst/>
              <a:cxnLst/>
              <a:rect l="l" t="t" r="r" b="b"/>
              <a:pathLst>
                <a:path w="3618" h="1915" extrusionOk="0">
                  <a:moveTo>
                    <a:pt x="0" y="0"/>
                  </a:moveTo>
                  <a:lnTo>
                    <a:pt x="0" y="1915"/>
                  </a:lnTo>
                  <a:lnTo>
                    <a:pt x="3618" y="1915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6370746" y="2876807"/>
              <a:ext cx="230639" cy="210737"/>
            </a:xfrm>
            <a:custGeom>
              <a:avLst/>
              <a:gdLst/>
              <a:ahLst/>
              <a:cxnLst/>
              <a:rect l="l" t="t" r="r" b="b"/>
              <a:pathLst>
                <a:path w="6536" h="5972" extrusionOk="0">
                  <a:moveTo>
                    <a:pt x="3267" y="1"/>
                  </a:moveTo>
                  <a:cubicBezTo>
                    <a:pt x="1466" y="1"/>
                    <a:pt x="0" y="1467"/>
                    <a:pt x="0" y="3268"/>
                  </a:cubicBezTo>
                  <a:cubicBezTo>
                    <a:pt x="0" y="3845"/>
                    <a:pt x="153" y="4413"/>
                    <a:pt x="442" y="4908"/>
                  </a:cubicBezTo>
                  <a:cubicBezTo>
                    <a:pt x="688" y="5333"/>
                    <a:pt x="1030" y="5697"/>
                    <a:pt x="1434" y="5972"/>
                  </a:cubicBezTo>
                  <a:lnTo>
                    <a:pt x="2479" y="5972"/>
                  </a:lnTo>
                  <a:lnTo>
                    <a:pt x="2479" y="4340"/>
                  </a:lnTo>
                  <a:lnTo>
                    <a:pt x="2049" y="3813"/>
                  </a:lnTo>
                  <a:lnTo>
                    <a:pt x="2501" y="3443"/>
                  </a:lnTo>
                  <a:lnTo>
                    <a:pt x="3063" y="4132"/>
                  </a:lnTo>
                  <a:lnTo>
                    <a:pt x="3063" y="5972"/>
                  </a:lnTo>
                  <a:lnTo>
                    <a:pt x="3501" y="5972"/>
                  </a:lnTo>
                  <a:lnTo>
                    <a:pt x="3501" y="4132"/>
                  </a:lnTo>
                  <a:lnTo>
                    <a:pt x="4063" y="3443"/>
                  </a:lnTo>
                  <a:lnTo>
                    <a:pt x="4515" y="3813"/>
                  </a:lnTo>
                  <a:lnTo>
                    <a:pt x="4085" y="4340"/>
                  </a:lnTo>
                  <a:lnTo>
                    <a:pt x="4085" y="5972"/>
                  </a:lnTo>
                  <a:lnTo>
                    <a:pt x="5101" y="5972"/>
                  </a:lnTo>
                  <a:cubicBezTo>
                    <a:pt x="5506" y="5697"/>
                    <a:pt x="5847" y="5333"/>
                    <a:pt x="6094" y="4908"/>
                  </a:cubicBezTo>
                  <a:cubicBezTo>
                    <a:pt x="6383" y="4413"/>
                    <a:pt x="6536" y="3845"/>
                    <a:pt x="6536" y="3268"/>
                  </a:cubicBezTo>
                  <a:cubicBezTo>
                    <a:pt x="6536" y="1467"/>
                    <a:pt x="5070" y="1"/>
                    <a:pt x="3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475727" y="2824299"/>
              <a:ext cx="20643" cy="33664"/>
            </a:xfrm>
            <a:custGeom>
              <a:avLst/>
              <a:gdLst/>
              <a:ahLst/>
              <a:cxnLst/>
              <a:rect l="l" t="t" r="r" b="b"/>
              <a:pathLst>
                <a:path w="585" h="954" extrusionOk="0">
                  <a:moveTo>
                    <a:pt x="1" y="1"/>
                  </a:moveTo>
                  <a:lnTo>
                    <a:pt x="1" y="953"/>
                  </a:lnTo>
                  <a:lnTo>
                    <a:pt x="585" y="95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6544184" y="2842013"/>
              <a:ext cx="34723" cy="39487"/>
            </a:xfrm>
            <a:custGeom>
              <a:avLst/>
              <a:gdLst/>
              <a:ahLst/>
              <a:cxnLst/>
              <a:rect l="l" t="t" r="r" b="b"/>
              <a:pathLst>
                <a:path w="984" h="1119" extrusionOk="0">
                  <a:moveTo>
                    <a:pt x="478" y="1"/>
                  </a:moveTo>
                  <a:lnTo>
                    <a:pt x="1" y="826"/>
                  </a:lnTo>
                  <a:lnTo>
                    <a:pt x="506" y="1118"/>
                  </a:lnTo>
                  <a:lnTo>
                    <a:pt x="983" y="293"/>
                  </a:lnTo>
                  <a:lnTo>
                    <a:pt x="4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6596833" y="2900132"/>
              <a:ext cx="39416" cy="34652"/>
            </a:xfrm>
            <a:custGeom>
              <a:avLst/>
              <a:gdLst/>
              <a:ahLst/>
              <a:cxnLst/>
              <a:rect l="l" t="t" r="r" b="b"/>
              <a:pathLst>
                <a:path w="1117" h="982" extrusionOk="0">
                  <a:moveTo>
                    <a:pt x="826" y="1"/>
                  </a:moveTo>
                  <a:lnTo>
                    <a:pt x="0" y="476"/>
                  </a:lnTo>
                  <a:lnTo>
                    <a:pt x="291" y="981"/>
                  </a:lnTo>
                  <a:lnTo>
                    <a:pt x="1117" y="506"/>
                  </a:lnTo>
                  <a:lnTo>
                    <a:pt x="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6619382" y="2982846"/>
              <a:ext cx="33735" cy="20714"/>
            </a:xfrm>
            <a:custGeom>
              <a:avLst/>
              <a:gdLst/>
              <a:ahLst/>
              <a:cxnLst/>
              <a:rect l="l" t="t" r="r" b="b"/>
              <a:pathLst>
                <a:path w="956" h="587" extrusionOk="0">
                  <a:moveTo>
                    <a:pt x="3" y="0"/>
                  </a:moveTo>
                  <a:lnTo>
                    <a:pt x="0" y="584"/>
                  </a:lnTo>
                  <a:lnTo>
                    <a:pt x="954" y="587"/>
                  </a:lnTo>
                  <a:lnTo>
                    <a:pt x="956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6595634" y="3051268"/>
              <a:ext cx="39451" cy="34758"/>
            </a:xfrm>
            <a:custGeom>
              <a:avLst/>
              <a:gdLst/>
              <a:ahLst/>
              <a:cxnLst/>
              <a:rect l="l" t="t" r="r" b="b"/>
              <a:pathLst>
                <a:path w="1118" h="985" extrusionOk="0">
                  <a:moveTo>
                    <a:pt x="294" y="0"/>
                  </a:moveTo>
                  <a:lnTo>
                    <a:pt x="0" y="504"/>
                  </a:lnTo>
                  <a:lnTo>
                    <a:pt x="823" y="984"/>
                  </a:lnTo>
                  <a:lnTo>
                    <a:pt x="1118" y="481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6393683" y="2842049"/>
              <a:ext cx="34688" cy="39451"/>
            </a:xfrm>
            <a:custGeom>
              <a:avLst/>
              <a:gdLst/>
              <a:ahLst/>
              <a:cxnLst/>
              <a:rect l="l" t="t" r="r" b="b"/>
              <a:pathLst>
                <a:path w="983" h="1118" extrusionOk="0">
                  <a:moveTo>
                    <a:pt x="505" y="1"/>
                  </a:moveTo>
                  <a:lnTo>
                    <a:pt x="1" y="293"/>
                  </a:lnTo>
                  <a:lnTo>
                    <a:pt x="477" y="1117"/>
                  </a:lnTo>
                  <a:lnTo>
                    <a:pt x="983" y="82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6336270" y="2900132"/>
              <a:ext cx="39451" cy="34652"/>
            </a:xfrm>
            <a:custGeom>
              <a:avLst/>
              <a:gdLst/>
              <a:ahLst/>
              <a:cxnLst/>
              <a:rect l="l" t="t" r="r" b="b"/>
              <a:pathLst>
                <a:path w="1118" h="982" extrusionOk="0">
                  <a:moveTo>
                    <a:pt x="292" y="1"/>
                  </a:moveTo>
                  <a:lnTo>
                    <a:pt x="1" y="507"/>
                  </a:lnTo>
                  <a:lnTo>
                    <a:pt x="828" y="981"/>
                  </a:lnTo>
                  <a:lnTo>
                    <a:pt x="1118" y="476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6319474" y="2982846"/>
              <a:ext cx="33735" cy="20714"/>
            </a:xfrm>
            <a:custGeom>
              <a:avLst/>
              <a:gdLst/>
              <a:ahLst/>
              <a:cxnLst/>
              <a:rect l="l" t="t" r="r" b="b"/>
              <a:pathLst>
                <a:path w="956" h="587" extrusionOk="0">
                  <a:moveTo>
                    <a:pt x="953" y="0"/>
                  </a:moveTo>
                  <a:lnTo>
                    <a:pt x="0" y="4"/>
                  </a:lnTo>
                  <a:lnTo>
                    <a:pt x="2" y="587"/>
                  </a:lnTo>
                  <a:lnTo>
                    <a:pt x="955" y="58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6337505" y="3051268"/>
              <a:ext cx="39451" cy="34758"/>
            </a:xfrm>
            <a:custGeom>
              <a:avLst/>
              <a:gdLst/>
              <a:ahLst/>
              <a:cxnLst/>
              <a:rect l="l" t="t" r="r" b="b"/>
              <a:pathLst>
                <a:path w="1118" h="985" extrusionOk="0">
                  <a:moveTo>
                    <a:pt x="823" y="0"/>
                  </a:moveTo>
                  <a:lnTo>
                    <a:pt x="0" y="481"/>
                  </a:lnTo>
                  <a:lnTo>
                    <a:pt x="294" y="984"/>
                  </a:lnTo>
                  <a:lnTo>
                    <a:pt x="1118" y="504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46"/>
          <p:cNvGrpSpPr/>
          <p:nvPr/>
        </p:nvGrpSpPr>
        <p:grpSpPr>
          <a:xfrm>
            <a:off x="1872059" y="1979526"/>
            <a:ext cx="306437" cy="351464"/>
            <a:chOff x="4054334" y="3949053"/>
            <a:chExt cx="306437" cy="351464"/>
          </a:xfrm>
        </p:grpSpPr>
        <p:sp>
          <p:nvSpPr>
            <p:cNvPr id="827" name="Google Shape;827;p46"/>
            <p:cNvSpPr/>
            <p:nvPr/>
          </p:nvSpPr>
          <p:spPr>
            <a:xfrm>
              <a:off x="4117110" y="4017687"/>
              <a:ext cx="120472" cy="51202"/>
            </a:xfrm>
            <a:custGeom>
              <a:avLst/>
              <a:gdLst/>
              <a:ahLst/>
              <a:cxnLst/>
              <a:rect l="l" t="t" r="r" b="b"/>
              <a:pathLst>
                <a:path w="3414" h="1451" extrusionOk="0">
                  <a:moveTo>
                    <a:pt x="1" y="1"/>
                  </a:moveTo>
                  <a:lnTo>
                    <a:pt x="1" y="1450"/>
                  </a:lnTo>
                  <a:lnTo>
                    <a:pt x="3414" y="1450"/>
                  </a:lnTo>
                  <a:lnTo>
                    <a:pt x="34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4320190" y="3972449"/>
              <a:ext cx="40581" cy="60589"/>
            </a:xfrm>
            <a:custGeom>
              <a:avLst/>
              <a:gdLst/>
              <a:ahLst/>
              <a:cxnLst/>
              <a:rect l="l" t="t" r="r" b="b"/>
              <a:pathLst>
                <a:path w="1150" h="1717" extrusionOk="0">
                  <a:moveTo>
                    <a:pt x="1" y="0"/>
                  </a:moveTo>
                  <a:lnTo>
                    <a:pt x="1" y="1716"/>
                  </a:lnTo>
                  <a:lnTo>
                    <a:pt x="1150" y="1716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4320190" y="4053574"/>
              <a:ext cx="40581" cy="59601"/>
            </a:xfrm>
            <a:custGeom>
              <a:avLst/>
              <a:gdLst/>
              <a:ahLst/>
              <a:cxnLst/>
              <a:rect l="l" t="t" r="r" b="b"/>
              <a:pathLst>
                <a:path w="1150" h="1689" extrusionOk="0">
                  <a:moveTo>
                    <a:pt x="1" y="0"/>
                  </a:moveTo>
                  <a:lnTo>
                    <a:pt x="1" y="1689"/>
                  </a:lnTo>
                  <a:lnTo>
                    <a:pt x="1150" y="1689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4320190" y="4133748"/>
              <a:ext cx="40581" cy="59601"/>
            </a:xfrm>
            <a:custGeom>
              <a:avLst/>
              <a:gdLst/>
              <a:ahLst/>
              <a:cxnLst/>
              <a:rect l="l" t="t" r="r" b="b"/>
              <a:pathLst>
                <a:path w="1150" h="1689" extrusionOk="0">
                  <a:moveTo>
                    <a:pt x="1" y="0"/>
                  </a:moveTo>
                  <a:lnTo>
                    <a:pt x="1" y="1689"/>
                  </a:lnTo>
                  <a:lnTo>
                    <a:pt x="1150" y="1689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4320190" y="4213921"/>
              <a:ext cx="40581" cy="63200"/>
            </a:xfrm>
            <a:custGeom>
              <a:avLst/>
              <a:gdLst/>
              <a:ahLst/>
              <a:cxnLst/>
              <a:rect l="l" t="t" r="r" b="b"/>
              <a:pathLst>
                <a:path w="1150" h="1791" extrusionOk="0">
                  <a:moveTo>
                    <a:pt x="1" y="0"/>
                  </a:moveTo>
                  <a:lnTo>
                    <a:pt x="1" y="1791"/>
                  </a:lnTo>
                  <a:lnTo>
                    <a:pt x="1150" y="1791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4054334" y="3949053"/>
              <a:ext cx="245319" cy="351464"/>
            </a:xfrm>
            <a:custGeom>
              <a:avLst/>
              <a:gdLst/>
              <a:ahLst/>
              <a:cxnLst/>
              <a:rect l="l" t="t" r="r" b="b"/>
              <a:pathLst>
                <a:path w="6952" h="9960" extrusionOk="0">
                  <a:moveTo>
                    <a:pt x="5777" y="1363"/>
                  </a:moveTo>
                  <a:lnTo>
                    <a:pt x="5777" y="3979"/>
                  </a:lnTo>
                  <a:lnTo>
                    <a:pt x="1196" y="3979"/>
                  </a:lnTo>
                  <a:lnTo>
                    <a:pt x="1196" y="1363"/>
                  </a:lnTo>
                  <a:close/>
                  <a:moveTo>
                    <a:pt x="5397" y="6701"/>
                  </a:moveTo>
                  <a:lnTo>
                    <a:pt x="5397" y="7284"/>
                  </a:lnTo>
                  <a:lnTo>
                    <a:pt x="1575" y="7284"/>
                  </a:lnTo>
                  <a:lnTo>
                    <a:pt x="1575" y="6701"/>
                  </a:lnTo>
                  <a:close/>
                  <a:moveTo>
                    <a:pt x="5397" y="7923"/>
                  </a:moveTo>
                  <a:lnTo>
                    <a:pt x="5397" y="8508"/>
                  </a:lnTo>
                  <a:lnTo>
                    <a:pt x="1575" y="8508"/>
                  </a:lnTo>
                  <a:lnTo>
                    <a:pt x="1575" y="7923"/>
                  </a:lnTo>
                  <a:close/>
                  <a:moveTo>
                    <a:pt x="0" y="1"/>
                  </a:moveTo>
                  <a:lnTo>
                    <a:pt x="0" y="9960"/>
                  </a:lnTo>
                  <a:lnTo>
                    <a:pt x="6951" y="9960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46"/>
          <p:cNvGrpSpPr/>
          <p:nvPr/>
        </p:nvGrpSpPr>
        <p:grpSpPr>
          <a:xfrm>
            <a:off x="4442285" y="1979526"/>
            <a:ext cx="259434" cy="351464"/>
            <a:chOff x="7884298" y="3949053"/>
            <a:chExt cx="259434" cy="351464"/>
          </a:xfrm>
        </p:grpSpPr>
        <p:sp>
          <p:nvSpPr>
            <p:cNvPr id="834" name="Google Shape;834;p46"/>
            <p:cNvSpPr/>
            <p:nvPr/>
          </p:nvSpPr>
          <p:spPr>
            <a:xfrm>
              <a:off x="7951732" y="4023192"/>
              <a:ext cx="124565" cy="124530"/>
            </a:xfrm>
            <a:custGeom>
              <a:avLst/>
              <a:gdLst/>
              <a:ahLst/>
              <a:cxnLst/>
              <a:rect l="l" t="t" r="r" b="b"/>
              <a:pathLst>
                <a:path w="3530" h="3529" extrusionOk="0">
                  <a:moveTo>
                    <a:pt x="1765" y="0"/>
                  </a:moveTo>
                  <a:cubicBezTo>
                    <a:pt x="792" y="0"/>
                    <a:pt x="0" y="791"/>
                    <a:pt x="0" y="1764"/>
                  </a:cubicBezTo>
                  <a:cubicBezTo>
                    <a:pt x="0" y="2738"/>
                    <a:pt x="792" y="3529"/>
                    <a:pt x="1765" y="3529"/>
                  </a:cubicBezTo>
                  <a:cubicBezTo>
                    <a:pt x="2737" y="3529"/>
                    <a:pt x="3529" y="2738"/>
                    <a:pt x="3529" y="1764"/>
                  </a:cubicBezTo>
                  <a:cubicBezTo>
                    <a:pt x="3529" y="791"/>
                    <a:pt x="2737" y="0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7884298" y="3949053"/>
              <a:ext cx="259434" cy="351464"/>
            </a:xfrm>
            <a:custGeom>
              <a:avLst/>
              <a:gdLst/>
              <a:ahLst/>
              <a:cxnLst/>
              <a:rect l="l" t="t" r="r" b="b"/>
              <a:pathLst>
                <a:path w="7352" h="9960" extrusionOk="0">
                  <a:moveTo>
                    <a:pt x="3676" y="1517"/>
                  </a:moveTo>
                  <a:cubicBezTo>
                    <a:pt x="4971" y="1517"/>
                    <a:pt x="6024" y="2571"/>
                    <a:pt x="6024" y="3865"/>
                  </a:cubicBezTo>
                  <a:cubicBezTo>
                    <a:pt x="6024" y="5160"/>
                    <a:pt x="4971" y="6214"/>
                    <a:pt x="3676" y="6214"/>
                  </a:cubicBezTo>
                  <a:cubicBezTo>
                    <a:pt x="2381" y="6214"/>
                    <a:pt x="1328" y="5160"/>
                    <a:pt x="1328" y="3865"/>
                  </a:cubicBezTo>
                  <a:cubicBezTo>
                    <a:pt x="1328" y="2571"/>
                    <a:pt x="2381" y="1517"/>
                    <a:pt x="3676" y="1517"/>
                  </a:cubicBezTo>
                  <a:close/>
                  <a:moveTo>
                    <a:pt x="3676" y="1"/>
                  </a:moveTo>
                  <a:lnTo>
                    <a:pt x="2706" y="879"/>
                  </a:lnTo>
                  <a:lnTo>
                    <a:pt x="1404" y="739"/>
                  </a:lnTo>
                  <a:lnTo>
                    <a:pt x="1135" y="2019"/>
                  </a:lnTo>
                  <a:lnTo>
                    <a:pt x="1" y="2672"/>
                  </a:lnTo>
                  <a:lnTo>
                    <a:pt x="535" y="3865"/>
                  </a:lnTo>
                  <a:lnTo>
                    <a:pt x="1" y="5060"/>
                  </a:lnTo>
                  <a:lnTo>
                    <a:pt x="1135" y="5712"/>
                  </a:lnTo>
                  <a:lnTo>
                    <a:pt x="1281" y="6405"/>
                  </a:lnTo>
                  <a:lnTo>
                    <a:pt x="70" y="8979"/>
                  </a:lnTo>
                  <a:lnTo>
                    <a:pt x="1334" y="8996"/>
                  </a:lnTo>
                  <a:lnTo>
                    <a:pt x="2152" y="9960"/>
                  </a:lnTo>
                  <a:lnTo>
                    <a:pt x="3343" y="7429"/>
                  </a:lnTo>
                  <a:lnTo>
                    <a:pt x="3676" y="7730"/>
                  </a:lnTo>
                  <a:lnTo>
                    <a:pt x="4008" y="7429"/>
                  </a:lnTo>
                  <a:lnTo>
                    <a:pt x="5199" y="9960"/>
                  </a:lnTo>
                  <a:lnTo>
                    <a:pt x="6018" y="8996"/>
                  </a:lnTo>
                  <a:lnTo>
                    <a:pt x="7282" y="8979"/>
                  </a:lnTo>
                  <a:lnTo>
                    <a:pt x="6071" y="6405"/>
                  </a:lnTo>
                  <a:lnTo>
                    <a:pt x="6217" y="5712"/>
                  </a:lnTo>
                  <a:lnTo>
                    <a:pt x="7352" y="5060"/>
                  </a:lnTo>
                  <a:lnTo>
                    <a:pt x="6816" y="3865"/>
                  </a:lnTo>
                  <a:lnTo>
                    <a:pt x="7352" y="2672"/>
                  </a:lnTo>
                  <a:lnTo>
                    <a:pt x="6217" y="2019"/>
                  </a:lnTo>
                  <a:lnTo>
                    <a:pt x="5948" y="739"/>
                  </a:lnTo>
                  <a:lnTo>
                    <a:pt x="4647" y="879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841" name="Google Shape;841;p47"/>
          <p:cNvSpPr txBox="1">
            <a:spLocks noGrp="1"/>
          </p:cNvSpPr>
          <p:nvPr>
            <p:ph type="subTitle" idx="1"/>
          </p:nvPr>
        </p:nvSpPr>
        <p:spPr>
          <a:xfrm>
            <a:off x="1576911" y="19953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[[factor_1_text]]</a:t>
            </a:r>
          </a:p>
        </p:txBody>
      </p:sp>
      <p:sp>
        <p:nvSpPr>
          <p:cNvPr id="842" name="Google Shape;842;p47"/>
          <p:cNvSpPr txBox="1">
            <a:spLocks noGrp="1"/>
          </p:cNvSpPr>
          <p:nvPr>
            <p:ph type="subTitle" idx="2"/>
          </p:nvPr>
        </p:nvSpPr>
        <p:spPr>
          <a:xfrm>
            <a:off x="5588889" y="19953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[[factor_2_text]]</a:t>
            </a:r>
          </a:p>
        </p:txBody>
      </p:sp>
      <p:sp>
        <p:nvSpPr>
          <p:cNvPr id="843" name="Google Shape;843;p47"/>
          <p:cNvSpPr txBox="1">
            <a:spLocks noGrp="1"/>
          </p:cNvSpPr>
          <p:nvPr>
            <p:ph type="subTitle" idx="3"/>
          </p:nvPr>
        </p:nvSpPr>
        <p:spPr>
          <a:xfrm>
            <a:off x="1576911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[[factor_3_text]]</a:t>
            </a:r>
          </a:p>
        </p:txBody>
      </p:sp>
      <p:sp>
        <p:nvSpPr>
          <p:cNvPr id="844" name="Google Shape;844;p47"/>
          <p:cNvSpPr txBox="1">
            <a:spLocks noGrp="1"/>
          </p:cNvSpPr>
          <p:nvPr>
            <p:ph type="subTitle" idx="4"/>
          </p:nvPr>
        </p:nvSpPr>
        <p:spPr>
          <a:xfrm>
            <a:off x="5588889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[[factor_4_text]]</a:t>
            </a:r>
          </a:p>
        </p:txBody>
      </p:sp>
      <p:sp>
        <p:nvSpPr>
          <p:cNvPr id="845" name="Google Shape;845;p47"/>
          <p:cNvSpPr txBox="1">
            <a:spLocks noGrp="1"/>
          </p:cNvSpPr>
          <p:nvPr>
            <p:ph type="subTitle" idx="5"/>
          </p:nvPr>
        </p:nvSpPr>
        <p:spPr>
          <a:xfrm>
            <a:off x="1576911" y="1642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[[factor_1_heading]]</a:t>
            </a:r>
          </a:p>
        </p:txBody>
      </p:sp>
      <p:sp>
        <p:nvSpPr>
          <p:cNvPr id="846" name="Google Shape;846;p47"/>
          <p:cNvSpPr txBox="1">
            <a:spLocks noGrp="1"/>
          </p:cNvSpPr>
          <p:nvPr>
            <p:ph type="subTitle" idx="6"/>
          </p:nvPr>
        </p:nvSpPr>
        <p:spPr>
          <a:xfrm>
            <a:off x="1576911" y="32850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[[factor_3_heading]]</a:t>
            </a:r>
          </a:p>
        </p:txBody>
      </p:sp>
      <p:sp>
        <p:nvSpPr>
          <p:cNvPr id="847" name="Google Shape;847;p47"/>
          <p:cNvSpPr txBox="1">
            <a:spLocks noGrp="1"/>
          </p:cNvSpPr>
          <p:nvPr>
            <p:ph type="subTitle" idx="7"/>
          </p:nvPr>
        </p:nvSpPr>
        <p:spPr>
          <a:xfrm>
            <a:off x="5588886" y="16421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[[factor_2_heading]]</a:t>
            </a:r>
          </a:p>
        </p:txBody>
      </p:sp>
      <p:sp>
        <p:nvSpPr>
          <p:cNvPr id="848" name="Google Shape;848;p47"/>
          <p:cNvSpPr txBox="1">
            <a:spLocks noGrp="1"/>
          </p:cNvSpPr>
          <p:nvPr>
            <p:ph type="subTitle" idx="8"/>
          </p:nvPr>
        </p:nvSpPr>
        <p:spPr>
          <a:xfrm>
            <a:off x="5588886" y="32850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[[factor_4_heading]]</a:t>
            </a:r>
          </a:p>
        </p:txBody>
      </p:sp>
      <p:grpSp>
        <p:nvGrpSpPr>
          <p:cNvPr id="849" name="Google Shape;849;p47"/>
          <p:cNvGrpSpPr/>
          <p:nvPr/>
        </p:nvGrpSpPr>
        <p:grpSpPr>
          <a:xfrm>
            <a:off x="3783712" y="1718295"/>
            <a:ext cx="351464" cy="351463"/>
            <a:chOff x="1752812" y="1699545"/>
            <a:chExt cx="351464" cy="351463"/>
          </a:xfrm>
        </p:grpSpPr>
        <p:sp>
          <p:nvSpPr>
            <p:cNvPr id="850" name="Google Shape;850;p47"/>
            <p:cNvSpPr/>
            <p:nvPr/>
          </p:nvSpPr>
          <p:spPr>
            <a:xfrm>
              <a:off x="1909983" y="1987244"/>
              <a:ext cx="37087" cy="63765"/>
            </a:xfrm>
            <a:custGeom>
              <a:avLst/>
              <a:gdLst/>
              <a:ahLst/>
              <a:cxnLst/>
              <a:rect l="l" t="t" r="r" b="b"/>
              <a:pathLst>
                <a:path w="1051" h="1807" extrusionOk="0">
                  <a:moveTo>
                    <a:pt x="1" y="0"/>
                  </a:moveTo>
                  <a:lnTo>
                    <a:pt x="1" y="1806"/>
                  </a:lnTo>
                  <a:lnTo>
                    <a:pt x="1050" y="1806"/>
                  </a:lnTo>
                  <a:lnTo>
                    <a:pt x="10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1914041" y="1861056"/>
              <a:ext cx="29006" cy="28971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11" y="0"/>
                  </a:moveTo>
                  <a:cubicBezTo>
                    <a:pt x="185" y="0"/>
                    <a:pt x="0" y="184"/>
                    <a:pt x="0" y="410"/>
                  </a:cubicBezTo>
                  <a:cubicBezTo>
                    <a:pt x="0" y="637"/>
                    <a:pt x="185" y="821"/>
                    <a:pt x="411" y="821"/>
                  </a:cubicBezTo>
                  <a:cubicBezTo>
                    <a:pt x="637" y="821"/>
                    <a:pt x="821" y="637"/>
                    <a:pt x="821" y="410"/>
                  </a:cubicBezTo>
                  <a:cubicBezTo>
                    <a:pt x="821" y="184"/>
                    <a:pt x="637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>
              <a:off x="1854864" y="1699545"/>
              <a:ext cx="147325" cy="351463"/>
            </a:xfrm>
            <a:custGeom>
              <a:avLst/>
              <a:gdLst/>
              <a:ahLst/>
              <a:cxnLst/>
              <a:rect l="l" t="t" r="r" b="b"/>
              <a:pathLst>
                <a:path w="4175" h="9960" extrusionOk="0">
                  <a:moveTo>
                    <a:pt x="2088" y="3994"/>
                  </a:moveTo>
                  <a:cubicBezTo>
                    <a:pt x="2635" y="3994"/>
                    <a:pt x="3081" y="4440"/>
                    <a:pt x="3081" y="4987"/>
                  </a:cubicBezTo>
                  <a:cubicBezTo>
                    <a:pt x="3081" y="5536"/>
                    <a:pt x="2635" y="5981"/>
                    <a:pt x="2088" y="5981"/>
                  </a:cubicBezTo>
                  <a:cubicBezTo>
                    <a:pt x="1540" y="5981"/>
                    <a:pt x="1094" y="5536"/>
                    <a:pt x="1094" y="4987"/>
                  </a:cubicBezTo>
                  <a:cubicBezTo>
                    <a:pt x="1094" y="4440"/>
                    <a:pt x="1540" y="3994"/>
                    <a:pt x="2088" y="3994"/>
                  </a:cubicBezTo>
                  <a:close/>
                  <a:moveTo>
                    <a:pt x="1796" y="0"/>
                  </a:moveTo>
                  <a:lnTo>
                    <a:pt x="1796" y="2312"/>
                  </a:lnTo>
                  <a:lnTo>
                    <a:pt x="1" y="3861"/>
                  </a:lnTo>
                  <a:lnTo>
                    <a:pt x="1" y="9959"/>
                  </a:lnTo>
                  <a:lnTo>
                    <a:pt x="979" y="9959"/>
                  </a:lnTo>
                  <a:lnTo>
                    <a:pt x="979" y="7570"/>
                  </a:lnTo>
                  <a:lnTo>
                    <a:pt x="3197" y="7570"/>
                  </a:lnTo>
                  <a:lnTo>
                    <a:pt x="3197" y="9959"/>
                  </a:lnTo>
                  <a:lnTo>
                    <a:pt x="4174" y="9959"/>
                  </a:lnTo>
                  <a:lnTo>
                    <a:pt x="4174" y="3861"/>
                  </a:lnTo>
                  <a:lnTo>
                    <a:pt x="2379" y="2312"/>
                  </a:lnTo>
                  <a:lnTo>
                    <a:pt x="2379" y="1660"/>
                  </a:lnTo>
                  <a:lnTo>
                    <a:pt x="3860" y="1660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1752812" y="1902942"/>
              <a:ext cx="81514" cy="148066"/>
            </a:xfrm>
            <a:custGeom>
              <a:avLst/>
              <a:gdLst/>
              <a:ahLst/>
              <a:cxnLst/>
              <a:rect l="l" t="t" r="r" b="b"/>
              <a:pathLst>
                <a:path w="2310" h="4196" extrusionOk="0">
                  <a:moveTo>
                    <a:pt x="991" y="732"/>
                  </a:moveTo>
                  <a:lnTo>
                    <a:pt x="991" y="1316"/>
                  </a:lnTo>
                  <a:lnTo>
                    <a:pt x="408" y="1316"/>
                  </a:lnTo>
                  <a:lnTo>
                    <a:pt x="408" y="732"/>
                  </a:lnTo>
                  <a:close/>
                  <a:moveTo>
                    <a:pt x="1873" y="732"/>
                  </a:moveTo>
                  <a:lnTo>
                    <a:pt x="1873" y="1316"/>
                  </a:lnTo>
                  <a:lnTo>
                    <a:pt x="1290" y="1316"/>
                  </a:lnTo>
                  <a:lnTo>
                    <a:pt x="1290" y="732"/>
                  </a:lnTo>
                  <a:close/>
                  <a:moveTo>
                    <a:pt x="0" y="1"/>
                  </a:moveTo>
                  <a:lnTo>
                    <a:pt x="0" y="4195"/>
                  </a:lnTo>
                  <a:lnTo>
                    <a:pt x="2310" y="419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2022726" y="1902942"/>
              <a:ext cx="81549" cy="148066"/>
            </a:xfrm>
            <a:custGeom>
              <a:avLst/>
              <a:gdLst/>
              <a:ahLst/>
              <a:cxnLst/>
              <a:rect l="l" t="t" r="r" b="b"/>
              <a:pathLst>
                <a:path w="2311" h="4196" extrusionOk="0">
                  <a:moveTo>
                    <a:pt x="996" y="713"/>
                  </a:moveTo>
                  <a:lnTo>
                    <a:pt x="996" y="1296"/>
                  </a:lnTo>
                  <a:lnTo>
                    <a:pt x="413" y="1296"/>
                  </a:lnTo>
                  <a:lnTo>
                    <a:pt x="413" y="713"/>
                  </a:lnTo>
                  <a:close/>
                  <a:moveTo>
                    <a:pt x="1878" y="713"/>
                  </a:moveTo>
                  <a:lnTo>
                    <a:pt x="1878" y="1296"/>
                  </a:lnTo>
                  <a:lnTo>
                    <a:pt x="1295" y="1296"/>
                  </a:lnTo>
                  <a:lnTo>
                    <a:pt x="1295" y="713"/>
                  </a:lnTo>
                  <a:close/>
                  <a:moveTo>
                    <a:pt x="1" y="1"/>
                  </a:moveTo>
                  <a:lnTo>
                    <a:pt x="1" y="4195"/>
                  </a:lnTo>
                  <a:lnTo>
                    <a:pt x="2310" y="419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" name="Google Shape;855;p47"/>
          <p:cNvGrpSpPr/>
          <p:nvPr/>
        </p:nvGrpSpPr>
        <p:grpSpPr>
          <a:xfrm>
            <a:off x="3783729" y="3361270"/>
            <a:ext cx="351428" cy="351463"/>
            <a:chOff x="4031679" y="1699545"/>
            <a:chExt cx="351428" cy="351463"/>
          </a:xfrm>
        </p:grpSpPr>
        <p:sp>
          <p:nvSpPr>
            <p:cNvPr id="856" name="Google Shape;856;p47"/>
            <p:cNvSpPr/>
            <p:nvPr/>
          </p:nvSpPr>
          <p:spPr>
            <a:xfrm>
              <a:off x="4080058" y="1908377"/>
              <a:ext cx="72798" cy="38287"/>
            </a:xfrm>
            <a:custGeom>
              <a:avLst/>
              <a:gdLst/>
              <a:ahLst/>
              <a:cxnLst/>
              <a:rect l="l" t="t" r="r" b="b"/>
              <a:pathLst>
                <a:path w="2063" h="1085" extrusionOk="0">
                  <a:moveTo>
                    <a:pt x="0" y="0"/>
                  </a:moveTo>
                  <a:lnTo>
                    <a:pt x="0" y="1085"/>
                  </a:lnTo>
                  <a:lnTo>
                    <a:pt x="2063" y="1085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4080058" y="1760134"/>
              <a:ext cx="72798" cy="127670"/>
            </a:xfrm>
            <a:custGeom>
              <a:avLst/>
              <a:gdLst/>
              <a:ahLst/>
              <a:cxnLst/>
              <a:rect l="l" t="t" r="r" b="b"/>
              <a:pathLst>
                <a:path w="2063" h="3618" extrusionOk="0">
                  <a:moveTo>
                    <a:pt x="1300" y="831"/>
                  </a:moveTo>
                  <a:lnTo>
                    <a:pt x="1300" y="2841"/>
                  </a:lnTo>
                  <a:lnTo>
                    <a:pt x="717" y="2841"/>
                  </a:lnTo>
                  <a:lnTo>
                    <a:pt x="717" y="831"/>
                  </a:lnTo>
                  <a:close/>
                  <a:moveTo>
                    <a:pt x="0" y="1"/>
                  </a:moveTo>
                  <a:lnTo>
                    <a:pt x="0" y="3618"/>
                  </a:lnTo>
                  <a:lnTo>
                    <a:pt x="2063" y="3618"/>
                  </a:lnTo>
                  <a:lnTo>
                    <a:pt x="20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4173394" y="1908377"/>
              <a:ext cx="67999" cy="38287"/>
            </a:xfrm>
            <a:custGeom>
              <a:avLst/>
              <a:gdLst/>
              <a:ahLst/>
              <a:cxnLst/>
              <a:rect l="l" t="t" r="r" b="b"/>
              <a:pathLst>
                <a:path w="1927" h="1085" extrusionOk="0">
                  <a:moveTo>
                    <a:pt x="1" y="0"/>
                  </a:moveTo>
                  <a:lnTo>
                    <a:pt x="1" y="1085"/>
                  </a:lnTo>
                  <a:lnTo>
                    <a:pt x="1926" y="1085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4261965" y="1760134"/>
              <a:ext cx="72763" cy="127670"/>
            </a:xfrm>
            <a:custGeom>
              <a:avLst/>
              <a:gdLst/>
              <a:ahLst/>
              <a:cxnLst/>
              <a:rect l="l" t="t" r="r" b="b"/>
              <a:pathLst>
                <a:path w="2062" h="3618" extrusionOk="0">
                  <a:moveTo>
                    <a:pt x="1362" y="831"/>
                  </a:moveTo>
                  <a:lnTo>
                    <a:pt x="1362" y="2841"/>
                  </a:lnTo>
                  <a:lnTo>
                    <a:pt x="778" y="2841"/>
                  </a:lnTo>
                  <a:lnTo>
                    <a:pt x="778" y="831"/>
                  </a:lnTo>
                  <a:close/>
                  <a:moveTo>
                    <a:pt x="0" y="1"/>
                  </a:moveTo>
                  <a:lnTo>
                    <a:pt x="0" y="3618"/>
                  </a:lnTo>
                  <a:lnTo>
                    <a:pt x="2062" y="3618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4173394" y="1760134"/>
              <a:ext cx="67999" cy="127670"/>
            </a:xfrm>
            <a:custGeom>
              <a:avLst/>
              <a:gdLst/>
              <a:ahLst/>
              <a:cxnLst/>
              <a:rect l="l" t="t" r="r" b="b"/>
              <a:pathLst>
                <a:path w="1927" h="3618" extrusionOk="0">
                  <a:moveTo>
                    <a:pt x="1256" y="831"/>
                  </a:moveTo>
                  <a:lnTo>
                    <a:pt x="1256" y="2841"/>
                  </a:lnTo>
                  <a:lnTo>
                    <a:pt x="672" y="2841"/>
                  </a:lnTo>
                  <a:lnTo>
                    <a:pt x="672" y="831"/>
                  </a:lnTo>
                  <a:close/>
                  <a:moveTo>
                    <a:pt x="1" y="1"/>
                  </a:moveTo>
                  <a:lnTo>
                    <a:pt x="1" y="3618"/>
                  </a:lnTo>
                  <a:lnTo>
                    <a:pt x="1926" y="3618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4261965" y="1908377"/>
              <a:ext cx="72763" cy="38287"/>
            </a:xfrm>
            <a:custGeom>
              <a:avLst/>
              <a:gdLst/>
              <a:ahLst/>
              <a:cxnLst/>
              <a:rect l="l" t="t" r="r" b="b"/>
              <a:pathLst>
                <a:path w="2062" h="1085" extrusionOk="0">
                  <a:moveTo>
                    <a:pt x="0" y="0"/>
                  </a:moveTo>
                  <a:lnTo>
                    <a:pt x="0" y="1085"/>
                  </a:lnTo>
                  <a:lnTo>
                    <a:pt x="2062" y="1085"/>
                  </a:lnTo>
                  <a:lnTo>
                    <a:pt x="2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4080058" y="1699545"/>
              <a:ext cx="72798" cy="40016"/>
            </a:xfrm>
            <a:custGeom>
              <a:avLst/>
              <a:gdLst/>
              <a:ahLst/>
              <a:cxnLst/>
              <a:rect l="l" t="t" r="r" b="b"/>
              <a:pathLst>
                <a:path w="2063" h="1134" extrusionOk="0">
                  <a:moveTo>
                    <a:pt x="0" y="0"/>
                  </a:moveTo>
                  <a:lnTo>
                    <a:pt x="0" y="1133"/>
                  </a:lnTo>
                  <a:lnTo>
                    <a:pt x="2063" y="1133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4031679" y="1967201"/>
              <a:ext cx="351428" cy="83808"/>
            </a:xfrm>
            <a:custGeom>
              <a:avLst/>
              <a:gdLst/>
              <a:ahLst/>
              <a:cxnLst/>
              <a:rect l="l" t="t" r="r" b="b"/>
              <a:pathLst>
                <a:path w="9959" h="2375" extrusionOk="0">
                  <a:moveTo>
                    <a:pt x="1" y="1"/>
                  </a:moveTo>
                  <a:lnTo>
                    <a:pt x="1" y="1168"/>
                  </a:lnTo>
                  <a:lnTo>
                    <a:pt x="432" y="1168"/>
                  </a:lnTo>
                  <a:lnTo>
                    <a:pt x="432" y="2374"/>
                  </a:lnTo>
                  <a:lnTo>
                    <a:pt x="2185" y="2374"/>
                  </a:lnTo>
                  <a:lnTo>
                    <a:pt x="2185" y="1168"/>
                  </a:lnTo>
                  <a:lnTo>
                    <a:pt x="7774" y="1168"/>
                  </a:lnTo>
                  <a:lnTo>
                    <a:pt x="7774" y="2374"/>
                  </a:lnTo>
                  <a:lnTo>
                    <a:pt x="9527" y="2374"/>
                  </a:lnTo>
                  <a:lnTo>
                    <a:pt x="9527" y="1168"/>
                  </a:lnTo>
                  <a:lnTo>
                    <a:pt x="9959" y="1168"/>
                  </a:lnTo>
                  <a:lnTo>
                    <a:pt x="9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4261965" y="1699545"/>
              <a:ext cx="72763" cy="40016"/>
            </a:xfrm>
            <a:custGeom>
              <a:avLst/>
              <a:gdLst/>
              <a:ahLst/>
              <a:cxnLst/>
              <a:rect l="l" t="t" r="r" b="b"/>
              <a:pathLst>
                <a:path w="2062" h="1134" extrusionOk="0">
                  <a:moveTo>
                    <a:pt x="0" y="0"/>
                  </a:moveTo>
                  <a:lnTo>
                    <a:pt x="0" y="1133"/>
                  </a:lnTo>
                  <a:lnTo>
                    <a:pt x="2062" y="1133"/>
                  </a:lnTo>
                  <a:lnTo>
                    <a:pt x="20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4173394" y="1699545"/>
              <a:ext cx="67999" cy="40016"/>
            </a:xfrm>
            <a:custGeom>
              <a:avLst/>
              <a:gdLst/>
              <a:ahLst/>
              <a:cxnLst/>
              <a:rect l="l" t="t" r="r" b="b"/>
              <a:pathLst>
                <a:path w="1927" h="1134" extrusionOk="0">
                  <a:moveTo>
                    <a:pt x="1" y="0"/>
                  </a:moveTo>
                  <a:lnTo>
                    <a:pt x="1" y="1133"/>
                  </a:lnTo>
                  <a:lnTo>
                    <a:pt x="1926" y="1133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6" name="Google Shape;866;p47"/>
          <p:cNvGrpSpPr/>
          <p:nvPr/>
        </p:nvGrpSpPr>
        <p:grpSpPr>
          <a:xfrm>
            <a:off x="5008835" y="3376037"/>
            <a:ext cx="351464" cy="321928"/>
            <a:chOff x="4794560" y="2271450"/>
            <a:chExt cx="351464" cy="321928"/>
          </a:xfrm>
        </p:grpSpPr>
        <p:sp>
          <p:nvSpPr>
            <p:cNvPr id="867" name="Google Shape;867;p47"/>
            <p:cNvSpPr/>
            <p:nvPr/>
          </p:nvSpPr>
          <p:spPr>
            <a:xfrm>
              <a:off x="4958470" y="2408012"/>
              <a:ext cx="23607" cy="52226"/>
            </a:xfrm>
            <a:custGeom>
              <a:avLst/>
              <a:gdLst/>
              <a:ahLst/>
              <a:cxnLst/>
              <a:rect l="l" t="t" r="r" b="b"/>
              <a:pathLst>
                <a:path w="669" h="1480" extrusionOk="0">
                  <a:moveTo>
                    <a:pt x="0" y="1"/>
                  </a:moveTo>
                  <a:lnTo>
                    <a:pt x="0" y="1479"/>
                  </a:lnTo>
                  <a:lnTo>
                    <a:pt x="668" y="1479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5002650" y="2392239"/>
              <a:ext cx="23572" cy="67999"/>
            </a:xfrm>
            <a:custGeom>
              <a:avLst/>
              <a:gdLst/>
              <a:ahLst/>
              <a:cxnLst/>
              <a:rect l="l" t="t" r="r" b="b"/>
              <a:pathLst>
                <a:path w="668" h="1927" extrusionOk="0">
                  <a:moveTo>
                    <a:pt x="0" y="1"/>
                  </a:moveTo>
                  <a:lnTo>
                    <a:pt x="0" y="1926"/>
                  </a:lnTo>
                  <a:lnTo>
                    <a:pt x="667" y="1926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4794560" y="2271450"/>
              <a:ext cx="351464" cy="47391"/>
            </a:xfrm>
            <a:custGeom>
              <a:avLst/>
              <a:gdLst/>
              <a:ahLst/>
              <a:cxnLst/>
              <a:rect l="l" t="t" r="r" b="b"/>
              <a:pathLst>
                <a:path w="9960" h="1343" extrusionOk="0">
                  <a:moveTo>
                    <a:pt x="0" y="0"/>
                  </a:moveTo>
                  <a:lnTo>
                    <a:pt x="0" y="1342"/>
                  </a:lnTo>
                  <a:lnTo>
                    <a:pt x="9959" y="1342"/>
                  </a:lnTo>
                  <a:lnTo>
                    <a:pt x="99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4812380" y="2339378"/>
              <a:ext cx="315753" cy="253999"/>
            </a:xfrm>
            <a:custGeom>
              <a:avLst/>
              <a:gdLst/>
              <a:ahLst/>
              <a:cxnLst/>
              <a:rect l="l" t="t" r="r" b="b"/>
              <a:pathLst>
                <a:path w="8948" h="7198" extrusionOk="0">
                  <a:moveTo>
                    <a:pt x="6644" y="915"/>
                  </a:moveTo>
                  <a:lnTo>
                    <a:pt x="6644" y="3424"/>
                  </a:lnTo>
                  <a:lnTo>
                    <a:pt x="7115" y="3424"/>
                  </a:lnTo>
                  <a:lnTo>
                    <a:pt x="7115" y="4007"/>
                  </a:lnTo>
                  <a:lnTo>
                    <a:pt x="1834" y="4007"/>
                  </a:lnTo>
                  <a:lnTo>
                    <a:pt x="1834" y="3424"/>
                  </a:lnTo>
                  <a:lnTo>
                    <a:pt x="2306" y="3424"/>
                  </a:lnTo>
                  <a:lnTo>
                    <a:pt x="2306" y="1751"/>
                  </a:lnTo>
                  <a:lnTo>
                    <a:pt x="3557" y="1751"/>
                  </a:lnTo>
                  <a:lnTo>
                    <a:pt x="3557" y="1363"/>
                  </a:lnTo>
                  <a:lnTo>
                    <a:pt x="4808" y="1363"/>
                  </a:lnTo>
                  <a:lnTo>
                    <a:pt x="4808" y="915"/>
                  </a:lnTo>
                  <a:close/>
                  <a:moveTo>
                    <a:pt x="4475" y="5972"/>
                  </a:moveTo>
                  <a:cubicBezTo>
                    <a:pt x="4652" y="5972"/>
                    <a:pt x="4795" y="6116"/>
                    <a:pt x="4795" y="6293"/>
                  </a:cubicBezTo>
                  <a:cubicBezTo>
                    <a:pt x="4795" y="6470"/>
                    <a:pt x="4652" y="6614"/>
                    <a:pt x="4475" y="6614"/>
                  </a:cubicBezTo>
                  <a:cubicBezTo>
                    <a:pt x="4298" y="6614"/>
                    <a:pt x="4153" y="6470"/>
                    <a:pt x="4153" y="6293"/>
                  </a:cubicBezTo>
                  <a:cubicBezTo>
                    <a:pt x="4153" y="6116"/>
                    <a:pt x="4298" y="5972"/>
                    <a:pt x="4475" y="5972"/>
                  </a:cubicBezTo>
                  <a:close/>
                  <a:moveTo>
                    <a:pt x="1" y="0"/>
                  </a:moveTo>
                  <a:lnTo>
                    <a:pt x="1" y="4999"/>
                  </a:lnTo>
                  <a:lnTo>
                    <a:pt x="4183" y="4999"/>
                  </a:lnTo>
                  <a:lnTo>
                    <a:pt x="4183" y="5438"/>
                  </a:lnTo>
                  <a:cubicBezTo>
                    <a:pt x="3827" y="5559"/>
                    <a:pt x="3570" y="5897"/>
                    <a:pt x="3570" y="6293"/>
                  </a:cubicBezTo>
                  <a:cubicBezTo>
                    <a:pt x="3570" y="6792"/>
                    <a:pt x="3976" y="7198"/>
                    <a:pt x="4475" y="7198"/>
                  </a:cubicBezTo>
                  <a:cubicBezTo>
                    <a:pt x="4973" y="7198"/>
                    <a:pt x="5379" y="6792"/>
                    <a:pt x="5379" y="6293"/>
                  </a:cubicBezTo>
                  <a:cubicBezTo>
                    <a:pt x="5379" y="5897"/>
                    <a:pt x="5123" y="5559"/>
                    <a:pt x="4766" y="5438"/>
                  </a:cubicBezTo>
                  <a:lnTo>
                    <a:pt x="4766" y="4999"/>
                  </a:lnTo>
                  <a:lnTo>
                    <a:pt x="8948" y="4999"/>
                  </a:lnTo>
                  <a:lnTo>
                    <a:pt x="89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4914325" y="2421775"/>
              <a:ext cx="23607" cy="38463"/>
            </a:xfrm>
            <a:custGeom>
              <a:avLst/>
              <a:gdLst/>
              <a:ahLst/>
              <a:cxnLst/>
              <a:rect l="l" t="t" r="r" b="b"/>
              <a:pathLst>
                <a:path w="669" h="1090" extrusionOk="0">
                  <a:moveTo>
                    <a:pt x="0" y="0"/>
                  </a:moveTo>
                  <a:lnTo>
                    <a:pt x="0" y="1089"/>
                  </a:lnTo>
                  <a:lnTo>
                    <a:pt x="668" y="1089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47"/>
          <p:cNvGrpSpPr/>
          <p:nvPr/>
        </p:nvGrpSpPr>
        <p:grpSpPr>
          <a:xfrm>
            <a:off x="5034243" y="1718312"/>
            <a:ext cx="300650" cy="351428"/>
            <a:chOff x="3294206" y="2824299"/>
            <a:chExt cx="300650" cy="351428"/>
          </a:xfrm>
        </p:grpSpPr>
        <p:sp>
          <p:nvSpPr>
            <p:cNvPr id="873" name="Google Shape;873;p47"/>
            <p:cNvSpPr/>
            <p:nvPr/>
          </p:nvSpPr>
          <p:spPr>
            <a:xfrm>
              <a:off x="3305498" y="2824299"/>
              <a:ext cx="278030" cy="88572"/>
            </a:xfrm>
            <a:custGeom>
              <a:avLst/>
              <a:gdLst/>
              <a:ahLst/>
              <a:cxnLst/>
              <a:rect l="l" t="t" r="r" b="b"/>
              <a:pathLst>
                <a:path w="7879" h="2510" extrusionOk="0">
                  <a:moveTo>
                    <a:pt x="1" y="1"/>
                  </a:moveTo>
                  <a:lnTo>
                    <a:pt x="1" y="584"/>
                  </a:lnTo>
                  <a:lnTo>
                    <a:pt x="1577" y="584"/>
                  </a:lnTo>
                  <a:lnTo>
                    <a:pt x="1577" y="2509"/>
                  </a:lnTo>
                  <a:lnTo>
                    <a:pt x="6303" y="2509"/>
                  </a:lnTo>
                  <a:lnTo>
                    <a:pt x="6303" y="584"/>
                  </a:lnTo>
                  <a:lnTo>
                    <a:pt x="6780" y="584"/>
                  </a:lnTo>
                  <a:lnTo>
                    <a:pt x="6780" y="2257"/>
                  </a:lnTo>
                  <a:lnTo>
                    <a:pt x="7363" y="2257"/>
                  </a:lnTo>
                  <a:lnTo>
                    <a:pt x="7363" y="584"/>
                  </a:lnTo>
                  <a:lnTo>
                    <a:pt x="7878" y="584"/>
                  </a:lnTo>
                  <a:lnTo>
                    <a:pt x="78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3381683" y="2933443"/>
              <a:ext cx="125624" cy="83773"/>
            </a:xfrm>
            <a:custGeom>
              <a:avLst/>
              <a:gdLst/>
              <a:ahLst/>
              <a:cxnLst/>
              <a:rect l="l" t="t" r="r" b="b"/>
              <a:pathLst>
                <a:path w="3560" h="2374" extrusionOk="0">
                  <a:moveTo>
                    <a:pt x="1" y="0"/>
                  </a:moveTo>
                  <a:lnTo>
                    <a:pt x="1" y="594"/>
                  </a:lnTo>
                  <a:cubicBezTo>
                    <a:pt x="1" y="1576"/>
                    <a:pt x="799" y="2374"/>
                    <a:pt x="1780" y="2374"/>
                  </a:cubicBezTo>
                  <a:cubicBezTo>
                    <a:pt x="2762" y="2374"/>
                    <a:pt x="3560" y="1576"/>
                    <a:pt x="3560" y="594"/>
                  </a:cubicBezTo>
                  <a:lnTo>
                    <a:pt x="3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3294206" y="3020039"/>
              <a:ext cx="300650" cy="155688"/>
            </a:xfrm>
            <a:custGeom>
              <a:avLst/>
              <a:gdLst/>
              <a:ahLst/>
              <a:cxnLst/>
              <a:rect l="l" t="t" r="r" b="b"/>
              <a:pathLst>
                <a:path w="8520" h="4412" extrusionOk="0">
                  <a:moveTo>
                    <a:pt x="1929" y="1"/>
                  </a:moveTo>
                  <a:cubicBezTo>
                    <a:pt x="821" y="285"/>
                    <a:pt x="0" y="1292"/>
                    <a:pt x="0" y="2487"/>
                  </a:cubicBezTo>
                  <a:lnTo>
                    <a:pt x="0" y="4412"/>
                  </a:lnTo>
                  <a:lnTo>
                    <a:pt x="8519" y="4412"/>
                  </a:lnTo>
                  <a:lnTo>
                    <a:pt x="8519" y="2487"/>
                  </a:lnTo>
                  <a:cubicBezTo>
                    <a:pt x="8519" y="1292"/>
                    <a:pt x="7698" y="285"/>
                    <a:pt x="6591" y="1"/>
                  </a:cubicBezTo>
                  <a:lnTo>
                    <a:pt x="4259" y="3152"/>
                  </a:lnTo>
                  <a:lnTo>
                    <a:pt x="1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3385777" y="3017181"/>
              <a:ext cx="117507" cy="79467"/>
            </a:xfrm>
            <a:custGeom>
              <a:avLst/>
              <a:gdLst/>
              <a:ahLst/>
              <a:cxnLst/>
              <a:rect l="l" t="t" r="r" b="b"/>
              <a:pathLst>
                <a:path w="3330" h="2252" extrusionOk="0">
                  <a:moveTo>
                    <a:pt x="0" y="1"/>
                  </a:moveTo>
                  <a:lnTo>
                    <a:pt x="1664" y="2252"/>
                  </a:lnTo>
                  <a:lnTo>
                    <a:pt x="3329" y="1"/>
                  </a:lnTo>
                  <a:lnTo>
                    <a:pt x="3218" y="1"/>
                  </a:lnTo>
                  <a:cubicBezTo>
                    <a:pt x="2802" y="364"/>
                    <a:pt x="2259" y="585"/>
                    <a:pt x="1664" y="585"/>
                  </a:cubicBezTo>
                  <a:cubicBezTo>
                    <a:pt x="1071" y="585"/>
                    <a:pt x="527" y="364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9"/>
          <p:cNvSpPr txBox="1">
            <a:spLocks noGrp="1"/>
          </p:cNvSpPr>
          <p:nvPr>
            <p:ph type="subTitle" idx="2"/>
          </p:nvPr>
        </p:nvSpPr>
        <p:spPr>
          <a:xfrm>
            <a:off x="1477575" y="26208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[[aspect_2_text]]</a:t>
            </a:r>
          </a:p>
        </p:txBody>
      </p:sp>
      <p:sp>
        <p:nvSpPr>
          <p:cNvPr id="889" name="Google Shape;889;p49"/>
          <p:cNvSpPr txBox="1">
            <a:spLocks noGrp="1"/>
          </p:cNvSpPr>
          <p:nvPr>
            <p:ph type="subTitle" idx="5"/>
          </p:nvPr>
        </p:nvSpPr>
        <p:spPr>
          <a:xfrm>
            <a:off x="1477573" y="36547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[[aspect_3_text]]</a:t>
            </a:r>
          </a:p>
        </p:txBody>
      </p:sp>
      <p:sp>
        <p:nvSpPr>
          <p:cNvPr id="890" name="Google Shape;890;p4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891" name="Google Shape;891;p49"/>
          <p:cNvSpPr txBox="1">
            <a:spLocks noGrp="1"/>
          </p:cNvSpPr>
          <p:nvPr>
            <p:ph type="subTitle" idx="1"/>
          </p:nvPr>
        </p:nvSpPr>
        <p:spPr>
          <a:xfrm>
            <a:off x="1477577" y="15869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[[aspect_1_text]]</a:t>
            </a:r>
          </a:p>
        </p:txBody>
      </p:sp>
      <p:sp>
        <p:nvSpPr>
          <p:cNvPr id="892" name="Google Shape;892;p49"/>
          <p:cNvSpPr txBox="1">
            <a:spLocks noGrp="1"/>
          </p:cNvSpPr>
          <p:nvPr>
            <p:ph type="subTitle" idx="3"/>
          </p:nvPr>
        </p:nvSpPr>
        <p:spPr>
          <a:xfrm>
            <a:off x="5680427" y="15869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[[aspect_4_text]]</a:t>
            </a:r>
          </a:p>
        </p:txBody>
      </p:sp>
      <p:sp>
        <p:nvSpPr>
          <p:cNvPr id="893" name="Google Shape;893;p49"/>
          <p:cNvSpPr txBox="1">
            <a:spLocks noGrp="1"/>
          </p:cNvSpPr>
          <p:nvPr>
            <p:ph type="subTitle" idx="4"/>
          </p:nvPr>
        </p:nvSpPr>
        <p:spPr>
          <a:xfrm>
            <a:off x="5680425" y="26208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[[aspect_5_text]]</a:t>
            </a:r>
          </a:p>
        </p:txBody>
      </p:sp>
      <p:sp>
        <p:nvSpPr>
          <p:cNvPr id="894" name="Google Shape;894;p49"/>
          <p:cNvSpPr txBox="1">
            <a:spLocks noGrp="1"/>
          </p:cNvSpPr>
          <p:nvPr>
            <p:ph type="subTitle" idx="6"/>
          </p:nvPr>
        </p:nvSpPr>
        <p:spPr>
          <a:xfrm>
            <a:off x="5680423" y="36547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[[aspect_6_text]]</a:t>
            </a:r>
          </a:p>
        </p:txBody>
      </p:sp>
      <p:sp>
        <p:nvSpPr>
          <p:cNvPr id="895" name="Google Shape;895;p49"/>
          <p:cNvSpPr txBox="1">
            <a:spLocks noGrp="1"/>
          </p:cNvSpPr>
          <p:nvPr>
            <p:ph type="subTitle" idx="7"/>
          </p:nvPr>
        </p:nvSpPr>
        <p:spPr>
          <a:xfrm>
            <a:off x="1481475" y="13421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[[aspect_1_heading]]</a:t>
            </a:r>
          </a:p>
        </p:txBody>
      </p:sp>
      <p:sp>
        <p:nvSpPr>
          <p:cNvPr id="896" name="Google Shape;896;p49"/>
          <p:cNvSpPr txBox="1">
            <a:spLocks noGrp="1"/>
          </p:cNvSpPr>
          <p:nvPr>
            <p:ph type="subTitle" idx="8"/>
          </p:nvPr>
        </p:nvSpPr>
        <p:spPr>
          <a:xfrm>
            <a:off x="1481475" y="23760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[[aspect_2_heading]]</a:t>
            </a:r>
          </a:p>
        </p:txBody>
      </p:sp>
      <p:sp>
        <p:nvSpPr>
          <p:cNvPr id="897" name="Google Shape;897;p49"/>
          <p:cNvSpPr txBox="1">
            <a:spLocks noGrp="1"/>
          </p:cNvSpPr>
          <p:nvPr>
            <p:ph type="subTitle" idx="9"/>
          </p:nvPr>
        </p:nvSpPr>
        <p:spPr>
          <a:xfrm>
            <a:off x="1481474" y="34099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[[aspect_3_heading]]</a:t>
            </a:r>
          </a:p>
        </p:txBody>
      </p:sp>
      <p:sp>
        <p:nvSpPr>
          <p:cNvPr id="898" name="Google Shape;898;p49"/>
          <p:cNvSpPr txBox="1">
            <a:spLocks noGrp="1"/>
          </p:cNvSpPr>
          <p:nvPr>
            <p:ph type="subTitle" idx="13"/>
          </p:nvPr>
        </p:nvSpPr>
        <p:spPr>
          <a:xfrm>
            <a:off x="5684325" y="13421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[[aspect_4_heading]]</a:t>
            </a:r>
          </a:p>
        </p:txBody>
      </p:sp>
      <p:sp>
        <p:nvSpPr>
          <p:cNvPr id="899" name="Google Shape;899;p49"/>
          <p:cNvSpPr txBox="1">
            <a:spLocks noGrp="1"/>
          </p:cNvSpPr>
          <p:nvPr>
            <p:ph type="subTitle" idx="14"/>
          </p:nvPr>
        </p:nvSpPr>
        <p:spPr>
          <a:xfrm>
            <a:off x="5684325" y="23760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[[aspect_5_heading]]</a:t>
            </a:r>
          </a:p>
        </p:txBody>
      </p:sp>
      <p:sp>
        <p:nvSpPr>
          <p:cNvPr id="900" name="Google Shape;900;p49"/>
          <p:cNvSpPr txBox="1">
            <a:spLocks noGrp="1"/>
          </p:cNvSpPr>
          <p:nvPr>
            <p:ph type="subTitle" idx="15"/>
          </p:nvPr>
        </p:nvSpPr>
        <p:spPr>
          <a:xfrm>
            <a:off x="5684324" y="3409950"/>
            <a:ext cx="1978200" cy="3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[[aspect_6_heading]]</a:t>
            </a:r>
          </a:p>
        </p:txBody>
      </p:sp>
      <p:grpSp>
        <p:nvGrpSpPr>
          <p:cNvPr id="901" name="Google Shape;901;p49"/>
          <p:cNvGrpSpPr/>
          <p:nvPr/>
        </p:nvGrpSpPr>
        <p:grpSpPr>
          <a:xfrm>
            <a:off x="3620226" y="1396600"/>
            <a:ext cx="351428" cy="288299"/>
            <a:chOff x="7073426" y="2855846"/>
            <a:chExt cx="351428" cy="288299"/>
          </a:xfrm>
        </p:grpSpPr>
        <p:sp>
          <p:nvSpPr>
            <p:cNvPr id="902" name="Google Shape;902;p49"/>
            <p:cNvSpPr/>
            <p:nvPr/>
          </p:nvSpPr>
          <p:spPr>
            <a:xfrm>
              <a:off x="7217046" y="2956839"/>
              <a:ext cx="64223" cy="40369"/>
            </a:xfrm>
            <a:custGeom>
              <a:avLst/>
              <a:gdLst/>
              <a:ahLst/>
              <a:cxnLst/>
              <a:rect l="l" t="t" r="r" b="b"/>
              <a:pathLst>
                <a:path w="1820" h="1144" extrusionOk="0">
                  <a:moveTo>
                    <a:pt x="478" y="0"/>
                  </a:moveTo>
                  <a:cubicBezTo>
                    <a:pt x="214" y="0"/>
                    <a:pt x="0" y="214"/>
                    <a:pt x="0" y="478"/>
                  </a:cubicBezTo>
                  <a:lnTo>
                    <a:pt x="0" y="1144"/>
                  </a:lnTo>
                  <a:lnTo>
                    <a:pt x="1819" y="1144"/>
                  </a:lnTo>
                  <a:lnTo>
                    <a:pt x="1819" y="478"/>
                  </a:lnTo>
                  <a:cubicBezTo>
                    <a:pt x="1819" y="214"/>
                    <a:pt x="1605" y="0"/>
                    <a:pt x="1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7234478" y="2906942"/>
              <a:ext cx="29324" cy="29324"/>
            </a:xfrm>
            <a:custGeom>
              <a:avLst/>
              <a:gdLst/>
              <a:ahLst/>
              <a:cxnLst/>
              <a:rect l="l" t="t" r="r" b="b"/>
              <a:pathLst>
                <a:path w="831" h="831" extrusionOk="0">
                  <a:moveTo>
                    <a:pt x="415" y="1"/>
                  </a:moveTo>
                  <a:cubicBezTo>
                    <a:pt x="186" y="1"/>
                    <a:pt x="1" y="187"/>
                    <a:pt x="1" y="416"/>
                  </a:cubicBezTo>
                  <a:cubicBezTo>
                    <a:pt x="1" y="645"/>
                    <a:pt x="186" y="831"/>
                    <a:pt x="415" y="831"/>
                  </a:cubicBezTo>
                  <a:cubicBezTo>
                    <a:pt x="644" y="831"/>
                    <a:pt x="831" y="645"/>
                    <a:pt x="831" y="416"/>
                  </a:cubicBezTo>
                  <a:cubicBezTo>
                    <a:pt x="831" y="187"/>
                    <a:pt x="6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7073426" y="2855846"/>
              <a:ext cx="351428" cy="192070"/>
            </a:xfrm>
            <a:custGeom>
              <a:avLst/>
              <a:gdLst/>
              <a:ahLst/>
              <a:cxnLst/>
              <a:rect l="l" t="t" r="r" b="b"/>
              <a:pathLst>
                <a:path w="9959" h="5443" extrusionOk="0">
                  <a:moveTo>
                    <a:pt x="4979" y="865"/>
                  </a:moveTo>
                  <a:cubicBezTo>
                    <a:pt x="5530" y="865"/>
                    <a:pt x="5978" y="1313"/>
                    <a:pt x="5978" y="1864"/>
                  </a:cubicBezTo>
                  <a:cubicBezTo>
                    <a:pt x="5978" y="2048"/>
                    <a:pt x="5927" y="2221"/>
                    <a:pt x="5840" y="2370"/>
                  </a:cubicBezTo>
                  <a:cubicBezTo>
                    <a:pt x="6212" y="2535"/>
                    <a:pt x="6472" y="2907"/>
                    <a:pt x="6472" y="3340"/>
                  </a:cubicBezTo>
                  <a:lnTo>
                    <a:pt x="6472" y="4589"/>
                  </a:lnTo>
                  <a:lnTo>
                    <a:pt x="3487" y="4589"/>
                  </a:lnTo>
                  <a:lnTo>
                    <a:pt x="3487" y="3340"/>
                  </a:lnTo>
                  <a:cubicBezTo>
                    <a:pt x="3487" y="2907"/>
                    <a:pt x="3747" y="2535"/>
                    <a:pt x="4119" y="2370"/>
                  </a:cubicBezTo>
                  <a:cubicBezTo>
                    <a:pt x="4032" y="2221"/>
                    <a:pt x="3981" y="2048"/>
                    <a:pt x="3981" y="1864"/>
                  </a:cubicBezTo>
                  <a:cubicBezTo>
                    <a:pt x="3981" y="1313"/>
                    <a:pt x="4429" y="865"/>
                    <a:pt x="4979" y="865"/>
                  </a:cubicBezTo>
                  <a:close/>
                  <a:moveTo>
                    <a:pt x="1" y="1"/>
                  </a:moveTo>
                  <a:lnTo>
                    <a:pt x="1" y="5442"/>
                  </a:lnTo>
                  <a:lnTo>
                    <a:pt x="9959" y="5442"/>
                  </a:lnTo>
                  <a:lnTo>
                    <a:pt x="9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7073426" y="3068489"/>
              <a:ext cx="351428" cy="75656"/>
            </a:xfrm>
            <a:custGeom>
              <a:avLst/>
              <a:gdLst/>
              <a:ahLst/>
              <a:cxnLst/>
              <a:rect l="l" t="t" r="r" b="b"/>
              <a:pathLst>
                <a:path w="9959" h="2144" extrusionOk="0">
                  <a:moveTo>
                    <a:pt x="8338" y="538"/>
                  </a:moveTo>
                  <a:lnTo>
                    <a:pt x="8338" y="771"/>
                  </a:lnTo>
                  <a:lnTo>
                    <a:pt x="8948" y="771"/>
                  </a:lnTo>
                  <a:lnTo>
                    <a:pt x="8948" y="1355"/>
                  </a:lnTo>
                  <a:lnTo>
                    <a:pt x="8338" y="1355"/>
                  </a:lnTo>
                  <a:lnTo>
                    <a:pt x="8338" y="1589"/>
                  </a:lnTo>
                  <a:lnTo>
                    <a:pt x="7755" y="1589"/>
                  </a:lnTo>
                  <a:lnTo>
                    <a:pt x="7755" y="1355"/>
                  </a:lnTo>
                  <a:lnTo>
                    <a:pt x="1109" y="1355"/>
                  </a:lnTo>
                  <a:lnTo>
                    <a:pt x="1109" y="771"/>
                  </a:lnTo>
                  <a:lnTo>
                    <a:pt x="7755" y="771"/>
                  </a:lnTo>
                  <a:lnTo>
                    <a:pt x="7755" y="538"/>
                  </a:lnTo>
                  <a:close/>
                  <a:moveTo>
                    <a:pt x="1" y="0"/>
                  </a:moveTo>
                  <a:lnTo>
                    <a:pt x="1" y="2144"/>
                  </a:lnTo>
                  <a:lnTo>
                    <a:pt x="9959" y="2144"/>
                  </a:lnTo>
                  <a:lnTo>
                    <a:pt x="99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49"/>
          <p:cNvGrpSpPr/>
          <p:nvPr/>
        </p:nvGrpSpPr>
        <p:grpSpPr>
          <a:xfrm>
            <a:off x="3620201" y="3432836"/>
            <a:ext cx="351463" cy="351428"/>
            <a:chOff x="3268763" y="3381806"/>
            <a:chExt cx="351463" cy="351428"/>
          </a:xfrm>
        </p:grpSpPr>
        <p:sp>
          <p:nvSpPr>
            <p:cNvPr id="907" name="Google Shape;907;p49"/>
            <p:cNvSpPr/>
            <p:nvPr/>
          </p:nvSpPr>
          <p:spPr>
            <a:xfrm>
              <a:off x="3268763" y="3381806"/>
              <a:ext cx="351463" cy="351428"/>
            </a:xfrm>
            <a:custGeom>
              <a:avLst/>
              <a:gdLst/>
              <a:ahLst/>
              <a:cxnLst/>
              <a:rect l="l" t="t" r="r" b="b"/>
              <a:pathLst>
                <a:path w="9960" h="9959" extrusionOk="0">
                  <a:moveTo>
                    <a:pt x="4980" y="1227"/>
                  </a:moveTo>
                  <a:cubicBezTo>
                    <a:pt x="7050" y="1227"/>
                    <a:pt x="8733" y="2910"/>
                    <a:pt x="8733" y="4980"/>
                  </a:cubicBezTo>
                  <a:cubicBezTo>
                    <a:pt x="8733" y="7049"/>
                    <a:pt x="7050" y="8733"/>
                    <a:pt x="4980" y="8733"/>
                  </a:cubicBezTo>
                  <a:cubicBezTo>
                    <a:pt x="2911" y="8733"/>
                    <a:pt x="1228" y="7049"/>
                    <a:pt x="1228" y="4980"/>
                  </a:cubicBezTo>
                  <a:cubicBezTo>
                    <a:pt x="1228" y="2910"/>
                    <a:pt x="2911" y="1227"/>
                    <a:pt x="4980" y="1227"/>
                  </a:cubicBezTo>
                  <a:close/>
                  <a:moveTo>
                    <a:pt x="4980" y="0"/>
                  </a:moveTo>
                  <a:cubicBezTo>
                    <a:pt x="3651" y="0"/>
                    <a:pt x="2400" y="518"/>
                    <a:pt x="1460" y="1458"/>
                  </a:cubicBezTo>
                  <a:cubicBezTo>
                    <a:pt x="520" y="2399"/>
                    <a:pt x="1" y="3649"/>
                    <a:pt x="1" y="4980"/>
                  </a:cubicBezTo>
                  <a:cubicBezTo>
                    <a:pt x="1" y="6310"/>
                    <a:pt x="520" y="7560"/>
                    <a:pt x="1460" y="8500"/>
                  </a:cubicBezTo>
                  <a:cubicBezTo>
                    <a:pt x="2400" y="9441"/>
                    <a:pt x="3651" y="9958"/>
                    <a:pt x="4980" y="9958"/>
                  </a:cubicBezTo>
                  <a:cubicBezTo>
                    <a:pt x="6310" y="9958"/>
                    <a:pt x="7561" y="9441"/>
                    <a:pt x="8502" y="8500"/>
                  </a:cubicBezTo>
                  <a:cubicBezTo>
                    <a:pt x="9442" y="7560"/>
                    <a:pt x="9960" y="6310"/>
                    <a:pt x="9960" y="4980"/>
                  </a:cubicBezTo>
                  <a:cubicBezTo>
                    <a:pt x="9960" y="3649"/>
                    <a:pt x="9442" y="2399"/>
                    <a:pt x="8502" y="1458"/>
                  </a:cubicBezTo>
                  <a:cubicBezTo>
                    <a:pt x="7561" y="518"/>
                    <a:pt x="6310" y="0"/>
                    <a:pt x="4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9"/>
            <p:cNvSpPr/>
            <p:nvPr/>
          </p:nvSpPr>
          <p:spPr>
            <a:xfrm>
              <a:off x="3333128" y="3446135"/>
              <a:ext cx="222735" cy="222770"/>
            </a:xfrm>
            <a:custGeom>
              <a:avLst/>
              <a:gdLst/>
              <a:ahLst/>
              <a:cxnLst/>
              <a:rect l="l" t="t" r="r" b="b"/>
              <a:pathLst>
                <a:path w="6312" h="6313" extrusionOk="0">
                  <a:moveTo>
                    <a:pt x="3448" y="1140"/>
                  </a:moveTo>
                  <a:lnTo>
                    <a:pt x="3448" y="3240"/>
                  </a:lnTo>
                  <a:lnTo>
                    <a:pt x="4444" y="4363"/>
                  </a:lnTo>
                  <a:lnTo>
                    <a:pt x="4008" y="4750"/>
                  </a:lnTo>
                  <a:lnTo>
                    <a:pt x="2865" y="3462"/>
                  </a:lnTo>
                  <a:lnTo>
                    <a:pt x="2865" y="1140"/>
                  </a:lnTo>
                  <a:close/>
                  <a:moveTo>
                    <a:pt x="2865" y="0"/>
                  </a:moveTo>
                  <a:cubicBezTo>
                    <a:pt x="2210" y="61"/>
                    <a:pt x="1612" y="321"/>
                    <a:pt x="1132" y="720"/>
                  </a:cubicBezTo>
                  <a:lnTo>
                    <a:pt x="1506" y="1094"/>
                  </a:lnTo>
                  <a:lnTo>
                    <a:pt x="1093" y="1506"/>
                  </a:lnTo>
                  <a:lnTo>
                    <a:pt x="719" y="1132"/>
                  </a:lnTo>
                  <a:cubicBezTo>
                    <a:pt x="321" y="1611"/>
                    <a:pt x="61" y="2209"/>
                    <a:pt x="1" y="2864"/>
                  </a:cubicBezTo>
                  <a:lnTo>
                    <a:pt x="531" y="2864"/>
                  </a:lnTo>
                  <a:lnTo>
                    <a:pt x="531" y="3448"/>
                  </a:lnTo>
                  <a:lnTo>
                    <a:pt x="1" y="3448"/>
                  </a:lnTo>
                  <a:cubicBezTo>
                    <a:pt x="61" y="4103"/>
                    <a:pt x="321" y="4701"/>
                    <a:pt x="719" y="5181"/>
                  </a:cubicBezTo>
                  <a:lnTo>
                    <a:pt x="1093" y="4807"/>
                  </a:lnTo>
                  <a:lnTo>
                    <a:pt x="1506" y="5219"/>
                  </a:lnTo>
                  <a:lnTo>
                    <a:pt x="1132" y="5593"/>
                  </a:lnTo>
                  <a:cubicBezTo>
                    <a:pt x="1612" y="5992"/>
                    <a:pt x="2210" y="6252"/>
                    <a:pt x="2865" y="6312"/>
                  </a:cubicBezTo>
                  <a:lnTo>
                    <a:pt x="2865" y="5782"/>
                  </a:lnTo>
                  <a:lnTo>
                    <a:pt x="3448" y="5782"/>
                  </a:lnTo>
                  <a:lnTo>
                    <a:pt x="3448" y="6312"/>
                  </a:lnTo>
                  <a:cubicBezTo>
                    <a:pt x="4104" y="6252"/>
                    <a:pt x="4702" y="5992"/>
                    <a:pt x="5180" y="5593"/>
                  </a:cubicBezTo>
                  <a:lnTo>
                    <a:pt x="4807" y="5219"/>
                  </a:lnTo>
                  <a:lnTo>
                    <a:pt x="5220" y="4807"/>
                  </a:lnTo>
                  <a:lnTo>
                    <a:pt x="5593" y="5181"/>
                  </a:lnTo>
                  <a:cubicBezTo>
                    <a:pt x="5992" y="4701"/>
                    <a:pt x="6253" y="4103"/>
                    <a:pt x="6312" y="3448"/>
                  </a:cubicBezTo>
                  <a:lnTo>
                    <a:pt x="5783" y="3448"/>
                  </a:lnTo>
                  <a:lnTo>
                    <a:pt x="5783" y="2864"/>
                  </a:lnTo>
                  <a:lnTo>
                    <a:pt x="6312" y="2864"/>
                  </a:lnTo>
                  <a:cubicBezTo>
                    <a:pt x="6253" y="2209"/>
                    <a:pt x="5992" y="1611"/>
                    <a:pt x="5593" y="1132"/>
                  </a:cubicBezTo>
                  <a:lnTo>
                    <a:pt x="5220" y="1506"/>
                  </a:lnTo>
                  <a:lnTo>
                    <a:pt x="4807" y="1094"/>
                  </a:lnTo>
                  <a:lnTo>
                    <a:pt x="5180" y="720"/>
                  </a:lnTo>
                  <a:cubicBezTo>
                    <a:pt x="4702" y="321"/>
                    <a:pt x="4104" y="61"/>
                    <a:pt x="3448" y="0"/>
                  </a:cubicBezTo>
                  <a:lnTo>
                    <a:pt x="3448" y="530"/>
                  </a:lnTo>
                  <a:lnTo>
                    <a:pt x="2865" y="530"/>
                  </a:lnTo>
                  <a:lnTo>
                    <a:pt x="2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49"/>
          <p:cNvGrpSpPr/>
          <p:nvPr/>
        </p:nvGrpSpPr>
        <p:grpSpPr>
          <a:xfrm>
            <a:off x="3695276" y="2398936"/>
            <a:ext cx="201315" cy="351428"/>
            <a:chOff x="4106489" y="3381806"/>
            <a:chExt cx="201315" cy="351428"/>
          </a:xfrm>
        </p:grpSpPr>
        <p:sp>
          <p:nvSpPr>
            <p:cNvPr id="910" name="Google Shape;910;p49"/>
            <p:cNvSpPr/>
            <p:nvPr/>
          </p:nvSpPr>
          <p:spPr>
            <a:xfrm>
              <a:off x="4119545" y="3445783"/>
              <a:ext cx="175167" cy="55825"/>
            </a:xfrm>
            <a:custGeom>
              <a:avLst/>
              <a:gdLst/>
              <a:ahLst/>
              <a:cxnLst/>
              <a:rect l="l" t="t" r="r" b="b"/>
              <a:pathLst>
                <a:path w="4964" h="1582" extrusionOk="0">
                  <a:moveTo>
                    <a:pt x="1" y="1"/>
                  </a:moveTo>
                  <a:lnTo>
                    <a:pt x="1" y="1399"/>
                  </a:lnTo>
                  <a:cubicBezTo>
                    <a:pt x="1" y="1460"/>
                    <a:pt x="5" y="1521"/>
                    <a:pt x="11" y="1581"/>
                  </a:cubicBezTo>
                  <a:lnTo>
                    <a:pt x="4953" y="1581"/>
                  </a:lnTo>
                  <a:cubicBezTo>
                    <a:pt x="4960" y="1521"/>
                    <a:pt x="4964" y="1460"/>
                    <a:pt x="4964" y="1399"/>
                  </a:cubicBezTo>
                  <a:lnTo>
                    <a:pt x="49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9"/>
            <p:cNvSpPr/>
            <p:nvPr/>
          </p:nvSpPr>
          <p:spPr>
            <a:xfrm>
              <a:off x="4106489" y="3381806"/>
              <a:ext cx="201315" cy="43439"/>
            </a:xfrm>
            <a:custGeom>
              <a:avLst/>
              <a:gdLst/>
              <a:ahLst/>
              <a:cxnLst/>
              <a:rect l="l" t="t" r="r" b="b"/>
              <a:pathLst>
                <a:path w="5705" h="1231" extrusionOk="0">
                  <a:moveTo>
                    <a:pt x="0" y="0"/>
                  </a:moveTo>
                  <a:lnTo>
                    <a:pt x="0" y="1231"/>
                  </a:lnTo>
                  <a:lnTo>
                    <a:pt x="5705" y="1231"/>
                  </a:lnTo>
                  <a:lnTo>
                    <a:pt x="57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9"/>
            <p:cNvSpPr/>
            <p:nvPr/>
          </p:nvSpPr>
          <p:spPr>
            <a:xfrm>
              <a:off x="4119545" y="3522145"/>
              <a:ext cx="175167" cy="147078"/>
            </a:xfrm>
            <a:custGeom>
              <a:avLst/>
              <a:gdLst/>
              <a:ahLst/>
              <a:cxnLst/>
              <a:rect l="l" t="t" r="r" b="b"/>
              <a:pathLst>
                <a:path w="4964" h="4168" extrusionOk="0">
                  <a:moveTo>
                    <a:pt x="198" y="0"/>
                  </a:moveTo>
                  <a:cubicBezTo>
                    <a:pt x="287" y="161"/>
                    <a:pt x="404" y="308"/>
                    <a:pt x="546" y="431"/>
                  </a:cubicBezTo>
                  <a:lnTo>
                    <a:pt x="1204" y="1003"/>
                  </a:lnTo>
                  <a:lnTo>
                    <a:pt x="546" y="1574"/>
                  </a:lnTo>
                  <a:cubicBezTo>
                    <a:pt x="200" y="1875"/>
                    <a:pt x="1" y="2312"/>
                    <a:pt x="1" y="2771"/>
                  </a:cubicBezTo>
                  <a:lnTo>
                    <a:pt x="1" y="4168"/>
                  </a:lnTo>
                  <a:lnTo>
                    <a:pt x="4964" y="4168"/>
                  </a:lnTo>
                  <a:lnTo>
                    <a:pt x="4964" y="2771"/>
                  </a:lnTo>
                  <a:cubicBezTo>
                    <a:pt x="4964" y="2312"/>
                    <a:pt x="4765" y="1875"/>
                    <a:pt x="4419" y="1574"/>
                  </a:cubicBezTo>
                  <a:lnTo>
                    <a:pt x="3761" y="1003"/>
                  </a:lnTo>
                  <a:lnTo>
                    <a:pt x="4419" y="431"/>
                  </a:lnTo>
                  <a:cubicBezTo>
                    <a:pt x="4560" y="308"/>
                    <a:pt x="4677" y="162"/>
                    <a:pt x="4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9"/>
            <p:cNvSpPr/>
            <p:nvPr/>
          </p:nvSpPr>
          <p:spPr>
            <a:xfrm>
              <a:off x="4106489" y="3689796"/>
              <a:ext cx="201315" cy="43439"/>
            </a:xfrm>
            <a:custGeom>
              <a:avLst/>
              <a:gdLst/>
              <a:ahLst/>
              <a:cxnLst/>
              <a:rect l="l" t="t" r="r" b="b"/>
              <a:pathLst>
                <a:path w="5705" h="1231" extrusionOk="0">
                  <a:moveTo>
                    <a:pt x="0" y="0"/>
                  </a:moveTo>
                  <a:lnTo>
                    <a:pt x="0" y="1230"/>
                  </a:lnTo>
                  <a:lnTo>
                    <a:pt x="5705" y="1230"/>
                  </a:lnTo>
                  <a:lnTo>
                    <a:pt x="57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4" name="Google Shape;914;p49"/>
          <p:cNvGrpSpPr/>
          <p:nvPr/>
        </p:nvGrpSpPr>
        <p:grpSpPr>
          <a:xfrm>
            <a:off x="1222685" y="137364"/>
            <a:ext cx="351464" cy="288299"/>
            <a:chOff x="4794560" y="3413389"/>
            <a:chExt cx="351464" cy="288299"/>
          </a:xfrm>
        </p:grpSpPr>
        <p:sp>
          <p:nvSpPr>
            <p:cNvPr id="915" name="Google Shape;915;p49"/>
            <p:cNvSpPr/>
            <p:nvPr/>
          </p:nvSpPr>
          <p:spPr>
            <a:xfrm>
              <a:off x="4794560" y="3580193"/>
              <a:ext cx="36240" cy="99475"/>
            </a:xfrm>
            <a:custGeom>
              <a:avLst/>
              <a:gdLst/>
              <a:ahLst/>
              <a:cxnLst/>
              <a:rect l="l" t="t" r="r" b="b"/>
              <a:pathLst>
                <a:path w="1027" h="2819" extrusionOk="0">
                  <a:moveTo>
                    <a:pt x="1026" y="0"/>
                  </a:moveTo>
                  <a:cubicBezTo>
                    <a:pt x="432" y="194"/>
                    <a:pt x="0" y="754"/>
                    <a:pt x="0" y="1410"/>
                  </a:cubicBezTo>
                  <a:cubicBezTo>
                    <a:pt x="0" y="2065"/>
                    <a:pt x="432" y="2625"/>
                    <a:pt x="1026" y="2819"/>
                  </a:cubicBezTo>
                  <a:lnTo>
                    <a:pt x="10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9"/>
            <p:cNvSpPr/>
            <p:nvPr/>
          </p:nvSpPr>
          <p:spPr>
            <a:xfrm>
              <a:off x="4844244" y="3413389"/>
              <a:ext cx="252059" cy="134551"/>
            </a:xfrm>
            <a:custGeom>
              <a:avLst/>
              <a:gdLst/>
              <a:ahLst/>
              <a:cxnLst/>
              <a:rect l="l" t="t" r="r" b="b"/>
              <a:pathLst>
                <a:path w="7143" h="3813" extrusionOk="0">
                  <a:moveTo>
                    <a:pt x="3572" y="0"/>
                  </a:moveTo>
                  <a:cubicBezTo>
                    <a:pt x="1602" y="0"/>
                    <a:pt x="1" y="1602"/>
                    <a:pt x="1" y="3571"/>
                  </a:cubicBezTo>
                  <a:lnTo>
                    <a:pt x="1" y="3812"/>
                  </a:lnTo>
                  <a:lnTo>
                    <a:pt x="1783" y="3812"/>
                  </a:lnTo>
                  <a:lnTo>
                    <a:pt x="1783" y="3598"/>
                  </a:lnTo>
                  <a:cubicBezTo>
                    <a:pt x="1783" y="2611"/>
                    <a:pt x="2585" y="1809"/>
                    <a:pt x="3572" y="1809"/>
                  </a:cubicBezTo>
                  <a:cubicBezTo>
                    <a:pt x="4558" y="1809"/>
                    <a:pt x="5361" y="2611"/>
                    <a:pt x="5361" y="3598"/>
                  </a:cubicBezTo>
                  <a:lnTo>
                    <a:pt x="5361" y="3812"/>
                  </a:lnTo>
                  <a:lnTo>
                    <a:pt x="7143" y="3812"/>
                  </a:lnTo>
                  <a:lnTo>
                    <a:pt x="7143" y="3571"/>
                  </a:lnTo>
                  <a:cubicBezTo>
                    <a:pt x="7143" y="1602"/>
                    <a:pt x="5541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9"/>
            <p:cNvSpPr/>
            <p:nvPr/>
          </p:nvSpPr>
          <p:spPr>
            <a:xfrm>
              <a:off x="4851337" y="3568477"/>
              <a:ext cx="55825" cy="133210"/>
            </a:xfrm>
            <a:custGeom>
              <a:avLst/>
              <a:gdLst/>
              <a:ahLst/>
              <a:cxnLst/>
              <a:rect l="l" t="t" r="r" b="b"/>
              <a:pathLst>
                <a:path w="1582" h="3775" extrusionOk="0">
                  <a:moveTo>
                    <a:pt x="0" y="1"/>
                  </a:moveTo>
                  <a:lnTo>
                    <a:pt x="0" y="3774"/>
                  </a:lnTo>
                  <a:lnTo>
                    <a:pt x="1581" y="3774"/>
                  </a:lnTo>
                  <a:lnTo>
                    <a:pt x="1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9"/>
            <p:cNvSpPr/>
            <p:nvPr/>
          </p:nvSpPr>
          <p:spPr>
            <a:xfrm>
              <a:off x="5033385" y="3568477"/>
              <a:ext cx="55860" cy="133210"/>
            </a:xfrm>
            <a:custGeom>
              <a:avLst/>
              <a:gdLst/>
              <a:ahLst/>
              <a:cxnLst/>
              <a:rect l="l" t="t" r="r" b="b"/>
              <a:pathLst>
                <a:path w="1583" h="3775" extrusionOk="0">
                  <a:moveTo>
                    <a:pt x="1" y="1"/>
                  </a:moveTo>
                  <a:lnTo>
                    <a:pt x="1" y="3774"/>
                  </a:lnTo>
                  <a:lnTo>
                    <a:pt x="1582" y="3774"/>
                  </a:lnTo>
                  <a:lnTo>
                    <a:pt x="1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9"/>
            <p:cNvSpPr/>
            <p:nvPr/>
          </p:nvSpPr>
          <p:spPr>
            <a:xfrm>
              <a:off x="5109783" y="3580193"/>
              <a:ext cx="36240" cy="99475"/>
            </a:xfrm>
            <a:custGeom>
              <a:avLst/>
              <a:gdLst/>
              <a:ahLst/>
              <a:cxnLst/>
              <a:rect l="l" t="t" r="r" b="b"/>
              <a:pathLst>
                <a:path w="1027" h="2819" extrusionOk="0">
                  <a:moveTo>
                    <a:pt x="0" y="0"/>
                  </a:moveTo>
                  <a:lnTo>
                    <a:pt x="0" y="2819"/>
                  </a:lnTo>
                  <a:cubicBezTo>
                    <a:pt x="594" y="2625"/>
                    <a:pt x="1026" y="2065"/>
                    <a:pt x="1026" y="1410"/>
                  </a:cubicBezTo>
                  <a:cubicBezTo>
                    <a:pt x="1026" y="754"/>
                    <a:pt x="594" y="19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0" name="Google Shape;920;p49"/>
          <p:cNvGrpSpPr/>
          <p:nvPr/>
        </p:nvGrpSpPr>
        <p:grpSpPr>
          <a:xfrm>
            <a:off x="5233150" y="2399289"/>
            <a:ext cx="246060" cy="350722"/>
            <a:chOff x="7891038" y="3381136"/>
            <a:chExt cx="246060" cy="350722"/>
          </a:xfrm>
        </p:grpSpPr>
        <p:sp>
          <p:nvSpPr>
            <p:cNvPr id="921" name="Google Shape;921;p49"/>
            <p:cNvSpPr/>
            <p:nvPr/>
          </p:nvSpPr>
          <p:spPr>
            <a:xfrm>
              <a:off x="7935500" y="3566748"/>
              <a:ext cx="63023" cy="32253"/>
            </a:xfrm>
            <a:custGeom>
              <a:avLst/>
              <a:gdLst/>
              <a:ahLst/>
              <a:cxnLst/>
              <a:rect l="l" t="t" r="r" b="b"/>
              <a:pathLst>
                <a:path w="1786" h="914" extrusionOk="0">
                  <a:moveTo>
                    <a:pt x="0" y="1"/>
                  </a:moveTo>
                  <a:lnTo>
                    <a:pt x="0" y="913"/>
                  </a:lnTo>
                  <a:lnTo>
                    <a:pt x="1786" y="913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9"/>
            <p:cNvSpPr/>
            <p:nvPr/>
          </p:nvSpPr>
          <p:spPr>
            <a:xfrm>
              <a:off x="7925372" y="3381136"/>
              <a:ext cx="83137" cy="165110"/>
            </a:xfrm>
            <a:custGeom>
              <a:avLst/>
              <a:gdLst/>
              <a:ahLst/>
              <a:cxnLst/>
              <a:rect l="l" t="t" r="r" b="b"/>
              <a:pathLst>
                <a:path w="2356" h="4679" extrusionOk="0">
                  <a:moveTo>
                    <a:pt x="889" y="0"/>
                  </a:moveTo>
                  <a:lnTo>
                    <a:pt x="889" y="571"/>
                  </a:lnTo>
                  <a:lnTo>
                    <a:pt x="1" y="571"/>
                  </a:lnTo>
                  <a:lnTo>
                    <a:pt x="1" y="4678"/>
                  </a:lnTo>
                  <a:lnTo>
                    <a:pt x="2355" y="4678"/>
                  </a:lnTo>
                  <a:lnTo>
                    <a:pt x="2355" y="571"/>
                  </a:lnTo>
                  <a:lnTo>
                    <a:pt x="1471" y="571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9"/>
            <p:cNvSpPr/>
            <p:nvPr/>
          </p:nvSpPr>
          <p:spPr>
            <a:xfrm>
              <a:off x="7891038" y="3456581"/>
              <a:ext cx="246060" cy="222594"/>
            </a:xfrm>
            <a:custGeom>
              <a:avLst/>
              <a:gdLst/>
              <a:ahLst/>
              <a:cxnLst/>
              <a:rect l="l" t="t" r="r" b="b"/>
              <a:pathLst>
                <a:path w="6973" h="6308" extrusionOk="0">
                  <a:moveTo>
                    <a:pt x="3911" y="0"/>
                  </a:moveTo>
                  <a:lnTo>
                    <a:pt x="3911" y="1683"/>
                  </a:lnTo>
                  <a:cubicBezTo>
                    <a:pt x="4686" y="1757"/>
                    <a:pt x="5295" y="2412"/>
                    <a:pt x="5295" y="3207"/>
                  </a:cubicBezTo>
                  <a:cubicBezTo>
                    <a:pt x="5295" y="3851"/>
                    <a:pt x="4895" y="4422"/>
                    <a:pt x="4294" y="4644"/>
                  </a:cubicBezTo>
                  <a:lnTo>
                    <a:pt x="1" y="4644"/>
                  </a:lnTo>
                  <a:lnTo>
                    <a:pt x="1" y="5226"/>
                  </a:lnTo>
                  <a:lnTo>
                    <a:pt x="955" y="5226"/>
                  </a:lnTo>
                  <a:lnTo>
                    <a:pt x="955" y="5834"/>
                  </a:lnTo>
                  <a:lnTo>
                    <a:pt x="4594" y="5834"/>
                  </a:lnTo>
                  <a:lnTo>
                    <a:pt x="4594" y="6307"/>
                  </a:lnTo>
                  <a:cubicBezTo>
                    <a:pt x="5963" y="5940"/>
                    <a:pt x="6973" y="4689"/>
                    <a:pt x="6973" y="3207"/>
                  </a:cubicBezTo>
                  <a:cubicBezTo>
                    <a:pt x="6973" y="1486"/>
                    <a:pt x="5613" y="78"/>
                    <a:pt x="3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9"/>
            <p:cNvSpPr/>
            <p:nvPr/>
          </p:nvSpPr>
          <p:spPr>
            <a:xfrm>
              <a:off x="7891144" y="3682985"/>
              <a:ext cx="151701" cy="48873"/>
            </a:xfrm>
            <a:custGeom>
              <a:avLst/>
              <a:gdLst/>
              <a:ahLst/>
              <a:cxnLst/>
              <a:rect l="l" t="t" r="r" b="b"/>
              <a:pathLst>
                <a:path w="4299" h="1385" extrusionOk="0">
                  <a:moveTo>
                    <a:pt x="1" y="0"/>
                  </a:moveTo>
                  <a:lnTo>
                    <a:pt x="1" y="1385"/>
                  </a:lnTo>
                  <a:lnTo>
                    <a:pt x="4299" y="1385"/>
                  </a:lnTo>
                  <a:lnTo>
                    <a:pt x="4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49"/>
          <p:cNvGrpSpPr/>
          <p:nvPr/>
        </p:nvGrpSpPr>
        <p:grpSpPr>
          <a:xfrm>
            <a:off x="5180462" y="1389049"/>
            <a:ext cx="351464" cy="303402"/>
            <a:chOff x="1752812" y="3973084"/>
            <a:chExt cx="351463" cy="303402"/>
          </a:xfrm>
        </p:grpSpPr>
        <p:sp>
          <p:nvSpPr>
            <p:cNvPr id="926" name="Google Shape;926;p49"/>
            <p:cNvSpPr/>
            <p:nvPr/>
          </p:nvSpPr>
          <p:spPr>
            <a:xfrm>
              <a:off x="2025761" y="4029367"/>
              <a:ext cx="78515" cy="20643"/>
            </a:xfrm>
            <a:custGeom>
              <a:avLst/>
              <a:gdLst/>
              <a:ahLst/>
              <a:cxnLst/>
              <a:rect l="l" t="t" r="r" b="b"/>
              <a:pathLst>
                <a:path w="2225" h="585" extrusionOk="0">
                  <a:moveTo>
                    <a:pt x="0" y="1"/>
                  </a:moveTo>
                  <a:lnTo>
                    <a:pt x="0" y="584"/>
                  </a:lnTo>
                  <a:lnTo>
                    <a:pt x="2224" y="584"/>
                  </a:lnTo>
                  <a:lnTo>
                    <a:pt x="2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9"/>
            <p:cNvSpPr/>
            <p:nvPr/>
          </p:nvSpPr>
          <p:spPr>
            <a:xfrm>
              <a:off x="2025761" y="3996409"/>
              <a:ext cx="78515" cy="20643"/>
            </a:xfrm>
            <a:custGeom>
              <a:avLst/>
              <a:gdLst/>
              <a:ahLst/>
              <a:cxnLst/>
              <a:rect l="l" t="t" r="r" b="b"/>
              <a:pathLst>
                <a:path w="2225" h="585" extrusionOk="0">
                  <a:moveTo>
                    <a:pt x="0" y="1"/>
                  </a:moveTo>
                  <a:lnTo>
                    <a:pt x="0" y="585"/>
                  </a:lnTo>
                  <a:lnTo>
                    <a:pt x="2224" y="585"/>
                  </a:lnTo>
                  <a:lnTo>
                    <a:pt x="2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9"/>
            <p:cNvSpPr/>
            <p:nvPr/>
          </p:nvSpPr>
          <p:spPr>
            <a:xfrm>
              <a:off x="1752812" y="3973084"/>
              <a:ext cx="351463" cy="129399"/>
            </a:xfrm>
            <a:custGeom>
              <a:avLst/>
              <a:gdLst/>
              <a:ahLst/>
              <a:cxnLst/>
              <a:rect l="l" t="t" r="r" b="b"/>
              <a:pathLst>
                <a:path w="9960" h="3667" extrusionOk="0">
                  <a:moveTo>
                    <a:pt x="4266" y="1"/>
                  </a:moveTo>
                  <a:cubicBezTo>
                    <a:pt x="3820" y="1"/>
                    <a:pt x="3434" y="334"/>
                    <a:pt x="3369" y="776"/>
                  </a:cubicBezTo>
                  <a:lnTo>
                    <a:pt x="3113" y="2510"/>
                  </a:lnTo>
                  <a:lnTo>
                    <a:pt x="0" y="2510"/>
                  </a:lnTo>
                  <a:lnTo>
                    <a:pt x="0" y="3666"/>
                  </a:lnTo>
                  <a:lnTo>
                    <a:pt x="9959" y="3666"/>
                  </a:lnTo>
                  <a:lnTo>
                    <a:pt x="9959" y="2510"/>
                  </a:lnTo>
                  <a:lnTo>
                    <a:pt x="6866" y="2510"/>
                  </a:lnTo>
                  <a:lnTo>
                    <a:pt x="6610" y="776"/>
                  </a:lnTo>
                  <a:cubicBezTo>
                    <a:pt x="6545" y="334"/>
                    <a:pt x="6159" y="1"/>
                    <a:pt x="5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9"/>
            <p:cNvSpPr/>
            <p:nvPr/>
          </p:nvSpPr>
          <p:spPr>
            <a:xfrm>
              <a:off x="1810225" y="4169529"/>
              <a:ext cx="236603" cy="38569"/>
            </a:xfrm>
            <a:custGeom>
              <a:avLst/>
              <a:gdLst/>
              <a:ahLst/>
              <a:cxnLst/>
              <a:rect l="l" t="t" r="r" b="b"/>
              <a:pathLst>
                <a:path w="6705" h="1093" extrusionOk="0">
                  <a:moveTo>
                    <a:pt x="1" y="1"/>
                  </a:moveTo>
                  <a:lnTo>
                    <a:pt x="1" y="1092"/>
                  </a:lnTo>
                  <a:lnTo>
                    <a:pt x="6705" y="1092"/>
                  </a:lnTo>
                  <a:lnTo>
                    <a:pt x="67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9"/>
            <p:cNvSpPr/>
            <p:nvPr/>
          </p:nvSpPr>
          <p:spPr>
            <a:xfrm>
              <a:off x="1763787" y="4123020"/>
              <a:ext cx="329479" cy="153465"/>
            </a:xfrm>
            <a:custGeom>
              <a:avLst/>
              <a:gdLst/>
              <a:ahLst/>
              <a:cxnLst/>
              <a:rect l="l" t="t" r="r" b="b"/>
              <a:pathLst>
                <a:path w="9337" h="4349" extrusionOk="0">
                  <a:moveTo>
                    <a:pt x="8604" y="736"/>
                  </a:moveTo>
                  <a:lnTo>
                    <a:pt x="8604" y="2993"/>
                  </a:lnTo>
                  <a:lnTo>
                    <a:pt x="733" y="2993"/>
                  </a:lnTo>
                  <a:lnTo>
                    <a:pt x="733" y="736"/>
                  </a:lnTo>
                  <a:close/>
                  <a:moveTo>
                    <a:pt x="1" y="0"/>
                  </a:moveTo>
                  <a:lnTo>
                    <a:pt x="1" y="4349"/>
                  </a:lnTo>
                  <a:lnTo>
                    <a:pt x="584" y="4349"/>
                  </a:lnTo>
                  <a:lnTo>
                    <a:pt x="584" y="3760"/>
                  </a:lnTo>
                  <a:lnTo>
                    <a:pt x="2763" y="3760"/>
                  </a:lnTo>
                  <a:lnTo>
                    <a:pt x="2763" y="4349"/>
                  </a:lnTo>
                  <a:lnTo>
                    <a:pt x="3346" y="4349"/>
                  </a:lnTo>
                  <a:lnTo>
                    <a:pt x="3346" y="3760"/>
                  </a:lnTo>
                  <a:lnTo>
                    <a:pt x="6011" y="3760"/>
                  </a:lnTo>
                  <a:lnTo>
                    <a:pt x="6011" y="4349"/>
                  </a:lnTo>
                  <a:lnTo>
                    <a:pt x="6594" y="4349"/>
                  </a:lnTo>
                  <a:lnTo>
                    <a:pt x="6594" y="3760"/>
                  </a:lnTo>
                  <a:lnTo>
                    <a:pt x="8753" y="3760"/>
                  </a:lnTo>
                  <a:lnTo>
                    <a:pt x="8753" y="4349"/>
                  </a:lnTo>
                  <a:lnTo>
                    <a:pt x="9336" y="4349"/>
                  </a:lnTo>
                  <a:lnTo>
                    <a:pt x="9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49"/>
          <p:cNvGrpSpPr/>
          <p:nvPr/>
        </p:nvGrpSpPr>
        <p:grpSpPr>
          <a:xfrm>
            <a:off x="5180456" y="3432818"/>
            <a:ext cx="351464" cy="351464"/>
            <a:chOff x="2505918" y="3949053"/>
            <a:chExt cx="351464" cy="351464"/>
          </a:xfrm>
        </p:grpSpPr>
        <p:sp>
          <p:nvSpPr>
            <p:cNvPr id="932" name="Google Shape;932;p49"/>
            <p:cNvSpPr/>
            <p:nvPr/>
          </p:nvSpPr>
          <p:spPr>
            <a:xfrm>
              <a:off x="2624978" y="4189537"/>
              <a:ext cx="113308" cy="43545"/>
            </a:xfrm>
            <a:custGeom>
              <a:avLst/>
              <a:gdLst/>
              <a:ahLst/>
              <a:cxnLst/>
              <a:rect l="l" t="t" r="r" b="b"/>
              <a:pathLst>
                <a:path w="3211" h="1234" extrusionOk="0">
                  <a:moveTo>
                    <a:pt x="1" y="0"/>
                  </a:moveTo>
                  <a:lnTo>
                    <a:pt x="1" y="1233"/>
                  </a:lnTo>
                  <a:lnTo>
                    <a:pt x="3210" y="1233"/>
                  </a:lnTo>
                  <a:lnTo>
                    <a:pt x="3210" y="0"/>
                  </a:lnTo>
                  <a:lnTo>
                    <a:pt x="2656" y="0"/>
                  </a:lnTo>
                  <a:lnTo>
                    <a:pt x="2656" y="428"/>
                  </a:lnTo>
                  <a:lnTo>
                    <a:pt x="2073" y="428"/>
                  </a:lnTo>
                  <a:lnTo>
                    <a:pt x="20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9"/>
            <p:cNvSpPr/>
            <p:nvPr/>
          </p:nvSpPr>
          <p:spPr>
            <a:xfrm>
              <a:off x="2505918" y="4169459"/>
              <a:ext cx="29924" cy="131058"/>
            </a:xfrm>
            <a:custGeom>
              <a:avLst/>
              <a:gdLst/>
              <a:ahLst/>
              <a:cxnLst/>
              <a:rect l="l" t="t" r="r" b="b"/>
              <a:pathLst>
                <a:path w="848" h="3714" extrusionOk="0">
                  <a:moveTo>
                    <a:pt x="0" y="0"/>
                  </a:moveTo>
                  <a:lnTo>
                    <a:pt x="0" y="3714"/>
                  </a:lnTo>
                  <a:lnTo>
                    <a:pt x="848" y="371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9"/>
            <p:cNvSpPr/>
            <p:nvPr/>
          </p:nvSpPr>
          <p:spPr>
            <a:xfrm>
              <a:off x="2556415" y="3949053"/>
              <a:ext cx="250435" cy="351464"/>
            </a:xfrm>
            <a:custGeom>
              <a:avLst/>
              <a:gdLst/>
              <a:ahLst/>
              <a:cxnLst/>
              <a:rect l="l" t="t" r="r" b="b"/>
              <a:pathLst>
                <a:path w="7097" h="9960" extrusionOk="0">
                  <a:moveTo>
                    <a:pt x="4191" y="585"/>
                  </a:moveTo>
                  <a:lnTo>
                    <a:pt x="4191" y="1161"/>
                  </a:lnTo>
                  <a:cubicBezTo>
                    <a:pt x="3983" y="1123"/>
                    <a:pt x="3768" y="1103"/>
                    <a:pt x="3549" y="1103"/>
                  </a:cubicBezTo>
                  <a:cubicBezTo>
                    <a:pt x="3329" y="1103"/>
                    <a:pt x="3114" y="1123"/>
                    <a:pt x="2905" y="1161"/>
                  </a:cubicBezTo>
                  <a:lnTo>
                    <a:pt x="2905" y="585"/>
                  </a:lnTo>
                  <a:close/>
                  <a:moveTo>
                    <a:pt x="5737" y="5033"/>
                  </a:moveTo>
                  <a:lnTo>
                    <a:pt x="5737" y="8632"/>
                  </a:lnTo>
                  <a:lnTo>
                    <a:pt x="1361" y="8632"/>
                  </a:lnTo>
                  <a:lnTo>
                    <a:pt x="1361" y="5033"/>
                  </a:lnTo>
                  <a:close/>
                  <a:moveTo>
                    <a:pt x="2322" y="1"/>
                  </a:moveTo>
                  <a:lnTo>
                    <a:pt x="2322" y="1321"/>
                  </a:lnTo>
                  <a:cubicBezTo>
                    <a:pt x="1047" y="1791"/>
                    <a:pt x="112" y="2970"/>
                    <a:pt x="0" y="4378"/>
                  </a:cubicBezTo>
                  <a:lnTo>
                    <a:pt x="0" y="9960"/>
                  </a:lnTo>
                  <a:lnTo>
                    <a:pt x="7096" y="9960"/>
                  </a:lnTo>
                  <a:lnTo>
                    <a:pt x="7096" y="4378"/>
                  </a:lnTo>
                  <a:cubicBezTo>
                    <a:pt x="6984" y="2970"/>
                    <a:pt x="6050" y="1791"/>
                    <a:pt x="4775" y="1321"/>
                  </a:cubicBezTo>
                  <a:lnTo>
                    <a:pt x="4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9"/>
            <p:cNvSpPr/>
            <p:nvPr/>
          </p:nvSpPr>
          <p:spPr>
            <a:xfrm>
              <a:off x="2827423" y="4169459"/>
              <a:ext cx="29959" cy="131058"/>
            </a:xfrm>
            <a:custGeom>
              <a:avLst/>
              <a:gdLst/>
              <a:ahLst/>
              <a:cxnLst/>
              <a:rect l="l" t="t" r="r" b="b"/>
              <a:pathLst>
                <a:path w="849" h="3714" extrusionOk="0">
                  <a:moveTo>
                    <a:pt x="0" y="0"/>
                  </a:moveTo>
                  <a:lnTo>
                    <a:pt x="0" y="3714"/>
                  </a:lnTo>
                  <a:lnTo>
                    <a:pt x="848" y="3714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9"/>
            <p:cNvSpPr/>
            <p:nvPr/>
          </p:nvSpPr>
          <p:spPr>
            <a:xfrm>
              <a:off x="2624978" y="4147263"/>
              <a:ext cx="113308" cy="21702"/>
            </a:xfrm>
            <a:custGeom>
              <a:avLst/>
              <a:gdLst/>
              <a:ahLst/>
              <a:cxnLst/>
              <a:rect l="l" t="t" r="r" b="b"/>
              <a:pathLst>
                <a:path w="3211" h="615" extrusionOk="0">
                  <a:moveTo>
                    <a:pt x="1" y="0"/>
                  </a:moveTo>
                  <a:lnTo>
                    <a:pt x="1" y="614"/>
                  </a:lnTo>
                  <a:lnTo>
                    <a:pt x="3210" y="614"/>
                  </a:lnTo>
                  <a:lnTo>
                    <a:pt x="32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1"/>
          <p:cNvSpPr txBox="1">
            <a:spLocks noGrp="1"/>
          </p:cNvSpPr>
          <p:nvPr>
            <p:ph type="subTitle" idx="1"/>
          </p:nvPr>
        </p:nvSpPr>
        <p:spPr>
          <a:xfrm>
            <a:off x="1414150" y="1126425"/>
            <a:ext cx="63156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[[quote]]</a:t>
            </a:r>
          </a:p>
        </p:txBody>
      </p:sp>
      <p:sp>
        <p:nvSpPr>
          <p:cNvPr id="947" name="Google Shape;947;p51"/>
          <p:cNvSpPr txBox="1">
            <a:spLocks noGrp="1"/>
          </p:cNvSpPr>
          <p:nvPr>
            <p:ph type="title"/>
          </p:nvPr>
        </p:nvSpPr>
        <p:spPr>
          <a:xfrm>
            <a:off x="1414250" y="3024100"/>
            <a:ext cx="6315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[[author]]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5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2" b="7684"/>
          <a:stretch/>
        </p:blipFill>
        <p:spPr>
          <a:xfrm>
            <a:off x="-25" y="-13725"/>
            <a:ext cx="9144000" cy="5157300"/>
          </a:xfrm>
          <a:prstGeom prst="rect">
            <a:avLst/>
          </a:prstGeom>
        </p:spPr>
      </p:pic>
      <p:sp>
        <p:nvSpPr>
          <p:cNvPr id="953" name="Google Shape;953;p52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954" name="Google Shape;954;p52"/>
          <p:cNvSpPr/>
          <p:nvPr/>
        </p:nvSpPr>
        <p:spPr>
          <a:xfrm>
            <a:off x="8762069" y="3980561"/>
            <a:ext cx="640200" cy="640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52"/>
          <p:cNvSpPr/>
          <p:nvPr/>
        </p:nvSpPr>
        <p:spPr>
          <a:xfrm>
            <a:off x="8683600" y="3902100"/>
            <a:ext cx="797100" cy="797400"/>
          </a:xfrm>
          <a:prstGeom prst="ellipse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52"/>
          <p:cNvSpPr/>
          <p:nvPr/>
        </p:nvSpPr>
        <p:spPr>
          <a:xfrm rot="8098848">
            <a:off x="-303295" y="332080"/>
            <a:ext cx="632790" cy="63279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52"/>
          <p:cNvSpPr/>
          <p:nvPr/>
        </p:nvSpPr>
        <p:spPr>
          <a:xfrm rot="8098848">
            <a:off x="-303295" y="802005"/>
            <a:ext cx="632790" cy="6327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52"/>
          <p:cNvSpPr/>
          <p:nvPr/>
        </p:nvSpPr>
        <p:spPr>
          <a:xfrm rot="8100000">
            <a:off x="-213294" y="892267"/>
            <a:ext cx="452265" cy="452265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9" name="Google Shape;959;p52"/>
          <p:cNvGrpSpPr/>
          <p:nvPr/>
        </p:nvGrpSpPr>
        <p:grpSpPr>
          <a:xfrm>
            <a:off x="229853" y="3397651"/>
            <a:ext cx="230996" cy="1474946"/>
            <a:chOff x="1943250" y="3207475"/>
            <a:chExt cx="169800" cy="1084200"/>
          </a:xfrm>
        </p:grpSpPr>
        <p:cxnSp>
          <p:nvCxnSpPr>
            <p:cNvPr id="960" name="Google Shape;960;p52"/>
            <p:cNvCxnSpPr/>
            <p:nvPr/>
          </p:nvCxnSpPr>
          <p:spPr>
            <a:xfrm>
              <a:off x="1943250" y="3207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1" name="Google Shape;961;p52"/>
            <p:cNvCxnSpPr/>
            <p:nvPr/>
          </p:nvCxnSpPr>
          <p:spPr>
            <a:xfrm>
              <a:off x="1943250" y="3359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2" name="Google Shape;962;p52"/>
            <p:cNvCxnSpPr/>
            <p:nvPr/>
          </p:nvCxnSpPr>
          <p:spPr>
            <a:xfrm>
              <a:off x="1943250" y="35122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3" name="Google Shape;963;p52"/>
            <p:cNvCxnSpPr/>
            <p:nvPr/>
          </p:nvCxnSpPr>
          <p:spPr>
            <a:xfrm>
              <a:off x="1943250" y="36646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4" name="Google Shape;964;p52"/>
            <p:cNvCxnSpPr/>
            <p:nvPr/>
          </p:nvCxnSpPr>
          <p:spPr>
            <a:xfrm>
              <a:off x="1943250" y="38170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52"/>
            <p:cNvCxnSpPr/>
            <p:nvPr/>
          </p:nvCxnSpPr>
          <p:spPr>
            <a:xfrm>
              <a:off x="1943250" y="39694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6" name="Google Shape;966;p52"/>
            <p:cNvCxnSpPr/>
            <p:nvPr/>
          </p:nvCxnSpPr>
          <p:spPr>
            <a:xfrm>
              <a:off x="1943250" y="4121875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67" name="Google Shape;967;p52"/>
          <p:cNvSpPr/>
          <p:nvPr/>
        </p:nvSpPr>
        <p:spPr>
          <a:xfrm rot="5400000">
            <a:off x="8191601" y="1374659"/>
            <a:ext cx="1111034" cy="127024"/>
          </a:xfrm>
          <a:custGeom>
            <a:avLst/>
            <a:gdLst/>
            <a:ahLst/>
            <a:cxnLst/>
            <a:rect l="l" t="t" r="r" b="b"/>
            <a:pathLst>
              <a:path w="32815" h="3752" extrusionOk="0">
                <a:moveTo>
                  <a:pt x="0" y="108"/>
                </a:moveTo>
                <a:lnTo>
                  <a:pt x="3626" y="3734"/>
                </a:lnTo>
                <a:lnTo>
                  <a:pt x="7361" y="0"/>
                </a:lnTo>
                <a:lnTo>
                  <a:pt x="11059" y="3698"/>
                </a:lnTo>
                <a:lnTo>
                  <a:pt x="14685" y="72"/>
                </a:lnTo>
                <a:lnTo>
                  <a:pt x="18329" y="3716"/>
                </a:lnTo>
                <a:lnTo>
                  <a:pt x="21991" y="54"/>
                </a:lnTo>
                <a:lnTo>
                  <a:pt x="25617" y="3680"/>
                </a:lnTo>
                <a:lnTo>
                  <a:pt x="29261" y="36"/>
                </a:lnTo>
                <a:lnTo>
                  <a:pt x="32815" y="3752"/>
                </a:ln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968" name="Google Shape;968;p52"/>
          <p:cNvGrpSpPr/>
          <p:nvPr/>
        </p:nvGrpSpPr>
        <p:grpSpPr>
          <a:xfrm>
            <a:off x="8598688" y="369700"/>
            <a:ext cx="169800" cy="169800"/>
            <a:chOff x="1687088" y="3641600"/>
            <a:chExt cx="169800" cy="169800"/>
          </a:xfrm>
        </p:grpSpPr>
        <p:cxnSp>
          <p:nvCxnSpPr>
            <p:cNvPr id="969" name="Google Shape;969;p52"/>
            <p:cNvCxnSpPr/>
            <p:nvPr/>
          </p:nvCxnSpPr>
          <p:spPr>
            <a:xfrm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52"/>
            <p:cNvCxnSpPr/>
            <p:nvPr/>
          </p:nvCxnSpPr>
          <p:spPr>
            <a:xfrm flipH="1">
              <a:off x="1687088" y="3641600"/>
              <a:ext cx="169800" cy="16980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5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943" r="16950"/>
          <a:stretch/>
        </p:blipFill>
        <p:spPr>
          <a:xfrm>
            <a:off x="1281150" y="1161750"/>
            <a:ext cx="2910000" cy="2936100"/>
          </a:xfrm>
          <a:prstGeom prst="roundRect">
            <a:avLst>
              <a:gd name="adj" fmla="val 16667"/>
            </a:avLst>
          </a:prstGeom>
        </p:spPr>
      </p:pic>
      <p:sp>
        <p:nvSpPr>
          <p:cNvPr id="976" name="Google Shape;976;p53"/>
          <p:cNvSpPr txBox="1">
            <a:spLocks noGrp="1"/>
          </p:cNvSpPr>
          <p:nvPr>
            <p:ph type="title"/>
          </p:nvPr>
        </p:nvSpPr>
        <p:spPr>
          <a:xfrm>
            <a:off x="4495950" y="1161750"/>
            <a:ext cx="3366900" cy="20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[[headline_line_1]]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[[headline_line_2]]</a:t>
            </a:r>
            <a:endParaRPr/>
          </a:p>
        </p:txBody>
      </p:sp>
      <p:sp>
        <p:nvSpPr>
          <p:cNvPr id="977" name="Google Shape;977;p53"/>
          <p:cNvSpPr txBox="1">
            <a:spLocks noGrp="1"/>
          </p:cNvSpPr>
          <p:nvPr>
            <p:ph type="subTitle" idx="1"/>
          </p:nvPr>
        </p:nvSpPr>
        <p:spPr>
          <a:xfrm>
            <a:off x="4495950" y="3189225"/>
            <a:ext cx="3366900" cy="9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[[body]]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57"/>
          <p:cNvGrpSpPr/>
          <p:nvPr/>
        </p:nvGrpSpPr>
        <p:grpSpPr>
          <a:xfrm>
            <a:off x="4438350" y="1328619"/>
            <a:ext cx="3687024" cy="2486256"/>
            <a:chOff x="331763" y="414153"/>
            <a:chExt cx="6903246" cy="5019697"/>
          </a:xfrm>
        </p:grpSpPr>
        <p:sp>
          <p:nvSpPr>
            <p:cNvPr id="1019" name="Google Shape;1019;p57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57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2" name="Google Shape;1022;p57"/>
          <p:cNvSpPr txBox="1">
            <a:spLocks noGrp="1"/>
          </p:cNvSpPr>
          <p:nvPr>
            <p:ph type="title"/>
          </p:nvPr>
        </p:nvSpPr>
        <p:spPr>
          <a:xfrm>
            <a:off x="1382650" y="1323900"/>
            <a:ext cx="27207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023" name="Google Shape;1023;p57"/>
          <p:cNvSpPr txBox="1">
            <a:spLocks noGrp="1"/>
          </p:cNvSpPr>
          <p:nvPr>
            <p:ph type="subTitle" idx="1"/>
          </p:nvPr>
        </p:nvSpPr>
        <p:spPr>
          <a:xfrm>
            <a:off x="1382650" y="2387100"/>
            <a:ext cx="27207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[[caption]]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8"/>
          <p:cNvSpPr txBox="1">
            <a:spLocks noGrp="1"/>
          </p:cNvSpPr>
          <p:nvPr>
            <p:ph type="title"/>
          </p:nvPr>
        </p:nvSpPr>
        <p:spPr>
          <a:xfrm>
            <a:off x="5352300" y="1552500"/>
            <a:ext cx="27645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030" name="Google Shape;1030;p58"/>
          <p:cNvSpPr txBox="1">
            <a:spLocks noGrp="1"/>
          </p:cNvSpPr>
          <p:nvPr>
            <p:ph type="subTitle" idx="1"/>
          </p:nvPr>
        </p:nvSpPr>
        <p:spPr>
          <a:xfrm>
            <a:off x="5352425" y="2615700"/>
            <a:ext cx="2764500" cy="1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[[caption]]</a:t>
            </a:r>
          </a:p>
        </p:txBody>
      </p:sp>
      <p:sp>
        <p:nvSpPr>
          <p:cNvPr id="1031" name="Google Shape;1031;p58"/>
          <p:cNvSpPr/>
          <p:nvPr/>
        </p:nvSpPr>
        <p:spPr>
          <a:xfrm>
            <a:off x="941825" y="1385450"/>
            <a:ext cx="4043100" cy="2535300"/>
          </a:xfrm>
          <a:prstGeom prst="roundRect">
            <a:avLst>
              <a:gd name="adj" fmla="val 443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2" name="Google Shape;1032;p58"/>
          <p:cNvPicPr preferRelativeResize="0"/>
          <p:nvPr/>
        </p:nvPicPr>
        <p:blipFill rotWithShape="1">
          <a:blip r:embed="rId3">
            <a:alphaModFix/>
          </a:blip>
          <a:srcRect l="4120" r="4120"/>
          <a:stretch/>
        </p:blipFill>
        <p:spPr>
          <a:xfrm>
            <a:off x="1041050" y="1474675"/>
            <a:ext cx="3844500" cy="2356800"/>
          </a:xfrm>
          <a:prstGeom prst="roundRect">
            <a:avLst>
              <a:gd name="adj" fmla="val 299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9"/>
          <p:cNvSpPr txBox="1">
            <a:spLocks noGrp="1"/>
          </p:cNvSpPr>
          <p:nvPr>
            <p:ph type="title"/>
          </p:nvPr>
        </p:nvSpPr>
        <p:spPr>
          <a:xfrm>
            <a:off x="1382650" y="1323900"/>
            <a:ext cx="27207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038" name="Google Shape;1038;p59"/>
          <p:cNvSpPr txBox="1">
            <a:spLocks noGrp="1"/>
          </p:cNvSpPr>
          <p:nvPr>
            <p:ph type="subTitle" idx="1"/>
          </p:nvPr>
        </p:nvSpPr>
        <p:spPr>
          <a:xfrm>
            <a:off x="1382650" y="2387100"/>
            <a:ext cx="27207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[[caption]]</a:t>
            </a:r>
          </a:p>
        </p:txBody>
      </p:sp>
      <p:sp>
        <p:nvSpPr>
          <p:cNvPr id="1039" name="Google Shape;1039;p59"/>
          <p:cNvSpPr/>
          <p:nvPr/>
        </p:nvSpPr>
        <p:spPr>
          <a:xfrm>
            <a:off x="4373550" y="1615925"/>
            <a:ext cx="3653700" cy="1706700"/>
          </a:xfrm>
          <a:prstGeom prst="roundRect">
            <a:avLst>
              <a:gd name="adj" fmla="val 812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0" name="Google Shape;1040;p59"/>
          <p:cNvPicPr preferRelativeResize="0"/>
          <p:nvPr/>
        </p:nvPicPr>
        <p:blipFill rotWithShape="1">
          <a:blip r:embed="rId3">
            <a:alphaModFix/>
          </a:blip>
          <a:srcRect t="9069" b="9078"/>
          <a:stretch/>
        </p:blipFill>
        <p:spPr>
          <a:xfrm>
            <a:off x="4473948" y="1664375"/>
            <a:ext cx="3496200" cy="1609800"/>
          </a:xfrm>
          <a:prstGeom prst="roundRect">
            <a:avLst>
              <a:gd name="adj" fmla="val 7311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0"/>
          <p:cNvSpPr txBox="1"/>
          <p:nvPr/>
        </p:nvSpPr>
        <p:spPr>
          <a:xfrm flipH="1">
            <a:off x="6259650" y="1375725"/>
            <a:ext cx="1956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[[location_1_name]]</a:t>
            </a:r>
          </a:p>
        </p:txBody>
      </p:sp>
      <p:sp>
        <p:nvSpPr>
          <p:cNvPr id="1046" name="Google Shape;1046;p60"/>
          <p:cNvSpPr txBox="1"/>
          <p:nvPr/>
        </p:nvSpPr>
        <p:spPr>
          <a:xfrm flipH="1">
            <a:off x="6259650" y="3457425"/>
            <a:ext cx="1956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[[location_3_name]]</a:t>
            </a:r>
          </a:p>
        </p:txBody>
      </p:sp>
      <p:sp>
        <p:nvSpPr>
          <p:cNvPr id="1047" name="Google Shape;1047;p60"/>
          <p:cNvSpPr txBox="1"/>
          <p:nvPr/>
        </p:nvSpPr>
        <p:spPr>
          <a:xfrm flipH="1">
            <a:off x="6259650" y="2416648"/>
            <a:ext cx="1956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[[location_2_name]]</a:t>
            </a:r>
          </a:p>
        </p:txBody>
      </p:sp>
      <p:sp>
        <p:nvSpPr>
          <p:cNvPr id="1048" name="Google Shape;1048;p6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049" name="Google Shape;1049;p60"/>
          <p:cNvSpPr txBox="1"/>
          <p:nvPr/>
        </p:nvSpPr>
        <p:spPr>
          <a:xfrm flipH="1">
            <a:off x="6259650" y="1639648"/>
            <a:ext cx="1956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[[location_1_text]]</a:t>
            </a:r>
          </a:p>
        </p:txBody>
      </p:sp>
      <p:sp>
        <p:nvSpPr>
          <p:cNvPr id="1050" name="Google Shape;1050;p60"/>
          <p:cNvSpPr txBox="1"/>
          <p:nvPr/>
        </p:nvSpPr>
        <p:spPr>
          <a:xfrm flipH="1">
            <a:off x="6259650" y="3721224"/>
            <a:ext cx="1956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[[location_3_text]]</a:t>
            </a:r>
          </a:p>
        </p:txBody>
      </p:sp>
      <p:sp>
        <p:nvSpPr>
          <p:cNvPr id="1051" name="Google Shape;1051;p60"/>
          <p:cNvSpPr txBox="1"/>
          <p:nvPr/>
        </p:nvSpPr>
        <p:spPr>
          <a:xfrm flipH="1">
            <a:off x="6259650" y="2680436"/>
            <a:ext cx="19563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[[location_2_text]]</a:t>
            </a:r>
          </a:p>
        </p:txBody>
      </p:sp>
      <p:grpSp>
        <p:nvGrpSpPr>
          <p:cNvPr id="1052" name="Google Shape;1052;p60"/>
          <p:cNvGrpSpPr/>
          <p:nvPr/>
        </p:nvGrpSpPr>
        <p:grpSpPr>
          <a:xfrm>
            <a:off x="909206" y="1565879"/>
            <a:ext cx="4789842" cy="2551343"/>
            <a:chOff x="233350" y="949250"/>
            <a:chExt cx="7137300" cy="3802300"/>
          </a:xfrm>
        </p:grpSpPr>
        <p:sp>
          <p:nvSpPr>
            <p:cNvPr id="1053" name="Google Shape;1053;p6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6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6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6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60"/>
          <p:cNvGrpSpPr/>
          <p:nvPr/>
        </p:nvGrpSpPr>
        <p:grpSpPr>
          <a:xfrm>
            <a:off x="5956650" y="1421025"/>
            <a:ext cx="303000" cy="303000"/>
            <a:chOff x="2713200" y="4694300"/>
            <a:chExt cx="303000" cy="303000"/>
          </a:xfrm>
        </p:grpSpPr>
        <p:sp>
          <p:nvSpPr>
            <p:cNvPr id="1105" name="Google Shape;1105;p60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60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" name="Google Shape;1107;p60"/>
          <p:cNvGrpSpPr/>
          <p:nvPr/>
        </p:nvGrpSpPr>
        <p:grpSpPr>
          <a:xfrm>
            <a:off x="5956650" y="2461950"/>
            <a:ext cx="303000" cy="303000"/>
            <a:chOff x="3124500" y="4694300"/>
            <a:chExt cx="303000" cy="303000"/>
          </a:xfrm>
        </p:grpSpPr>
        <p:sp>
          <p:nvSpPr>
            <p:cNvPr id="1108" name="Google Shape;1108;p60"/>
            <p:cNvSpPr/>
            <p:nvPr/>
          </p:nvSpPr>
          <p:spPr>
            <a:xfrm>
              <a:off x="3124500" y="4694300"/>
              <a:ext cx="303000" cy="30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60"/>
            <p:cNvSpPr/>
            <p:nvPr/>
          </p:nvSpPr>
          <p:spPr>
            <a:xfrm>
              <a:off x="31714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" name="Google Shape;1110;p60"/>
          <p:cNvGrpSpPr/>
          <p:nvPr/>
        </p:nvGrpSpPr>
        <p:grpSpPr>
          <a:xfrm>
            <a:off x="5956650" y="3502875"/>
            <a:ext cx="303000" cy="303000"/>
            <a:chOff x="3564650" y="4694300"/>
            <a:chExt cx="303000" cy="303000"/>
          </a:xfrm>
        </p:grpSpPr>
        <p:sp>
          <p:nvSpPr>
            <p:cNvPr id="1111" name="Google Shape;1111;p60"/>
            <p:cNvSpPr/>
            <p:nvPr/>
          </p:nvSpPr>
          <p:spPr>
            <a:xfrm>
              <a:off x="3564650" y="4694300"/>
              <a:ext cx="303000" cy="303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60"/>
            <p:cNvSpPr/>
            <p:nvPr/>
          </p:nvSpPr>
          <p:spPr>
            <a:xfrm>
              <a:off x="361160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3" name="Google Shape;1113;p60"/>
          <p:cNvGrpSpPr/>
          <p:nvPr/>
        </p:nvGrpSpPr>
        <p:grpSpPr>
          <a:xfrm>
            <a:off x="1377500" y="2211450"/>
            <a:ext cx="303000" cy="303000"/>
            <a:chOff x="2713200" y="4694300"/>
            <a:chExt cx="303000" cy="303000"/>
          </a:xfrm>
        </p:grpSpPr>
        <p:sp>
          <p:nvSpPr>
            <p:cNvPr id="1114" name="Google Shape;1114;p60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0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60"/>
          <p:cNvGrpSpPr/>
          <p:nvPr/>
        </p:nvGrpSpPr>
        <p:grpSpPr>
          <a:xfrm>
            <a:off x="4934950" y="2514450"/>
            <a:ext cx="303000" cy="303000"/>
            <a:chOff x="3124500" y="4694300"/>
            <a:chExt cx="303000" cy="303000"/>
          </a:xfrm>
        </p:grpSpPr>
        <p:sp>
          <p:nvSpPr>
            <p:cNvPr id="1117" name="Google Shape;1117;p60"/>
            <p:cNvSpPr/>
            <p:nvPr/>
          </p:nvSpPr>
          <p:spPr>
            <a:xfrm>
              <a:off x="3124500" y="4694300"/>
              <a:ext cx="303000" cy="30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60"/>
            <p:cNvSpPr/>
            <p:nvPr/>
          </p:nvSpPr>
          <p:spPr>
            <a:xfrm>
              <a:off x="31714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60"/>
          <p:cNvGrpSpPr/>
          <p:nvPr/>
        </p:nvGrpSpPr>
        <p:grpSpPr>
          <a:xfrm>
            <a:off x="3123750" y="1724025"/>
            <a:ext cx="303000" cy="303000"/>
            <a:chOff x="3564650" y="4694300"/>
            <a:chExt cx="303000" cy="303000"/>
          </a:xfrm>
        </p:grpSpPr>
        <p:sp>
          <p:nvSpPr>
            <p:cNvPr id="1120" name="Google Shape;1120;p60"/>
            <p:cNvSpPr/>
            <p:nvPr/>
          </p:nvSpPr>
          <p:spPr>
            <a:xfrm>
              <a:off x="3564650" y="4694300"/>
              <a:ext cx="303000" cy="303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0"/>
            <p:cNvSpPr/>
            <p:nvPr/>
          </p:nvSpPr>
          <p:spPr>
            <a:xfrm>
              <a:off x="361160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6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27" name="Google Shape;1127;p61"/>
          <p:cNvSpPr/>
          <p:nvPr/>
        </p:nvSpPr>
        <p:spPr>
          <a:xfrm>
            <a:off x="1148350" y="2730700"/>
            <a:ext cx="1369500" cy="15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61"/>
          <p:cNvSpPr/>
          <p:nvPr/>
        </p:nvSpPr>
        <p:spPr>
          <a:xfrm>
            <a:off x="2517823" y="2730700"/>
            <a:ext cx="1369500" cy="15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61"/>
          <p:cNvSpPr/>
          <p:nvPr/>
        </p:nvSpPr>
        <p:spPr>
          <a:xfrm>
            <a:off x="3887276" y="2730700"/>
            <a:ext cx="1369500" cy="15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61"/>
          <p:cNvSpPr/>
          <p:nvPr/>
        </p:nvSpPr>
        <p:spPr>
          <a:xfrm>
            <a:off x="5256740" y="2730700"/>
            <a:ext cx="1369500" cy="1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1" name="Google Shape;1131;p61"/>
          <p:cNvCxnSpPr>
            <a:stCxn id="1128" idx="0"/>
            <a:endCxn id="1132" idx="2"/>
          </p:cNvCxnSpPr>
          <p:nvPr/>
        </p:nvCxnSpPr>
        <p:spPr>
          <a:xfrm rot="10800000">
            <a:off x="3202573" y="2390800"/>
            <a:ext cx="0" cy="339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32" name="Google Shape;1132;p61"/>
          <p:cNvSpPr txBox="1"/>
          <p:nvPr/>
        </p:nvSpPr>
        <p:spPr>
          <a:xfrm flipH="1">
            <a:off x="2130975" y="19298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[[event_2_heading]]</a:t>
            </a:r>
          </a:p>
        </p:txBody>
      </p:sp>
      <p:sp>
        <p:nvSpPr>
          <p:cNvPr id="1133" name="Google Shape;1133;p61"/>
          <p:cNvSpPr txBox="1"/>
          <p:nvPr/>
        </p:nvSpPr>
        <p:spPr>
          <a:xfrm flipH="1">
            <a:off x="2130977" y="1485349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[[event_2_text]]</a:t>
            </a:r>
          </a:p>
        </p:txBody>
      </p:sp>
      <p:sp>
        <p:nvSpPr>
          <p:cNvPr id="1134" name="Google Shape;1134;p61"/>
          <p:cNvSpPr txBox="1"/>
          <p:nvPr/>
        </p:nvSpPr>
        <p:spPr>
          <a:xfrm flipH="1">
            <a:off x="762650" y="32226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[[event_1_heading]]</a:t>
            </a:r>
          </a:p>
        </p:txBody>
      </p:sp>
      <p:sp>
        <p:nvSpPr>
          <p:cNvPr id="1135" name="Google Shape;1135;p61"/>
          <p:cNvSpPr txBox="1"/>
          <p:nvPr/>
        </p:nvSpPr>
        <p:spPr>
          <a:xfrm flipH="1">
            <a:off x="760327" y="3556322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[[event_1_text]]</a:t>
            </a:r>
          </a:p>
        </p:txBody>
      </p:sp>
      <p:cxnSp>
        <p:nvCxnSpPr>
          <p:cNvPr id="1136" name="Google Shape;1136;p61"/>
          <p:cNvCxnSpPr>
            <a:stCxn id="1134" idx="0"/>
            <a:endCxn id="1127" idx="2"/>
          </p:cNvCxnSpPr>
          <p:nvPr/>
        </p:nvCxnSpPr>
        <p:spPr>
          <a:xfrm rot="10800000">
            <a:off x="1833050" y="2882700"/>
            <a:ext cx="1200" cy="339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37" name="Google Shape;1137;p61"/>
          <p:cNvSpPr txBox="1"/>
          <p:nvPr/>
        </p:nvSpPr>
        <p:spPr>
          <a:xfrm flipH="1">
            <a:off x="4869900" y="19298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[[event_3_heading]]</a:t>
            </a:r>
          </a:p>
        </p:txBody>
      </p:sp>
      <p:sp>
        <p:nvSpPr>
          <p:cNvPr id="1138" name="Google Shape;1138;p61"/>
          <p:cNvSpPr txBox="1"/>
          <p:nvPr/>
        </p:nvSpPr>
        <p:spPr>
          <a:xfrm flipH="1">
            <a:off x="4869902" y="1485349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[[event_3_text]]</a:t>
            </a:r>
          </a:p>
        </p:txBody>
      </p:sp>
      <p:sp>
        <p:nvSpPr>
          <p:cNvPr id="1139" name="Google Shape;1139;p61"/>
          <p:cNvSpPr txBox="1"/>
          <p:nvPr/>
        </p:nvSpPr>
        <p:spPr>
          <a:xfrm flipH="1">
            <a:off x="6239350" y="32226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[[event_4_heading]]</a:t>
            </a:r>
          </a:p>
        </p:txBody>
      </p:sp>
      <p:sp>
        <p:nvSpPr>
          <p:cNvPr id="1140" name="Google Shape;1140;p61"/>
          <p:cNvSpPr txBox="1"/>
          <p:nvPr/>
        </p:nvSpPr>
        <p:spPr>
          <a:xfrm flipH="1">
            <a:off x="6239352" y="3556322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[[event_4_text]]</a:t>
            </a:r>
          </a:p>
        </p:txBody>
      </p:sp>
      <p:cxnSp>
        <p:nvCxnSpPr>
          <p:cNvPr id="1141" name="Google Shape;1141;p61"/>
          <p:cNvCxnSpPr>
            <a:stCxn id="1130" idx="0"/>
            <a:endCxn id="1137" idx="2"/>
          </p:cNvCxnSpPr>
          <p:nvPr/>
        </p:nvCxnSpPr>
        <p:spPr>
          <a:xfrm rot="10800000">
            <a:off x="5941490" y="2390800"/>
            <a:ext cx="0" cy="339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42" name="Google Shape;1142;p61"/>
          <p:cNvCxnSpPr>
            <a:stCxn id="1139" idx="0"/>
            <a:endCxn id="1143" idx="2"/>
          </p:cNvCxnSpPr>
          <p:nvPr/>
        </p:nvCxnSpPr>
        <p:spPr>
          <a:xfrm rot="10800000">
            <a:off x="7310950" y="2882700"/>
            <a:ext cx="0" cy="33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43" name="Google Shape;1143;p61"/>
          <p:cNvSpPr/>
          <p:nvPr/>
        </p:nvSpPr>
        <p:spPr>
          <a:xfrm>
            <a:off x="6626195" y="2730700"/>
            <a:ext cx="1369500" cy="1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61"/>
          <p:cNvSpPr txBox="1"/>
          <p:nvPr/>
        </p:nvSpPr>
        <p:spPr>
          <a:xfrm flipH="1">
            <a:off x="3502163" y="32226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[[milestone_heading]]</a:t>
            </a:r>
          </a:p>
        </p:txBody>
      </p:sp>
      <p:sp>
        <p:nvSpPr>
          <p:cNvPr id="1145" name="Google Shape;1145;p61"/>
          <p:cNvSpPr txBox="1"/>
          <p:nvPr/>
        </p:nvSpPr>
        <p:spPr>
          <a:xfrm flipH="1">
            <a:off x="3499839" y="3556322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[[milestone_text]]</a:t>
            </a:r>
          </a:p>
        </p:txBody>
      </p:sp>
      <p:cxnSp>
        <p:nvCxnSpPr>
          <p:cNvPr id="1146" name="Google Shape;1146;p61"/>
          <p:cNvCxnSpPr>
            <a:stCxn id="1129" idx="2"/>
            <a:endCxn id="1144" idx="0"/>
          </p:cNvCxnSpPr>
          <p:nvPr/>
        </p:nvCxnSpPr>
        <p:spPr>
          <a:xfrm>
            <a:off x="4572026" y="2882800"/>
            <a:ext cx="1800" cy="3399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2"/>
          <p:cNvSpPr txBox="1"/>
          <p:nvPr/>
        </p:nvSpPr>
        <p:spPr>
          <a:xfrm>
            <a:off x="720000" y="2144700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[[subtitle]]</a:t>
            </a:r>
          </a:p>
        </p:txBody>
      </p:sp>
      <p:sp>
        <p:nvSpPr>
          <p:cNvPr id="1152" name="Google Shape;1152;p6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53" name="Google Shape;1153;p62"/>
          <p:cNvSpPr txBox="1"/>
          <p:nvPr/>
        </p:nvSpPr>
        <p:spPr>
          <a:xfrm>
            <a:off x="3519650" y="1933875"/>
            <a:ext cx="21048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[[node_1_heading]]</a:t>
            </a:r>
          </a:p>
        </p:txBody>
      </p:sp>
      <p:sp>
        <p:nvSpPr>
          <p:cNvPr id="1154" name="Google Shape;1154;p62"/>
          <p:cNvSpPr txBox="1"/>
          <p:nvPr/>
        </p:nvSpPr>
        <p:spPr>
          <a:xfrm>
            <a:off x="1101000" y="3135301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[[node_2_heading]]</a:t>
            </a:r>
          </a:p>
        </p:txBody>
      </p:sp>
      <p:sp>
        <p:nvSpPr>
          <p:cNvPr id="1155" name="Google Shape;1155;p62"/>
          <p:cNvSpPr txBox="1"/>
          <p:nvPr/>
        </p:nvSpPr>
        <p:spPr>
          <a:xfrm>
            <a:off x="6403200" y="2144700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[[node_4_heading]]</a:t>
            </a:r>
          </a:p>
        </p:txBody>
      </p:sp>
      <p:sp>
        <p:nvSpPr>
          <p:cNvPr id="1156" name="Google Shape;1156;p62"/>
          <p:cNvSpPr txBox="1"/>
          <p:nvPr/>
        </p:nvSpPr>
        <p:spPr>
          <a:xfrm>
            <a:off x="6022200" y="3135301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[[node_5_heading]]</a:t>
            </a:r>
          </a:p>
        </p:txBody>
      </p:sp>
      <p:sp>
        <p:nvSpPr>
          <p:cNvPr id="1157" name="Google Shape;1157;p62"/>
          <p:cNvSpPr txBox="1"/>
          <p:nvPr/>
        </p:nvSpPr>
        <p:spPr>
          <a:xfrm>
            <a:off x="720000" y="2426846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[[node_1_text]]</a:t>
            </a:r>
          </a:p>
        </p:txBody>
      </p:sp>
      <p:sp>
        <p:nvSpPr>
          <p:cNvPr id="1158" name="Google Shape;1158;p62"/>
          <p:cNvSpPr txBox="1"/>
          <p:nvPr/>
        </p:nvSpPr>
        <p:spPr>
          <a:xfrm>
            <a:off x="1101000" y="3417447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[[node_2_text]]</a:t>
            </a:r>
          </a:p>
        </p:txBody>
      </p:sp>
      <p:sp>
        <p:nvSpPr>
          <p:cNvPr id="1159" name="Google Shape;1159;p62"/>
          <p:cNvSpPr txBox="1"/>
          <p:nvPr/>
        </p:nvSpPr>
        <p:spPr>
          <a:xfrm>
            <a:off x="6403200" y="2426846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[[node_4_text]]</a:t>
            </a:r>
          </a:p>
        </p:txBody>
      </p:sp>
      <p:sp>
        <p:nvSpPr>
          <p:cNvPr id="1160" name="Google Shape;1160;p62"/>
          <p:cNvSpPr txBox="1"/>
          <p:nvPr/>
        </p:nvSpPr>
        <p:spPr>
          <a:xfrm>
            <a:off x="6022200" y="3417447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[[node_5_text]]</a:t>
            </a:r>
          </a:p>
        </p:txBody>
      </p:sp>
      <p:sp>
        <p:nvSpPr>
          <p:cNvPr id="1161" name="Google Shape;1161;p62"/>
          <p:cNvSpPr txBox="1"/>
          <p:nvPr/>
        </p:nvSpPr>
        <p:spPr>
          <a:xfrm>
            <a:off x="3561600" y="3606301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[[node_3_heading]]</a:t>
            </a:r>
          </a:p>
        </p:txBody>
      </p:sp>
      <p:sp>
        <p:nvSpPr>
          <p:cNvPr id="1162" name="Google Shape;1162;p62"/>
          <p:cNvSpPr txBox="1"/>
          <p:nvPr/>
        </p:nvSpPr>
        <p:spPr>
          <a:xfrm>
            <a:off x="3561600" y="3888447"/>
            <a:ext cx="20208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[[node_3_text]]</a:t>
            </a:r>
          </a:p>
        </p:txBody>
      </p:sp>
      <p:cxnSp>
        <p:nvCxnSpPr>
          <p:cNvPr id="1163" name="Google Shape;1163;p62"/>
          <p:cNvCxnSpPr>
            <a:stCxn id="1153" idx="2"/>
            <a:endCxn id="1151" idx="3"/>
          </p:cNvCxnSpPr>
          <p:nvPr/>
        </p:nvCxnSpPr>
        <p:spPr>
          <a:xfrm rot="5400000" flipH="1">
            <a:off x="3620300" y="1466025"/>
            <a:ext cx="72300" cy="1831200"/>
          </a:xfrm>
          <a:prstGeom prst="curvedConnector4">
            <a:avLst>
              <a:gd name="adj1" fmla="val -329357"/>
              <a:gd name="adj2" fmla="val 7873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64" name="Google Shape;1164;p62"/>
          <p:cNvCxnSpPr>
            <a:stCxn id="1153" idx="2"/>
            <a:endCxn id="1154" idx="3"/>
          </p:cNvCxnSpPr>
          <p:nvPr/>
        </p:nvCxnSpPr>
        <p:spPr>
          <a:xfrm rot="5400000">
            <a:off x="3387800" y="2151825"/>
            <a:ext cx="918300" cy="1450200"/>
          </a:xfrm>
          <a:prstGeom prst="curved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65" name="Google Shape;1165;p62"/>
          <p:cNvCxnSpPr>
            <a:stCxn id="1153" idx="2"/>
            <a:endCxn id="1161" idx="0"/>
          </p:cNvCxnSpPr>
          <p:nvPr/>
        </p:nvCxnSpPr>
        <p:spPr>
          <a:xfrm rot="-5400000" flipH="1">
            <a:off x="3978050" y="3011775"/>
            <a:ext cx="1188600" cy="6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66" name="Google Shape;1166;p62"/>
          <p:cNvCxnSpPr>
            <a:stCxn id="1153" idx="2"/>
            <a:endCxn id="1156" idx="1"/>
          </p:cNvCxnSpPr>
          <p:nvPr/>
        </p:nvCxnSpPr>
        <p:spPr>
          <a:xfrm rot="-5400000" flipH="1">
            <a:off x="4838000" y="2151825"/>
            <a:ext cx="918300" cy="1450200"/>
          </a:xfrm>
          <a:prstGeom prst="curved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67" name="Google Shape;1167;p62"/>
          <p:cNvCxnSpPr>
            <a:stCxn id="1153" idx="2"/>
            <a:endCxn id="1155" idx="1"/>
          </p:cNvCxnSpPr>
          <p:nvPr/>
        </p:nvCxnSpPr>
        <p:spPr>
          <a:xfrm rot="-5400000">
            <a:off x="5451500" y="1466025"/>
            <a:ext cx="72300" cy="1831200"/>
          </a:xfrm>
          <a:prstGeom prst="curvedConnector4">
            <a:avLst>
              <a:gd name="adj1" fmla="val -329357"/>
              <a:gd name="adj2" fmla="val 7873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graphicFrame>
        <p:nvGraphicFramePr>
          <p:cNvPr id="1173" name="Google Shape;1173;p63"/>
          <p:cNvGraphicFramePr/>
          <p:nvPr/>
        </p:nvGraphicFramePr>
        <p:xfrm>
          <a:off x="1336938" y="1427560"/>
          <a:ext cx="6470100" cy="2862625"/>
        </p:xfrm>
        <a:graphic>
          <a:graphicData uri="http://schemas.openxmlformats.org/drawingml/2006/table">
            <a:tbl>
              <a:tblPr>
                <a:noFill/>
                <a:tableStyleId>{4719CCDC-A477-4012-9245-5E2F1B087CF6}</a:tableStyleId>
              </a:tblPr>
              <a:tblGrid>
                <a:gridCol w="161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125">
                <a:tc>
                  <a:txBody>
                    <a:bodyPr/>
                    <a:lstStyle/>
                    <a:p>
                      <a:r>
                        <a:t>[[header_aspect]]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[[header_subject_a]]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[[header_subject_b]]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[[header_subject_c]]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875">
                <a:tc>
                  <a:txBody>
                    <a:bodyPr/>
                    <a:lstStyle/>
                    <a:p>
                      <a:r>
                        <a:t>[[row_1_aspect]]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[[row_1_subject_a]]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[[row_1_subject_b]]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[[row_1_subject_c]]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875">
                <a:tc>
                  <a:txBody>
                    <a:bodyPr/>
                    <a:lstStyle/>
                    <a:p>
                      <a:r>
                        <a:t>[[row_2_aspect]]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[[row_2_subject_a]]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[[row_2_subject_b]]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[[row_2_subject_c]]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875">
                <a:tc>
                  <a:txBody>
                    <a:bodyPr/>
                    <a:lstStyle/>
                    <a:p>
                      <a:r>
                        <a:t>[[row_3_aspect]]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[[row_3_subject_a]]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[[row_3_subject_b]]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[[row_3_subject_c]]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875">
                <a:tc>
                  <a:txBody>
                    <a:bodyPr/>
                    <a:lstStyle/>
                    <a:p>
                      <a:r>
                        <a:t>[[row_4_aspect]]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[[row_4_subject_a]]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[[row_4_subject_b]]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[[row_4_subject_c]]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6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1179" name="Google Shape;1179;p64"/>
          <p:cNvSpPr txBox="1"/>
          <p:nvPr/>
        </p:nvSpPr>
        <p:spPr>
          <a:xfrm>
            <a:off x="981900" y="4041975"/>
            <a:ext cx="7180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[[chart_caption]]</a:t>
            </a:r>
          </a:p>
        </p:txBody>
      </p:sp>
      <p:sp>
        <p:nvSpPr>
          <p:cNvPr id="1180" name="Google Shape;1180;p64"/>
          <p:cNvSpPr txBox="1">
            <a:spLocks noGrp="1"/>
          </p:cNvSpPr>
          <p:nvPr>
            <p:ph type="title" idx="4294967295"/>
          </p:nvPr>
        </p:nvSpPr>
        <p:spPr>
          <a:xfrm>
            <a:off x="1223050" y="1569413"/>
            <a:ext cx="1610100" cy="38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[[series_1_label]]</a:t>
            </a:r>
          </a:p>
        </p:txBody>
      </p:sp>
      <p:sp>
        <p:nvSpPr>
          <p:cNvPr id="1181" name="Google Shape;1181;p64"/>
          <p:cNvSpPr txBox="1">
            <a:spLocks noGrp="1"/>
          </p:cNvSpPr>
          <p:nvPr>
            <p:ph type="subTitle" idx="4294967295"/>
          </p:nvPr>
        </p:nvSpPr>
        <p:spPr>
          <a:xfrm>
            <a:off x="1223050" y="1952815"/>
            <a:ext cx="1610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[[series_1_text]]</a:t>
            </a:r>
          </a:p>
        </p:txBody>
      </p:sp>
      <p:sp>
        <p:nvSpPr>
          <p:cNvPr id="1182" name="Google Shape;1182;p64"/>
          <p:cNvSpPr txBox="1">
            <a:spLocks noGrp="1"/>
          </p:cNvSpPr>
          <p:nvPr>
            <p:ph type="title" idx="4294967295"/>
          </p:nvPr>
        </p:nvSpPr>
        <p:spPr>
          <a:xfrm>
            <a:off x="1223050" y="2857147"/>
            <a:ext cx="1610100" cy="38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[[series_3_label]]</a:t>
            </a:r>
          </a:p>
        </p:txBody>
      </p:sp>
      <p:sp>
        <p:nvSpPr>
          <p:cNvPr id="1183" name="Google Shape;1183;p64"/>
          <p:cNvSpPr txBox="1">
            <a:spLocks noGrp="1"/>
          </p:cNvSpPr>
          <p:nvPr>
            <p:ph type="subTitle" idx="4294967295"/>
          </p:nvPr>
        </p:nvSpPr>
        <p:spPr>
          <a:xfrm>
            <a:off x="1223050" y="3240662"/>
            <a:ext cx="1610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[[series_3_text]]</a:t>
            </a:r>
          </a:p>
        </p:txBody>
      </p:sp>
      <p:sp>
        <p:nvSpPr>
          <p:cNvPr id="1184" name="Google Shape;1184;p64"/>
          <p:cNvSpPr txBox="1">
            <a:spLocks noGrp="1"/>
          </p:cNvSpPr>
          <p:nvPr>
            <p:ph type="title" idx="4294967295"/>
          </p:nvPr>
        </p:nvSpPr>
        <p:spPr>
          <a:xfrm>
            <a:off x="3174181" y="1569413"/>
            <a:ext cx="1610100" cy="38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[[series_2_label]]</a:t>
            </a:r>
          </a:p>
        </p:txBody>
      </p:sp>
      <p:sp>
        <p:nvSpPr>
          <p:cNvPr id="1185" name="Google Shape;1185;p64"/>
          <p:cNvSpPr txBox="1">
            <a:spLocks noGrp="1"/>
          </p:cNvSpPr>
          <p:nvPr>
            <p:ph type="subTitle" idx="4294967295"/>
          </p:nvPr>
        </p:nvSpPr>
        <p:spPr>
          <a:xfrm>
            <a:off x="3174181" y="1952815"/>
            <a:ext cx="1610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[[series_2_text]]</a:t>
            </a:r>
          </a:p>
        </p:txBody>
      </p:sp>
      <p:sp>
        <p:nvSpPr>
          <p:cNvPr id="1186" name="Google Shape;1186;p64"/>
          <p:cNvSpPr txBox="1">
            <a:spLocks noGrp="1"/>
          </p:cNvSpPr>
          <p:nvPr>
            <p:ph type="title" idx="4294967295"/>
          </p:nvPr>
        </p:nvSpPr>
        <p:spPr>
          <a:xfrm>
            <a:off x="3174181" y="2857147"/>
            <a:ext cx="1610100" cy="38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[[series_4_label]]</a:t>
            </a:r>
          </a:p>
        </p:txBody>
      </p:sp>
      <p:sp>
        <p:nvSpPr>
          <p:cNvPr id="1187" name="Google Shape;1187;p64"/>
          <p:cNvSpPr txBox="1">
            <a:spLocks noGrp="1"/>
          </p:cNvSpPr>
          <p:nvPr>
            <p:ph type="subTitle" idx="4294967295"/>
          </p:nvPr>
        </p:nvSpPr>
        <p:spPr>
          <a:xfrm>
            <a:off x="3174181" y="3240662"/>
            <a:ext cx="1610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[[series_4_text]]</a:t>
            </a:r>
          </a:p>
        </p:txBody>
      </p:sp>
      <p:pic>
        <p:nvPicPr>
          <p:cNvPr id="1188" name="Google Shape;1188;p64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0249" y="1464284"/>
            <a:ext cx="3488126" cy="24542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9" name="Google Shape;1189;p64"/>
          <p:cNvGrpSpPr/>
          <p:nvPr/>
        </p:nvGrpSpPr>
        <p:grpSpPr>
          <a:xfrm>
            <a:off x="2871175" y="1649825"/>
            <a:ext cx="303000" cy="303000"/>
            <a:chOff x="2713200" y="4694300"/>
            <a:chExt cx="303000" cy="303000"/>
          </a:xfrm>
        </p:grpSpPr>
        <p:sp>
          <p:nvSpPr>
            <p:cNvPr id="1190" name="Google Shape;1190;p64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64"/>
          <p:cNvGrpSpPr/>
          <p:nvPr/>
        </p:nvGrpSpPr>
        <p:grpSpPr>
          <a:xfrm>
            <a:off x="2871175" y="2937550"/>
            <a:ext cx="303000" cy="303000"/>
            <a:chOff x="2713200" y="4694300"/>
            <a:chExt cx="303000" cy="303000"/>
          </a:xfrm>
        </p:grpSpPr>
        <p:sp>
          <p:nvSpPr>
            <p:cNvPr id="1193" name="Google Shape;1193;p64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5" name="Google Shape;1195;p64"/>
          <p:cNvGrpSpPr/>
          <p:nvPr/>
        </p:nvGrpSpPr>
        <p:grpSpPr>
          <a:xfrm>
            <a:off x="920050" y="1649825"/>
            <a:ext cx="303000" cy="303000"/>
            <a:chOff x="2713200" y="4694300"/>
            <a:chExt cx="303000" cy="303000"/>
          </a:xfrm>
        </p:grpSpPr>
        <p:sp>
          <p:nvSpPr>
            <p:cNvPr id="1196" name="Google Shape;1196;p64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8" name="Google Shape;1198;p64"/>
          <p:cNvGrpSpPr/>
          <p:nvPr/>
        </p:nvGrpSpPr>
        <p:grpSpPr>
          <a:xfrm>
            <a:off x="920050" y="2937550"/>
            <a:ext cx="303000" cy="303000"/>
            <a:chOff x="2713200" y="4694300"/>
            <a:chExt cx="303000" cy="303000"/>
          </a:xfrm>
        </p:grpSpPr>
        <p:sp>
          <p:nvSpPr>
            <p:cNvPr id="1199" name="Google Shape;1199;p64"/>
            <p:cNvSpPr/>
            <p:nvPr/>
          </p:nvSpPr>
          <p:spPr>
            <a:xfrm>
              <a:off x="2713200" y="4694300"/>
              <a:ext cx="303000" cy="303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2760150" y="4741250"/>
              <a:ext cx="209100" cy="209100"/>
            </a:xfrm>
            <a:prstGeom prst="ellipse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graphicFrame>
        <p:nvGraphicFramePr>
          <p:cNvPr id="1217" name="Google Shape;1217;p66"/>
          <p:cNvGraphicFramePr/>
          <p:nvPr/>
        </p:nvGraphicFramePr>
        <p:xfrm>
          <a:off x="1029300" y="1215750"/>
          <a:ext cx="7085400" cy="3034690"/>
        </p:xfrm>
        <a:graphic>
          <a:graphicData uri="http://schemas.openxmlformats.org/drawingml/2006/table">
            <a:tbl>
              <a:tblPr>
                <a:noFill/>
                <a:tableStyleId>{E55A3FF7-FB93-43B2-AA55-BF0359692102}</a:tableStyleId>
              </a:tblPr>
              <a:tblGrid>
                <a:gridCol w="162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775">
                <a:tc>
                  <a:txBody>
                    <a:bodyPr/>
                    <a:lstStyle/>
                    <a:p>
                      <a:r>
                        <a:t>[[header_data]]</a:t>
                      </a:r>
                    </a:p>
                  </a:txBody>
                  <a:tcPr marL="152400" marR="152400" marT="176225" marB="1762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[[header_description]]</a:t>
                      </a:r>
                    </a:p>
                  </a:txBody>
                  <a:tcPr marL="152400" marR="152400" marT="176225" marB="1762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200">
                <a:tc>
                  <a:txBody>
                    <a:bodyPr/>
                    <a:lstStyle/>
                    <a:p>
                      <a:r>
                        <a:t>[[row_1_data]]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[[row_1_description]]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200">
                <a:tc>
                  <a:txBody>
                    <a:bodyPr/>
                    <a:lstStyle/>
                    <a:p>
                      <a:r>
                        <a:t>[[row_2_data]]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[[row_2_description]]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200">
                <a:tc>
                  <a:txBody>
                    <a:bodyPr/>
                    <a:lstStyle/>
                    <a:p>
                      <a:r>
                        <a:t>[[row_3_data]]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[[row_3_description]]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200">
                <a:tc>
                  <a:txBody>
                    <a:bodyPr/>
                    <a:lstStyle/>
                    <a:p>
                      <a:r>
                        <a:t>[[row_4_data]]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[[row_4_description]]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200">
                <a:tc>
                  <a:txBody>
                    <a:bodyPr/>
                    <a:lstStyle/>
                    <a:p>
                      <a:r>
                        <a:t>[[row_5_data]]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[[row_5_description]]</a:t>
                      </a:r>
                    </a:p>
                  </a:txBody>
                  <a:tcPr marL="152400" marR="152400" marT="152400" marB="152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nalysis and Conclusions Template for High School by Slidesgo">
  <a:themeElements>
    <a:clrScheme name="Simple Light">
      <a:dk1>
        <a:srgbClr val="592525"/>
      </a:dk1>
      <a:lt1>
        <a:srgbClr val="F2F2F2"/>
      </a:lt1>
      <a:dk2>
        <a:srgbClr val="BF6D4E"/>
      </a:dk2>
      <a:lt2>
        <a:srgbClr val="D99962"/>
      </a:lt2>
      <a:accent1>
        <a:srgbClr val="2B1C40"/>
      </a:accent1>
      <a:accent2>
        <a:srgbClr val="16505B"/>
      </a:accent2>
      <a:accent3>
        <a:srgbClr val="3B5650"/>
      </a:accent3>
      <a:accent4>
        <a:srgbClr val="FFFFFF"/>
      </a:accent4>
      <a:accent5>
        <a:srgbClr val="FFFFFF"/>
      </a:accent5>
      <a:accent6>
        <a:srgbClr val="FFFFFF"/>
      </a:accent6>
      <a:hlink>
        <a:srgbClr val="5925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Экран (16:9)</PresentationFormat>
  <Paragraphs>166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Anaheim</vt:lpstr>
      <vt:lpstr>Anek Odia Light</vt:lpstr>
      <vt:lpstr>Nunito Light</vt:lpstr>
      <vt:lpstr>Anek Odia</vt:lpstr>
      <vt:lpstr>Pathway Extreme</vt:lpstr>
      <vt:lpstr>Bebas Neue</vt:lpstr>
      <vt:lpstr>Analysis and Conclusions Template for High School by Slidesgo</vt:lpstr>
      <vt:lpstr>Analysis and Conclusions Template for High School</vt:lpstr>
      <vt:lpstr>Contents of this template</vt:lpstr>
      <vt:lpstr>01</vt:lpstr>
      <vt:lpstr>Introduction</vt:lpstr>
      <vt:lpstr>General objective of the project</vt:lpstr>
      <vt:lpstr>Specific objectives</vt:lpstr>
      <vt:lpstr>Objective Limitations</vt:lpstr>
      <vt:lpstr>Objectives' Relevance</vt:lpstr>
      <vt:lpstr>Study population or sample</vt:lpstr>
      <vt:lpstr>Data presentation</vt:lpstr>
      <vt:lpstr>—Someone Famous</vt:lpstr>
      <vt:lpstr>A picture is worth a thousand words</vt:lpstr>
      <vt:lpstr>A picture always reinforces  the concept</vt:lpstr>
      <vt:lpstr>Computer mockup</vt:lpstr>
      <vt:lpstr>Tablet mockup</vt:lpstr>
      <vt:lpstr>Phone mockup</vt:lpstr>
      <vt:lpstr>Global impact locations</vt:lpstr>
      <vt:lpstr>Key events timeline</vt:lpstr>
      <vt:lpstr>Unveiling Insights: Semantic Map</vt:lpstr>
      <vt:lpstr>Key findings and results</vt:lpstr>
      <vt:lpstr>Periodic Analysis</vt:lpstr>
      <vt:lpstr>Organize any type of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Conclusions Template for High School</dc:title>
  <dc:creator>Oribjonov Afzalbek</dc:creator>
  <cp:lastModifiedBy>Oribjonov Afzalbek</cp:lastModifiedBy>
  <cp:revision>1</cp:revision>
  <dcterms:modified xsi:type="dcterms:W3CDTF">2026-03-31T06:26:51Z</dcterms:modified>
</cp:coreProperties>
</file>