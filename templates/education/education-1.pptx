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87" r:id="rId10"/>
    <p:sldId id="288" r:id="rId11"/>
    <p:sldId id="289" r:id="rId12"/>
    <p:sldId id="296" r:id="rId13"/>
    <p:sldId id="298" r:id="rId14"/>
    <p:sldId id="318" r:id="rId15"/>
    <p:sldId id="319" r:id="rId16"/>
  </p:sldIdLst>
  <p:sldSz cx="9144000" cy="5143500" type="screen16x9"/>
  <p:notesSz cx="6858000" cy="9144000"/>
  <p:embeddedFontLst>
    <p:embeddedFont>
      <p:font typeface="Glass Antiqua" panose="020B0604020202020204" charset="0"/>
      <p:regular r:id="rId18"/>
    </p:embeddedFont>
    <p:embeddedFont>
      <p:font typeface="Manjari" panose="020B0604020202020204" charset="0"/>
      <p:regular r:id="rId19"/>
      <p:bold r:id="rId20"/>
    </p:embeddedFont>
    <p:embeddedFont>
      <p:font typeface="Hammersmith One" panose="020B0604020202020204" charset="0"/>
      <p:regular r:id="rId21"/>
    </p:embeddedFont>
    <p:embeddedFont>
      <p:font typeface="Ubuntu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56BE99-9672-4D8A-B6EF-EFFC2030EFC5}">
  <a:tblStyle styleId="{4156BE99-9672-4D8A-B6EF-EFFC2030EF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B432CC9-8C57-468A-8CD0-6FC1BEFA20BE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7E7"/>
          </a:solidFill>
        </a:fill>
      </a:tcStyle>
    </a:wholeTbl>
    <a:band1H>
      <a:tcTxStyle/>
      <a:tcStyle>
        <a:tcBdr/>
        <a:fill>
          <a:solidFill>
            <a:srgbClr val="E8CC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8CC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CBD2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CBD2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CBF19F2-86D8-49C8-9C4A-59FC79E742D5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CF3"/>
          </a:solidFill>
        </a:fill>
      </a:tcStyle>
    </a:wholeTbl>
    <a:band1H>
      <a:tcTxStyle/>
      <a:tcStyle>
        <a:tcBdr/>
        <a:fill>
          <a:solidFill>
            <a:srgbClr val="CBD7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7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5EB2FC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5EB2FC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A5D877D-B1CB-4038-824B-2D0A1D077ED2}" styleName="Table_3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7E8"/>
          </a:solidFill>
        </a:fill>
      </a:tcStyle>
    </a:wholeTbl>
    <a:band1H>
      <a:tcTxStyle/>
      <a:tcStyle>
        <a:tcBdr/>
        <a:fill>
          <a:solidFill>
            <a:srgbClr val="CECB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CB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3A3B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EC3A3B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B8EA788-46FD-4196-B72D-F790CC1D0055}" styleName="Table_4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ED"/>
          </a:solidFill>
        </a:fill>
      </a:tcStyle>
    </a:wholeTbl>
    <a:band1H>
      <a:tcTxStyle/>
      <a:tcStyle>
        <a:tcBdr/>
        <a:fill>
          <a:solidFill>
            <a:srgbClr val="CADF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F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69E78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69E78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B4C1FB4-10DB-4324-8C9C-89B6D48E0DE3}" styleName="Table_5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FE6"/>
          </a:solidFill>
        </a:fill>
      </a:tcStyle>
    </a:wholeTbl>
    <a:band1H>
      <a:tcTxStyle/>
      <a:tcStyle>
        <a:tcBdr/>
        <a:fill>
          <a:solidFill>
            <a:srgbClr val="FADE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DE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949E7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949E7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5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c6a01074ef_0_17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c6a01074ef_0_17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fbfe6ab361_1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fbfe6ab361_1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c33250489b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c33250489b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c33250489b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c33250489b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c6a01074ef_0_20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0" name="Google Shape;2070;gc6a01074ef_0_20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c6a01074ef_0_21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c6a01074ef_0_21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10363c24f6e_1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5" name="Google Shape;2605;g10363c24f6e_1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gc6a01074ef_0_18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6" name="Google Shape;2616;gc6a01074ef_0_18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gc6a01074ef_0_19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8" name="Google Shape;2628;gc6a01074ef_0_19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g10363c24f6e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0" name="Google Shape;2680;g10363c24f6e_1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10363c24f6e_1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3" name="Google Shape;2693;g10363c24f6e_1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c6a01074ef_0_20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c6a01074ef_0_20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gc6a01074ef_0_20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0" name="Google Shape;3020;gc6a01074ef_0_20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-1411582" y="-1157400"/>
            <a:ext cx="4436782" cy="371434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062825" y="3370500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605425" y="342175"/>
            <a:ext cx="2052600" cy="2052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412578" y="-640069"/>
            <a:ext cx="1962482" cy="1953284"/>
            <a:chOff x="386328" y="2672681"/>
            <a:chExt cx="1962482" cy="1953284"/>
          </a:xfrm>
        </p:grpSpPr>
        <p:sp>
          <p:nvSpPr>
            <p:cNvPr id="13" name="Google Shape;13;p2"/>
            <p:cNvSpPr/>
            <p:nvPr/>
          </p:nvSpPr>
          <p:spPr>
            <a:xfrm>
              <a:off x="602590" y="3031586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6328" y="2672681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5817" y="2846396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06269" y="2679600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14642" y="2672681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724131" y="2785411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4810" y="2808447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51868" y="3289279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6292" y="3153513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04963" y="2940732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13335" y="2940732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522825" y="2940732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31197" y="2975243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9766" y="3559565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97897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06269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14642" y="3303075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724131" y="3301915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32503" y="3301915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5525" y="3644703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04963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113335" y="36447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522825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931197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339569" y="3728681"/>
              <a:ext cx="6919" cy="10401"/>
            </a:xfrm>
            <a:custGeom>
              <a:avLst/>
              <a:gdLst/>
              <a:ahLst/>
              <a:cxnLst/>
              <a:rect l="l" t="t" r="r" b="b"/>
              <a:pathLst>
                <a:path w="161" h="242" extrusionOk="0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97897" y="4010528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906269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14642" y="401052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724131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32503" y="4095623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90153" y="4437294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55642" y="4352156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113335" y="4352156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22825" y="4352156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931197" y="4437294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/>
          <p:nvPr/>
        </p:nvSpPr>
        <p:spPr>
          <a:xfrm>
            <a:off x="-125" y="4599425"/>
            <a:ext cx="9144321" cy="595550"/>
          </a:xfrm>
          <a:custGeom>
            <a:avLst/>
            <a:gdLst/>
            <a:ahLst/>
            <a:cxnLst/>
            <a:rect l="l" t="t" r="r" b="b"/>
            <a:pathLst>
              <a:path w="287196" h="23822" extrusionOk="0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 b="1">
                <a:solidFill>
                  <a:srgbClr val="8068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latin typeface="Manjari"/>
                <a:ea typeface="Manjari"/>
                <a:cs typeface="Manjari"/>
                <a:sym typeface="Manja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 rot="-1762095" flipH="1">
            <a:off x="-645480" y="2383695"/>
            <a:ext cx="2540453" cy="378144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8139625" y="1901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 flipH="1">
            <a:off x="75" y="1620000"/>
            <a:ext cx="9143837" cy="2281200"/>
          </a:xfrm>
          <a:custGeom>
            <a:avLst/>
            <a:gdLst/>
            <a:ahLst/>
            <a:cxnLst/>
            <a:rect l="l" t="t" r="r" b="b"/>
            <a:pathLst>
              <a:path w="305584" h="121664" extrusionOk="0">
                <a:moveTo>
                  <a:pt x="219307" y="0"/>
                </a:moveTo>
                <a:cubicBezTo>
                  <a:pt x="203338" y="0"/>
                  <a:pt x="187335" y="4914"/>
                  <a:pt x="174406" y="14271"/>
                </a:cubicBezTo>
                <a:cubicBezTo>
                  <a:pt x="167072" y="19544"/>
                  <a:pt x="160755" y="26102"/>
                  <a:pt x="153475" y="31428"/>
                </a:cubicBezTo>
                <a:cubicBezTo>
                  <a:pt x="146652" y="36401"/>
                  <a:pt x="138616" y="40348"/>
                  <a:pt x="130237" y="40348"/>
                </a:cubicBezTo>
                <a:cubicBezTo>
                  <a:pt x="129643" y="40348"/>
                  <a:pt x="129047" y="40328"/>
                  <a:pt x="128449" y="40287"/>
                </a:cubicBezTo>
                <a:cubicBezTo>
                  <a:pt x="122935" y="39913"/>
                  <a:pt x="117662" y="37771"/>
                  <a:pt x="112175" y="37076"/>
                </a:cubicBezTo>
                <a:cubicBezTo>
                  <a:pt x="110880" y="36911"/>
                  <a:pt x="109574" y="36830"/>
                  <a:pt x="108268" y="36830"/>
                </a:cubicBezTo>
                <a:cubicBezTo>
                  <a:pt x="102130" y="36830"/>
                  <a:pt x="95990" y="38624"/>
                  <a:pt x="90870" y="42000"/>
                </a:cubicBezTo>
                <a:cubicBezTo>
                  <a:pt x="84982" y="45881"/>
                  <a:pt x="80351" y="51743"/>
                  <a:pt x="73794" y="54339"/>
                </a:cubicBezTo>
                <a:cubicBezTo>
                  <a:pt x="70523" y="55637"/>
                  <a:pt x="67081" y="56009"/>
                  <a:pt x="63565" y="56009"/>
                </a:cubicBezTo>
                <a:cubicBezTo>
                  <a:pt x="58850" y="56009"/>
                  <a:pt x="54001" y="55340"/>
                  <a:pt x="49253" y="55340"/>
                </a:cubicBezTo>
                <a:cubicBezTo>
                  <a:pt x="46444" y="55340"/>
                  <a:pt x="43669" y="55575"/>
                  <a:pt x="40979" y="56320"/>
                </a:cubicBezTo>
                <a:cubicBezTo>
                  <a:pt x="25348" y="60629"/>
                  <a:pt x="16515" y="80811"/>
                  <a:pt x="322" y="81212"/>
                </a:cubicBezTo>
                <a:lnTo>
                  <a:pt x="1" y="105140"/>
                </a:lnTo>
                <a:cubicBezTo>
                  <a:pt x="1" y="105140"/>
                  <a:pt x="15474" y="110471"/>
                  <a:pt x="34154" y="110471"/>
                </a:cubicBezTo>
                <a:cubicBezTo>
                  <a:pt x="45744" y="110471"/>
                  <a:pt x="58569" y="108419"/>
                  <a:pt x="69698" y="101768"/>
                </a:cubicBezTo>
                <a:cubicBezTo>
                  <a:pt x="77727" y="96977"/>
                  <a:pt x="84000" y="95050"/>
                  <a:pt x="89631" y="95050"/>
                </a:cubicBezTo>
                <a:cubicBezTo>
                  <a:pt x="104388" y="95050"/>
                  <a:pt x="114744" y="108287"/>
                  <a:pt x="140761" y="117934"/>
                </a:cubicBezTo>
                <a:cubicBezTo>
                  <a:pt x="147990" y="120617"/>
                  <a:pt x="154305" y="121664"/>
                  <a:pt x="160177" y="121664"/>
                </a:cubicBezTo>
                <a:cubicBezTo>
                  <a:pt x="181037" y="121664"/>
                  <a:pt x="196328" y="108460"/>
                  <a:pt x="227278" y="108460"/>
                </a:cubicBezTo>
                <a:cubicBezTo>
                  <a:pt x="230911" y="108460"/>
                  <a:pt x="234759" y="108642"/>
                  <a:pt x="238857" y="109048"/>
                </a:cubicBezTo>
                <a:cubicBezTo>
                  <a:pt x="240758" y="109237"/>
                  <a:pt x="242612" y="109327"/>
                  <a:pt x="244420" y="109327"/>
                </a:cubicBezTo>
                <a:cubicBezTo>
                  <a:pt x="289069" y="109327"/>
                  <a:pt x="305584" y="54072"/>
                  <a:pt x="305584" y="54072"/>
                </a:cubicBezTo>
                <a:lnTo>
                  <a:pt x="305584" y="33917"/>
                </a:lnTo>
                <a:cubicBezTo>
                  <a:pt x="282994" y="28243"/>
                  <a:pt x="264927" y="11033"/>
                  <a:pt x="242792" y="3726"/>
                </a:cubicBezTo>
                <a:cubicBezTo>
                  <a:pt x="235229" y="1223"/>
                  <a:pt x="227273" y="0"/>
                  <a:pt x="2193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 rot="5400000">
            <a:off x="-1596150" y="-854219"/>
            <a:ext cx="3561783" cy="302965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699300" y="2874875"/>
            <a:ext cx="1176089" cy="1535988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body" idx="1"/>
          </p:nvPr>
        </p:nvSpPr>
        <p:spPr>
          <a:xfrm>
            <a:off x="1101975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body" idx="2"/>
          </p:nvPr>
        </p:nvSpPr>
        <p:spPr>
          <a:xfrm>
            <a:off x="5071000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3"/>
          </p:nvPr>
        </p:nvSpPr>
        <p:spPr>
          <a:xfrm>
            <a:off x="11186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subTitle" idx="4"/>
          </p:nvPr>
        </p:nvSpPr>
        <p:spPr>
          <a:xfrm>
            <a:off x="50710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"/>
          <p:cNvSpPr/>
          <p:nvPr/>
        </p:nvSpPr>
        <p:spPr>
          <a:xfrm rot="-1390808" flipH="1">
            <a:off x="4052075" y="2819900"/>
            <a:ext cx="1938821" cy="3305584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2" name="Google Shape;112;p7"/>
          <p:cNvSpPr txBox="1">
            <a:spLocks noGrp="1"/>
          </p:cNvSpPr>
          <p:nvPr>
            <p:ph type="body" idx="1"/>
          </p:nvPr>
        </p:nvSpPr>
        <p:spPr>
          <a:xfrm>
            <a:off x="713225" y="1122325"/>
            <a:ext cx="7717500" cy="35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AutoNum type="arabicPeriod"/>
              <a:defRPr sz="1600">
                <a:solidFill>
                  <a:srgbClr val="80686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ammersmith One"/>
              <a:buAutoNum type="alphaLcPeriod"/>
              <a:defRPr sz="16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9pPr>
          </a:lstStyle>
          <a:p>
            <a:endParaRPr/>
          </a:p>
        </p:txBody>
      </p:sp>
      <p:grpSp>
        <p:nvGrpSpPr>
          <p:cNvPr id="113" name="Google Shape;113;p7"/>
          <p:cNvGrpSpPr/>
          <p:nvPr/>
        </p:nvGrpSpPr>
        <p:grpSpPr>
          <a:xfrm>
            <a:off x="8039875" y="1772525"/>
            <a:ext cx="2052600" cy="2052600"/>
            <a:chOff x="-1185375" y="1414000"/>
            <a:chExt cx="2052600" cy="2052600"/>
          </a:xfrm>
        </p:grpSpPr>
        <p:sp>
          <p:nvSpPr>
            <p:cNvPr id="114" name="Google Shape;114;p7"/>
            <p:cNvSpPr/>
            <p:nvPr/>
          </p:nvSpPr>
          <p:spPr>
            <a:xfrm>
              <a:off x="-1185375" y="1414000"/>
              <a:ext cx="2052600" cy="2052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-1140322" y="1463656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-730833" y="1637371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-620381" y="1470575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-212008" y="1463656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197481" y="1576386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348160" y="1599422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-1074782" y="2080254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-924060" y="1822561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-1010358" y="1944488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-821687" y="1731707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-413315" y="1731707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-3825" y="1731707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404547" y="1766218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-1136884" y="2350540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-1028753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-620381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-212008" y="2094050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197481" y="2092890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05853" y="2092890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-1131125" y="2435678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-82168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413315" y="243567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-3825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40454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-1028753" y="2801503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-6203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-212008" y="28015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1974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05853" y="2886598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636497" y="3228269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-671008" y="3143131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413315" y="3143131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-3825" y="3143131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404547" y="3228269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" name="Google Shape;149;p7"/>
          <p:cNvSpPr/>
          <p:nvPr/>
        </p:nvSpPr>
        <p:spPr>
          <a:xfrm flipH="1">
            <a:off x="-817503" y="2575150"/>
            <a:ext cx="2540578" cy="378149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763275" y="799200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926300" y="-86950"/>
            <a:ext cx="4030804" cy="5999550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112700" y="3113038"/>
            <a:ext cx="1938817" cy="330557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subTitle" idx="1"/>
          </p:nvPr>
        </p:nvSpPr>
        <p:spPr>
          <a:xfrm>
            <a:off x="1904250" y="2756350"/>
            <a:ext cx="53355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/>
          <p:nvPr/>
        </p:nvSpPr>
        <p:spPr>
          <a:xfrm>
            <a:off x="7233675" y="-730075"/>
            <a:ext cx="3030078" cy="3486687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"/>
          <p:cNvSpPr/>
          <p:nvPr/>
        </p:nvSpPr>
        <p:spPr>
          <a:xfrm rot="2540379">
            <a:off x="-721411" y="3502530"/>
            <a:ext cx="2268525" cy="1945325"/>
          </a:xfrm>
          <a:custGeom>
            <a:avLst/>
            <a:gdLst/>
            <a:ahLst/>
            <a:cxnLst/>
            <a:rect l="l" t="t" r="r" b="b"/>
            <a:pathLst>
              <a:path w="40029" h="34326" extrusionOk="0">
                <a:moveTo>
                  <a:pt x="7939" y="1669"/>
                </a:moveTo>
                <a:cubicBezTo>
                  <a:pt x="12943" y="3370"/>
                  <a:pt x="11275" y="10875"/>
                  <a:pt x="18780" y="8040"/>
                </a:cubicBezTo>
                <a:cubicBezTo>
                  <a:pt x="26286" y="5238"/>
                  <a:pt x="30722" y="3770"/>
                  <a:pt x="35392" y="8040"/>
                </a:cubicBezTo>
                <a:cubicBezTo>
                  <a:pt x="40029" y="12343"/>
                  <a:pt x="29621" y="14411"/>
                  <a:pt x="33991" y="20682"/>
                </a:cubicBezTo>
                <a:cubicBezTo>
                  <a:pt x="38361" y="26920"/>
                  <a:pt x="27520" y="34325"/>
                  <a:pt x="19814" y="30523"/>
                </a:cubicBezTo>
                <a:cubicBezTo>
                  <a:pt x="12109" y="26720"/>
                  <a:pt x="4937" y="23851"/>
                  <a:pt x="2502" y="16613"/>
                </a:cubicBezTo>
                <a:cubicBezTo>
                  <a:pt x="0" y="9207"/>
                  <a:pt x="2936" y="1"/>
                  <a:pt x="7939" y="16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1"/>
          </p:nvPr>
        </p:nvSpPr>
        <p:spPr>
          <a:xfrm>
            <a:off x="39057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2"/>
          </p:nvPr>
        </p:nvSpPr>
        <p:spPr>
          <a:xfrm>
            <a:off x="13911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7" name="Google Shape;217;p13">
            <a:hlinkClick r:id="rId2" action="ppaction://hlinksldjump"/>
          </p:cNvPr>
          <p:cNvSpPr txBox="1">
            <a:spLocks noGrp="1"/>
          </p:cNvSpPr>
          <p:nvPr>
            <p:ph type="subTitle" idx="3"/>
          </p:nvPr>
        </p:nvSpPr>
        <p:spPr>
          <a:xfrm>
            <a:off x="13911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8" name="Google Shape;218;p13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39057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9" name="Google Shape;219;p13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3911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0" name="Google Shape;220;p13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39057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subTitle" idx="7"/>
          </p:nvPr>
        </p:nvSpPr>
        <p:spPr>
          <a:xfrm>
            <a:off x="13911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8"/>
          </p:nvPr>
        </p:nvSpPr>
        <p:spPr>
          <a:xfrm>
            <a:off x="39057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3">
            <a:hlinkClick r:id="rId2" action="ppaction://hlinksldjump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79217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4" name="Google Shape;224;p13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3314700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5" name="Google Shape;225;p13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9217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6" name="Google Shape;226;p13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3314700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>
            <a:spLocks noGrp="1"/>
          </p:cNvSpPr>
          <p:nvPr>
            <p:ph type="subTitle" idx="16"/>
          </p:nvPr>
        </p:nvSpPr>
        <p:spPr>
          <a:xfrm>
            <a:off x="6428225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3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6428225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9" name="Google Shape;229;p13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428225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19"/>
          </p:nvPr>
        </p:nvSpPr>
        <p:spPr>
          <a:xfrm>
            <a:off x="6428225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3">
            <a:hlinkClick r:id="" action="ppaction://noaction"/>
          </p:cNvPr>
          <p:cNvSpPr txBox="1">
            <a:spLocks noGrp="1"/>
          </p:cNvSpPr>
          <p:nvPr>
            <p:ph type="title" idx="20" hasCustomPrompt="1"/>
          </p:nvPr>
        </p:nvSpPr>
        <p:spPr>
          <a:xfrm>
            <a:off x="583722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2" name="Google Shape;232;p13">
            <a:hlinkClick r:id="" action="ppaction://noaction"/>
          </p:cNvPr>
          <p:cNvSpPr txBox="1">
            <a:spLocks noGrp="1"/>
          </p:cNvSpPr>
          <p:nvPr>
            <p:ph type="title" idx="21" hasCustomPrompt="1"/>
          </p:nvPr>
        </p:nvSpPr>
        <p:spPr>
          <a:xfrm>
            <a:off x="583722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38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/>
          <p:nvPr/>
        </p:nvSpPr>
        <p:spPr>
          <a:xfrm rot="-3798042">
            <a:off x="6317727" y="1597507"/>
            <a:ext cx="6147380" cy="3782036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" name="Google Shape;235;p14"/>
          <p:cNvGrpSpPr/>
          <p:nvPr/>
        </p:nvGrpSpPr>
        <p:grpSpPr>
          <a:xfrm rot="10800000" flipH="1">
            <a:off x="5207341" y="-686580"/>
            <a:ext cx="1696762" cy="1688828"/>
            <a:chOff x="2414491" y="671177"/>
            <a:chExt cx="1830972" cy="1822411"/>
          </a:xfrm>
        </p:grpSpPr>
        <p:sp>
          <p:nvSpPr>
            <p:cNvPr id="236" name="Google Shape;236;p14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14"/>
          <p:cNvSpPr/>
          <p:nvPr/>
        </p:nvSpPr>
        <p:spPr>
          <a:xfrm rot="5400000">
            <a:off x="-2258800" y="3179758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4"/>
          <p:cNvSpPr/>
          <p:nvPr/>
        </p:nvSpPr>
        <p:spPr>
          <a:xfrm rot="-2266405" flipH="1">
            <a:off x="7096023" y="2189513"/>
            <a:ext cx="1938828" cy="3305595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"/>
          <p:cNvSpPr txBox="1">
            <a:spLocks noGrp="1"/>
          </p:cNvSpPr>
          <p:nvPr>
            <p:ph type="subTitle" idx="1"/>
          </p:nvPr>
        </p:nvSpPr>
        <p:spPr>
          <a:xfrm>
            <a:off x="4024200" y="3684975"/>
            <a:ext cx="26694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4"/>
          <p:cNvSpPr txBox="1">
            <a:spLocks noGrp="1"/>
          </p:cNvSpPr>
          <p:nvPr>
            <p:ph type="subTitle" idx="2"/>
          </p:nvPr>
        </p:nvSpPr>
        <p:spPr>
          <a:xfrm>
            <a:off x="941850" y="3684975"/>
            <a:ext cx="27015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5" name="Google Shape;275;p14">
            <a:hlinkClick r:id="rId2" action="ppaction://hlinksldjump"/>
          </p:cNvPr>
          <p:cNvSpPr txBox="1">
            <a:spLocks noGrp="1"/>
          </p:cNvSpPr>
          <p:nvPr>
            <p:ph type="subTitle" idx="3"/>
          </p:nvPr>
        </p:nvSpPr>
        <p:spPr>
          <a:xfrm>
            <a:off x="941850" y="1739275"/>
            <a:ext cx="27015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76" name="Google Shape;276;p14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4024200" y="1739275"/>
            <a:ext cx="26694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77" name="Google Shape;277;p14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941850" y="3297074"/>
            <a:ext cx="27015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78" name="Google Shape;278;p14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4024200" y="3297087"/>
            <a:ext cx="26694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79" name="Google Shape;279;p14"/>
          <p:cNvSpPr txBox="1">
            <a:spLocks noGrp="1"/>
          </p:cNvSpPr>
          <p:nvPr>
            <p:ph type="subTitle" idx="7"/>
          </p:nvPr>
        </p:nvSpPr>
        <p:spPr>
          <a:xfrm>
            <a:off x="945650" y="2130000"/>
            <a:ext cx="27015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subTitle" idx="8"/>
          </p:nvPr>
        </p:nvSpPr>
        <p:spPr>
          <a:xfrm>
            <a:off x="4027952" y="2130000"/>
            <a:ext cx="26694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4">
            <a:hlinkClick r:id="rId2" action="ppaction://hlinksldjump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945650" y="1363850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82" name="Google Shape;282;p14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4024200" y="1363850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83" name="Google Shape;283;p14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945650" y="2918848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84" name="Google Shape;284;p14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4024200" y="2918848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4_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1" name="Google Shape;541;p23"/>
          <p:cNvSpPr txBox="1">
            <a:spLocks noGrp="1"/>
          </p:cNvSpPr>
          <p:nvPr>
            <p:ph type="subTitle" idx="1"/>
          </p:nvPr>
        </p:nvSpPr>
        <p:spPr>
          <a:xfrm>
            <a:off x="713250" y="112345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AutoNum type="alphaLcPeriod"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542" name="Google Shape;542;p23"/>
          <p:cNvSpPr/>
          <p:nvPr/>
        </p:nvSpPr>
        <p:spPr>
          <a:xfrm>
            <a:off x="-598400" y="3985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3"/>
          <p:cNvSpPr/>
          <p:nvPr/>
        </p:nvSpPr>
        <p:spPr>
          <a:xfrm rot="7619243">
            <a:off x="7150868" y="2766901"/>
            <a:ext cx="3210914" cy="3197601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4" name="Google Shape;544;p23"/>
          <p:cNvGrpSpPr/>
          <p:nvPr/>
        </p:nvGrpSpPr>
        <p:grpSpPr>
          <a:xfrm>
            <a:off x="7295305" y="-672969"/>
            <a:ext cx="2270935" cy="2260334"/>
            <a:chOff x="6762468" y="1386456"/>
            <a:chExt cx="2270935" cy="2260334"/>
          </a:xfrm>
        </p:grpSpPr>
        <p:sp>
          <p:nvSpPr>
            <p:cNvPr id="545" name="Google Shape;545;p23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3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3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3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3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3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3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3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3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3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3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3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3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3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 ">
  <p:cSld name="CUSTOM_32_2_1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7"/>
          <p:cNvSpPr/>
          <p:nvPr/>
        </p:nvSpPr>
        <p:spPr>
          <a:xfrm rot="672094">
            <a:off x="-3534661" y="414138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8264550" y="465501"/>
            <a:ext cx="1460036" cy="1906827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subTitle" idx="1"/>
          </p:nvPr>
        </p:nvSpPr>
        <p:spPr>
          <a:xfrm>
            <a:off x="713250" y="112610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Ubuntu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47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1" name="Google Shape;951;p38"/>
          <p:cNvGrpSpPr/>
          <p:nvPr/>
        </p:nvGrpSpPr>
        <p:grpSpPr>
          <a:xfrm flipH="1">
            <a:off x="6914055" y="-80449"/>
            <a:ext cx="2277317" cy="5304377"/>
            <a:chOff x="224725" y="566950"/>
            <a:chExt cx="1850875" cy="4311100"/>
          </a:xfrm>
        </p:grpSpPr>
        <p:sp>
          <p:nvSpPr>
            <p:cNvPr id="952" name="Google Shape;952;p38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" name="Google Shape;976;p38"/>
          <p:cNvSpPr/>
          <p:nvPr/>
        </p:nvSpPr>
        <p:spPr>
          <a:xfrm rot="5400000" flipH="1">
            <a:off x="-2397294" y="-774472"/>
            <a:ext cx="5570538" cy="362945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8"/>
          <p:cNvSpPr/>
          <p:nvPr/>
        </p:nvSpPr>
        <p:spPr>
          <a:xfrm rot="-7977677">
            <a:off x="6626195" y="240794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8"/>
          <p:cNvSpPr/>
          <p:nvPr/>
        </p:nvSpPr>
        <p:spPr>
          <a:xfrm rot="667591">
            <a:off x="5320685" y="2755692"/>
            <a:ext cx="1938907" cy="330573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0" name="Google Shape;980;p38"/>
          <p:cNvSpPr txBox="1">
            <a:spLocks noGrp="1"/>
          </p:cNvSpPr>
          <p:nvPr>
            <p:ph type="subTitle" idx="1"/>
          </p:nvPr>
        </p:nvSpPr>
        <p:spPr>
          <a:xfrm>
            <a:off x="1613400" y="132395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38"/>
          <p:cNvSpPr txBox="1">
            <a:spLocks noGrp="1"/>
          </p:cNvSpPr>
          <p:nvPr>
            <p:ph type="subTitle" idx="2"/>
          </p:nvPr>
        </p:nvSpPr>
        <p:spPr>
          <a:xfrm>
            <a:off x="1613400" y="2377655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8"/>
          <p:cNvSpPr txBox="1">
            <a:spLocks noGrp="1"/>
          </p:cNvSpPr>
          <p:nvPr>
            <p:ph type="subTitle" idx="3"/>
          </p:nvPr>
        </p:nvSpPr>
        <p:spPr>
          <a:xfrm>
            <a:off x="1613400" y="179169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8"/>
          <p:cNvSpPr txBox="1">
            <a:spLocks noGrp="1"/>
          </p:cNvSpPr>
          <p:nvPr>
            <p:ph type="subTitle" idx="4"/>
          </p:nvPr>
        </p:nvSpPr>
        <p:spPr>
          <a:xfrm>
            <a:off x="1613400" y="2845395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4" name="Google Shape;984;p38"/>
          <p:cNvSpPr txBox="1">
            <a:spLocks noGrp="1"/>
          </p:cNvSpPr>
          <p:nvPr>
            <p:ph type="subTitle" idx="5"/>
          </p:nvPr>
        </p:nvSpPr>
        <p:spPr>
          <a:xfrm>
            <a:off x="1613400" y="343136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38"/>
          <p:cNvSpPr txBox="1">
            <a:spLocks noGrp="1"/>
          </p:cNvSpPr>
          <p:nvPr>
            <p:ph type="subTitle" idx="6"/>
          </p:nvPr>
        </p:nvSpPr>
        <p:spPr>
          <a:xfrm>
            <a:off x="1613400" y="389910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43"/>
          <p:cNvSpPr/>
          <p:nvPr/>
        </p:nvSpPr>
        <p:spPr>
          <a:xfrm rot="-8234214" flipH="1">
            <a:off x="6462164" y="-167221"/>
            <a:ext cx="4162685" cy="2560997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43"/>
          <p:cNvSpPr/>
          <p:nvPr/>
        </p:nvSpPr>
        <p:spPr>
          <a:xfrm rot="672094">
            <a:off x="-1833836" y="1849763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43"/>
          <p:cNvSpPr/>
          <p:nvPr/>
        </p:nvSpPr>
        <p:spPr>
          <a:xfrm>
            <a:off x="8042975" y="3533675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4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"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44"/>
          <p:cNvSpPr/>
          <p:nvPr/>
        </p:nvSpPr>
        <p:spPr>
          <a:xfrm rot="-2505069" flipH="1">
            <a:off x="6267646" y="1159768"/>
            <a:ext cx="4436783" cy="371422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44"/>
          <p:cNvSpPr/>
          <p:nvPr/>
        </p:nvSpPr>
        <p:spPr>
          <a:xfrm rot="3781174">
            <a:off x="-1644519" y="1806437"/>
            <a:ext cx="4267951" cy="262576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6" name="Google Shape;1156;p44"/>
          <p:cNvGrpSpPr/>
          <p:nvPr/>
        </p:nvGrpSpPr>
        <p:grpSpPr>
          <a:xfrm rot="10800000" flipH="1">
            <a:off x="566191" y="1712532"/>
            <a:ext cx="1696762" cy="1688828"/>
            <a:chOff x="2414491" y="671177"/>
            <a:chExt cx="1830972" cy="1822411"/>
          </a:xfrm>
        </p:grpSpPr>
        <p:sp>
          <p:nvSpPr>
            <p:cNvPr id="1157" name="Google Shape;1157;p44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4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4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4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4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4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4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4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4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4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4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4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4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4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4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4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4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4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4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4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4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4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4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4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4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4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4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4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4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4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4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4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4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4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1" name="Google Shape;1191;p4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5"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6"/>
          <p:cNvSpPr/>
          <p:nvPr/>
        </p:nvSpPr>
        <p:spPr>
          <a:xfrm rot="8100090">
            <a:off x="-1277624" y="-498533"/>
            <a:ext cx="4047120" cy="248996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46"/>
          <p:cNvSpPr/>
          <p:nvPr/>
        </p:nvSpPr>
        <p:spPr>
          <a:xfrm rot="-2262480" flipH="1">
            <a:off x="5470609" y="3669962"/>
            <a:ext cx="4913469" cy="302290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4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01" name="Google Shape;1201;p46"/>
          <p:cNvSpPr/>
          <p:nvPr/>
        </p:nvSpPr>
        <p:spPr>
          <a:xfrm rot="-7977666">
            <a:off x="7581866" y="924182"/>
            <a:ext cx="1233331" cy="1183416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6"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47"/>
          <p:cNvSpPr/>
          <p:nvPr/>
        </p:nvSpPr>
        <p:spPr>
          <a:xfrm rot="5575585">
            <a:off x="-1934287" y="-969252"/>
            <a:ext cx="4436755" cy="371424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47"/>
          <p:cNvSpPr/>
          <p:nvPr/>
        </p:nvSpPr>
        <p:spPr>
          <a:xfrm>
            <a:off x="4971452" y="887873"/>
            <a:ext cx="5492180" cy="3689245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47"/>
          <p:cNvSpPr/>
          <p:nvPr/>
        </p:nvSpPr>
        <p:spPr>
          <a:xfrm rot="-7977666">
            <a:off x="3954029" y="4656032"/>
            <a:ext cx="1233331" cy="1183416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2">
  <p:cSld name="CUSTOM_60">
    <p:spTree>
      <p:nvGrpSpPr>
        <p:cNvPr id="1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75"/>
          <p:cNvSpPr/>
          <p:nvPr/>
        </p:nvSpPr>
        <p:spPr>
          <a:xfrm flipH="1">
            <a:off x="1008588" y="534225"/>
            <a:ext cx="3513000" cy="403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950" name="Google Shape;1950;p75"/>
          <p:cNvSpPr/>
          <p:nvPr/>
        </p:nvSpPr>
        <p:spPr>
          <a:xfrm rot="-5096759" flipH="1">
            <a:off x="5974001" y="2294202"/>
            <a:ext cx="4913557" cy="3022954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75"/>
          <p:cNvSpPr/>
          <p:nvPr/>
        </p:nvSpPr>
        <p:spPr>
          <a:xfrm>
            <a:off x="4236525" y="3712869"/>
            <a:ext cx="764314" cy="674188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2" name="Google Shape;1952;p75"/>
          <p:cNvGrpSpPr/>
          <p:nvPr/>
        </p:nvGrpSpPr>
        <p:grpSpPr>
          <a:xfrm>
            <a:off x="6148229" y="1251727"/>
            <a:ext cx="1830972" cy="1822411"/>
            <a:chOff x="2414491" y="671177"/>
            <a:chExt cx="1830972" cy="1822411"/>
          </a:xfrm>
        </p:grpSpPr>
        <p:sp>
          <p:nvSpPr>
            <p:cNvPr id="1953" name="Google Shape;1953;p7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7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7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7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7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7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7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7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7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7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7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7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7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7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7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7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7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7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7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7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7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7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7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7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7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7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7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7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7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7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7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7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7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7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7" name="Google Shape;1987;p75"/>
          <p:cNvSpPr/>
          <p:nvPr/>
        </p:nvSpPr>
        <p:spPr>
          <a:xfrm rot="-4619829">
            <a:off x="5338279" y="-1392653"/>
            <a:ext cx="3210852" cy="3197538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4250" y="445025"/>
            <a:ext cx="805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4250" y="1152475"/>
            <a:ext cx="8055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Char char="●"/>
              <a:defRPr sz="18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8" r:id="rId6"/>
    <p:sldLayoutId id="2147483659" r:id="rId7"/>
    <p:sldLayoutId id="2147483660" r:id="rId8"/>
    <p:sldLayoutId id="2147483669" r:id="rId9"/>
    <p:sldLayoutId id="2147483673" r:id="rId10"/>
    <p:sldLayoutId id="2147483684" r:id="rId11"/>
    <p:sldLayoutId id="2147483689" r:id="rId12"/>
    <p:sldLayoutId id="2147483690" r:id="rId13"/>
    <p:sldLayoutId id="2147483692" r:id="rId14"/>
    <p:sldLayoutId id="2147483693" r:id="rId15"/>
    <p:sldLayoutId id="2147483721" r:id="rId16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3">
          <p15:clr>
            <a:srgbClr val="E46962"/>
          </p15:clr>
        </p15:guide>
        <p15:guide id="2" pos="541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lidesgo.com/slidesgo-school/powerpoint-tutorials/how-to-download-the-fonts-for-our-powerpoint-templates?utm_source=slidesgo_template&amp;utm_medium=referral-link&amp;utm_campaign=sg_credits&amp;utm_content=slidesgo-school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83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Elegant Education </a:t>
            </a:r>
            <a:endParaRPr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Pack for Students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07" name="Google Shape;2007;p83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is where your presentation begins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8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you’ll find in this </a:t>
            </a:r>
            <a:r>
              <a:rPr lang="en" b="1">
                <a:uFill>
                  <a:noFill/>
                </a:uFill>
                <a:hlinkClick r:id="rId3"/>
              </a:rPr>
              <a:t>Slidesgo</a:t>
            </a:r>
            <a:r>
              <a:rPr lang="en" b="1"/>
              <a:t> </a:t>
            </a:r>
            <a:r>
              <a:rPr lang="en"/>
              <a:t>template: </a:t>
            </a:r>
            <a:endParaRPr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 slide structure based on a multi-purpose presentation for education, which you can easily adapt to your needs. For more info on how to edit the template, please visit </a:t>
            </a:r>
            <a:r>
              <a:rPr lang="en" b="1">
                <a:uFill>
                  <a:noFill/>
                </a:uFill>
                <a:hlinkClick r:id="rId4"/>
              </a:rPr>
              <a:t>Slidesgo School</a:t>
            </a:r>
            <a:r>
              <a:rPr lang="en"/>
              <a:t> or read our </a:t>
            </a:r>
            <a:r>
              <a:rPr lang="en" b="1">
                <a:uFill>
                  <a:noFill/>
                </a:uFill>
                <a:hlinkClick r:id="rId5"/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To view this template in PowerPoint with the correct fonts, download and install on your computer</a:t>
            </a:r>
            <a:r>
              <a:rPr lang="en" b="1"/>
              <a:t> 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the fonts that we have used</a:t>
            </a:r>
            <a:r>
              <a:rPr lang="en"/>
              <a:t>. You can learn how to download and install fonts 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rId6"/>
              </a:rPr>
              <a:t>here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An assortment of graphic resources that are suitable for use in the presentation can be found in the </a:t>
            </a:r>
            <a:r>
              <a:rPr lang="en" b="1"/>
              <a:t>a</a:t>
            </a:r>
            <a:r>
              <a:rPr lang="en" b="1">
                <a:uFill>
                  <a:noFill/>
                </a:uFill>
                <a:hlinkClick r:id="" action="ppaction://noaction"/>
              </a:rPr>
              <a:t>lternative resources</a:t>
            </a:r>
            <a:r>
              <a:rPr lang="en"/>
              <a:t> slides.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thanks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/>
              <a:t>slide, which you must keep so that proper credits for our design are given.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Five </a:t>
            </a:r>
            <a:r>
              <a:rPr lang="en" b="1">
                <a:uFill>
                  <a:noFill/>
                </a:uFill>
                <a:hlinkClick r:id="" action="ppaction://noaction"/>
              </a:rPr>
              <a:t>resources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/>
              <a:t>slides, where you’ll find links to all the elements used in the template.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b="1">
                <a:uFill>
                  <a:noFill/>
                </a:uFill>
                <a:hlinkClick r:id=""/>
              </a:rPr>
              <a:t>Instructions for use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Final slides with: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fonts and colors</a:t>
            </a:r>
            <a:r>
              <a:rPr lang="en"/>
              <a:t> used in the template.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 selection of </a:t>
            </a:r>
            <a:r>
              <a:rPr lang="en" b="1">
                <a:uFill>
                  <a:noFill/>
                </a:uFill>
                <a:hlinkClick r:id="" action="ppaction://noaction"/>
              </a:rPr>
              <a:t>illustrations</a:t>
            </a:r>
            <a:r>
              <a:rPr lang="en"/>
              <a:t>. You can also customize and animate them as you wish with the online editor. Visit</a:t>
            </a:r>
            <a:r>
              <a:rPr lang="en" b="1"/>
              <a:t> </a:t>
            </a:r>
            <a:r>
              <a:rPr lang="en" b="1">
                <a:uFill>
                  <a:noFill/>
                </a:uFill>
                <a:hlinkClick r:id="rId7"/>
              </a:rPr>
              <a:t>Storyset</a:t>
            </a:r>
            <a:r>
              <a:rPr lang="en"/>
              <a:t> to find more.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More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infographic resources</a:t>
            </a:r>
            <a:r>
              <a:rPr lang="en"/>
              <a:t>, whose size and color can be edited.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Sets of </a:t>
            </a:r>
            <a:r>
              <a:rPr lang="en" b="1">
                <a:uFill>
                  <a:noFill/>
                </a:uFill>
                <a:hlinkClick r:id="" action="ppaction://noaction"/>
              </a:rPr>
              <a:t>customizable icons</a:t>
            </a:r>
            <a:r>
              <a:rPr lang="en"/>
              <a:t> 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presentation.</a:t>
            </a:r>
            <a:endParaRPr/>
          </a:p>
        </p:txBody>
      </p:sp>
      <p:sp>
        <p:nvSpPr>
          <p:cNvPr id="2013" name="Google Shape;2013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of this template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85"/>
          <p:cNvSpPr txBox="1">
            <a:spLocks noGrp="1"/>
          </p:cNvSpPr>
          <p:nvPr>
            <p:ph type="subTitle" idx="1"/>
          </p:nvPr>
        </p:nvSpPr>
        <p:spPr>
          <a:xfrm>
            <a:off x="3905700" y="3380175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19" name="Google Shape;2019;p85"/>
          <p:cNvSpPr txBox="1">
            <a:spLocks noGrp="1"/>
          </p:cNvSpPr>
          <p:nvPr>
            <p:ph type="subTitle" idx="2"/>
          </p:nvPr>
        </p:nvSpPr>
        <p:spPr>
          <a:xfrm>
            <a:off x="1391100" y="3380175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20" name="Google Shape;2020;p8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021" name="Google Shape;2021;p85">
            <a:hlinkClick r:id="rId3" action="ppaction://hlinksldjump"/>
          </p:cNvPr>
          <p:cNvSpPr txBox="1">
            <a:spLocks noGrp="1"/>
          </p:cNvSpPr>
          <p:nvPr>
            <p:ph type="subTitle" idx="3"/>
          </p:nvPr>
        </p:nvSpPr>
        <p:spPr>
          <a:xfrm>
            <a:off x="1391100" y="1434475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 action="ppaction://hlinksldjump"/>
              </a:rPr>
              <a:t>Backgrounds</a:t>
            </a:r>
            <a:endParaRPr/>
          </a:p>
        </p:txBody>
      </p:sp>
      <p:sp>
        <p:nvSpPr>
          <p:cNvPr id="2022" name="Google Shape;2022;p85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3905700" y="1434475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Reminder</a:t>
            </a:r>
            <a:endParaRPr/>
          </a:p>
        </p:txBody>
      </p:sp>
      <p:sp>
        <p:nvSpPr>
          <p:cNvPr id="2023" name="Google Shape;2023;p85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391100" y="2992287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Avatars</a:t>
            </a:r>
            <a:endParaRPr/>
          </a:p>
        </p:txBody>
      </p:sp>
      <p:sp>
        <p:nvSpPr>
          <p:cNvPr id="2024" name="Google Shape;2024;p85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3905700" y="2992287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Planning</a:t>
            </a:r>
            <a:endParaRPr/>
          </a:p>
        </p:txBody>
      </p:sp>
      <p:sp>
        <p:nvSpPr>
          <p:cNvPr id="2025" name="Google Shape;2025;p85"/>
          <p:cNvSpPr txBox="1">
            <a:spLocks noGrp="1"/>
          </p:cNvSpPr>
          <p:nvPr>
            <p:ph type="subTitle" idx="7"/>
          </p:nvPr>
        </p:nvSpPr>
        <p:spPr>
          <a:xfrm>
            <a:off x="1391100" y="1825209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26" name="Google Shape;2026;p85"/>
          <p:cNvSpPr txBox="1">
            <a:spLocks noGrp="1"/>
          </p:cNvSpPr>
          <p:nvPr>
            <p:ph type="subTitle" idx="8"/>
          </p:nvPr>
        </p:nvSpPr>
        <p:spPr>
          <a:xfrm>
            <a:off x="3905700" y="1825209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27" name="Google Shape;2027;p85">
            <a:hlinkClick r:id="rId3" action="ppaction://hlinksldjump"/>
          </p:cNvPr>
          <p:cNvSpPr txBox="1">
            <a:spLocks noGrp="1"/>
          </p:cNvSpPr>
          <p:nvPr>
            <p:ph type="title" idx="9"/>
          </p:nvPr>
        </p:nvSpPr>
        <p:spPr>
          <a:xfrm>
            <a:off x="792175" y="1434475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 action="ppaction://hlinksldjump"/>
              </a:rPr>
              <a:t>01</a:t>
            </a:r>
            <a:endParaRPr/>
          </a:p>
        </p:txBody>
      </p:sp>
      <p:sp>
        <p:nvSpPr>
          <p:cNvPr id="2028" name="Google Shape;2028;p85">
            <a:hlinkClick r:id="" action="ppaction://noaction"/>
          </p:cNvPr>
          <p:cNvSpPr txBox="1">
            <a:spLocks noGrp="1"/>
          </p:cNvSpPr>
          <p:nvPr>
            <p:ph type="title" idx="13"/>
          </p:nvPr>
        </p:nvSpPr>
        <p:spPr>
          <a:xfrm>
            <a:off x="3314700" y="1434475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03</a:t>
            </a:r>
            <a:endParaRPr/>
          </a:p>
        </p:txBody>
      </p:sp>
      <p:sp>
        <p:nvSpPr>
          <p:cNvPr id="2029" name="Google Shape;2029;p85">
            <a:hlinkClick r:id="" action="ppaction://noaction"/>
          </p:cNvPr>
          <p:cNvSpPr txBox="1">
            <a:spLocks noGrp="1"/>
          </p:cNvSpPr>
          <p:nvPr>
            <p:ph type="title" idx="14"/>
          </p:nvPr>
        </p:nvSpPr>
        <p:spPr>
          <a:xfrm>
            <a:off x="792175" y="2992276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02</a:t>
            </a:r>
            <a:endParaRPr/>
          </a:p>
        </p:txBody>
      </p:sp>
      <p:sp>
        <p:nvSpPr>
          <p:cNvPr id="2030" name="Google Shape;2030;p85">
            <a:hlinkClick r:id="" action="ppaction://noaction"/>
          </p:cNvPr>
          <p:cNvSpPr txBox="1">
            <a:spLocks noGrp="1"/>
          </p:cNvSpPr>
          <p:nvPr>
            <p:ph type="title" idx="15"/>
          </p:nvPr>
        </p:nvSpPr>
        <p:spPr>
          <a:xfrm>
            <a:off x="3314700" y="2992276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04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31" name="Google Shape;2031;p85"/>
          <p:cNvSpPr txBox="1">
            <a:spLocks noGrp="1"/>
          </p:cNvSpPr>
          <p:nvPr>
            <p:ph type="subTitle" idx="16"/>
          </p:nvPr>
        </p:nvSpPr>
        <p:spPr>
          <a:xfrm>
            <a:off x="6428225" y="3380175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32" name="Google Shape;2032;p85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6428225" y="1434475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Homework</a:t>
            </a:r>
            <a:endParaRPr/>
          </a:p>
        </p:txBody>
      </p:sp>
      <p:sp>
        <p:nvSpPr>
          <p:cNvPr id="2033" name="Google Shape;2033;p85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428225" y="2992287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Others</a:t>
            </a:r>
            <a:endParaRPr/>
          </a:p>
        </p:txBody>
      </p:sp>
      <p:sp>
        <p:nvSpPr>
          <p:cNvPr id="2034" name="Google Shape;2034;p85"/>
          <p:cNvSpPr txBox="1">
            <a:spLocks noGrp="1"/>
          </p:cNvSpPr>
          <p:nvPr>
            <p:ph type="subTitle" idx="19"/>
          </p:nvPr>
        </p:nvSpPr>
        <p:spPr>
          <a:xfrm>
            <a:off x="6428225" y="1825209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35" name="Google Shape;2035;p85">
            <a:hlinkClick r:id="" action="ppaction://noaction"/>
          </p:cNvPr>
          <p:cNvSpPr txBox="1">
            <a:spLocks noGrp="1"/>
          </p:cNvSpPr>
          <p:nvPr>
            <p:ph type="title" idx="20"/>
          </p:nvPr>
        </p:nvSpPr>
        <p:spPr>
          <a:xfrm>
            <a:off x="5837225" y="1434475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05</a:t>
            </a:r>
            <a:endParaRPr/>
          </a:p>
        </p:txBody>
      </p:sp>
      <p:sp>
        <p:nvSpPr>
          <p:cNvPr id="2036" name="Google Shape;2036;p85">
            <a:hlinkClick r:id="" action="ppaction://noaction"/>
          </p:cNvPr>
          <p:cNvSpPr txBox="1">
            <a:spLocks noGrp="1"/>
          </p:cNvSpPr>
          <p:nvPr>
            <p:ph type="title" idx="21"/>
          </p:nvPr>
        </p:nvSpPr>
        <p:spPr>
          <a:xfrm>
            <a:off x="5837225" y="2992276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06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86"/>
          <p:cNvSpPr txBox="1">
            <a:spLocks noGrp="1"/>
          </p:cNvSpPr>
          <p:nvPr>
            <p:ph type="subTitle" idx="1"/>
          </p:nvPr>
        </p:nvSpPr>
        <p:spPr>
          <a:xfrm>
            <a:off x="4024200" y="3684975"/>
            <a:ext cx="26694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42" name="Google Shape;2042;p86"/>
          <p:cNvSpPr txBox="1">
            <a:spLocks noGrp="1"/>
          </p:cNvSpPr>
          <p:nvPr>
            <p:ph type="subTitle" idx="2"/>
          </p:nvPr>
        </p:nvSpPr>
        <p:spPr>
          <a:xfrm>
            <a:off x="941850" y="3684975"/>
            <a:ext cx="27015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43" name="Google Shape;2043;p8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044" name="Google Shape;2044;p86"/>
          <p:cNvSpPr txBox="1">
            <a:spLocks noGrp="1"/>
          </p:cNvSpPr>
          <p:nvPr>
            <p:ph type="subTitle" idx="3"/>
          </p:nvPr>
        </p:nvSpPr>
        <p:spPr>
          <a:xfrm>
            <a:off x="941850" y="1739275"/>
            <a:ext cx="27015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uFill>
                  <a:noFill/>
                </a:uFill>
                <a:hlinkClick r:id="rId3" action="ppaction://hlinksldjump"/>
              </a:rPr>
              <a:t>Backgrounds</a:t>
            </a:r>
            <a:endParaRPr/>
          </a:p>
        </p:txBody>
      </p:sp>
      <p:sp>
        <p:nvSpPr>
          <p:cNvPr id="2045" name="Google Shape;2045;p86"/>
          <p:cNvSpPr txBox="1">
            <a:spLocks noGrp="1"/>
          </p:cNvSpPr>
          <p:nvPr>
            <p:ph type="subTitle" idx="4"/>
          </p:nvPr>
        </p:nvSpPr>
        <p:spPr>
          <a:xfrm>
            <a:off x="4024200" y="1739275"/>
            <a:ext cx="26694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Avatars</a:t>
            </a:r>
            <a:endParaRPr/>
          </a:p>
        </p:txBody>
      </p:sp>
      <p:sp>
        <p:nvSpPr>
          <p:cNvPr id="2046" name="Google Shape;2046;p86"/>
          <p:cNvSpPr txBox="1">
            <a:spLocks noGrp="1"/>
          </p:cNvSpPr>
          <p:nvPr>
            <p:ph type="subTitle" idx="5"/>
          </p:nvPr>
        </p:nvSpPr>
        <p:spPr>
          <a:xfrm>
            <a:off x="941850" y="3297074"/>
            <a:ext cx="27015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Reminder</a:t>
            </a:r>
            <a:endParaRPr/>
          </a:p>
        </p:txBody>
      </p:sp>
      <p:sp>
        <p:nvSpPr>
          <p:cNvPr id="2047" name="Google Shape;2047;p86"/>
          <p:cNvSpPr txBox="1">
            <a:spLocks noGrp="1"/>
          </p:cNvSpPr>
          <p:nvPr>
            <p:ph type="subTitle" idx="6"/>
          </p:nvPr>
        </p:nvSpPr>
        <p:spPr>
          <a:xfrm>
            <a:off x="4024200" y="3297087"/>
            <a:ext cx="26694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Planning</a:t>
            </a:r>
            <a:endParaRPr/>
          </a:p>
        </p:txBody>
      </p:sp>
      <p:sp>
        <p:nvSpPr>
          <p:cNvPr id="2048" name="Google Shape;2048;p86"/>
          <p:cNvSpPr txBox="1">
            <a:spLocks noGrp="1"/>
          </p:cNvSpPr>
          <p:nvPr>
            <p:ph type="subTitle" idx="7"/>
          </p:nvPr>
        </p:nvSpPr>
        <p:spPr>
          <a:xfrm>
            <a:off x="945650" y="2130000"/>
            <a:ext cx="27015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49" name="Google Shape;2049;p86"/>
          <p:cNvSpPr txBox="1">
            <a:spLocks noGrp="1"/>
          </p:cNvSpPr>
          <p:nvPr>
            <p:ph type="subTitle" idx="8"/>
          </p:nvPr>
        </p:nvSpPr>
        <p:spPr>
          <a:xfrm>
            <a:off x="4027952" y="2130000"/>
            <a:ext cx="26694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50" name="Google Shape;2050;p86"/>
          <p:cNvSpPr txBox="1">
            <a:spLocks noGrp="1"/>
          </p:cNvSpPr>
          <p:nvPr>
            <p:ph type="title" idx="9"/>
          </p:nvPr>
        </p:nvSpPr>
        <p:spPr>
          <a:xfrm>
            <a:off x="945650" y="1363850"/>
            <a:ext cx="846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 action="ppaction://hlinksldjump"/>
              </a:rPr>
              <a:t>01</a:t>
            </a:r>
            <a:endParaRPr/>
          </a:p>
        </p:txBody>
      </p:sp>
      <p:sp>
        <p:nvSpPr>
          <p:cNvPr id="2051" name="Google Shape;2051;p86"/>
          <p:cNvSpPr txBox="1">
            <a:spLocks noGrp="1"/>
          </p:cNvSpPr>
          <p:nvPr>
            <p:ph type="title" idx="13"/>
          </p:nvPr>
        </p:nvSpPr>
        <p:spPr>
          <a:xfrm>
            <a:off x="4024200" y="1363850"/>
            <a:ext cx="846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02</a:t>
            </a:r>
            <a:endParaRPr/>
          </a:p>
        </p:txBody>
      </p:sp>
      <p:sp>
        <p:nvSpPr>
          <p:cNvPr id="2052" name="Google Shape;2052;p86"/>
          <p:cNvSpPr txBox="1">
            <a:spLocks noGrp="1"/>
          </p:cNvSpPr>
          <p:nvPr>
            <p:ph type="title" idx="14"/>
          </p:nvPr>
        </p:nvSpPr>
        <p:spPr>
          <a:xfrm>
            <a:off x="945650" y="2918848"/>
            <a:ext cx="846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03</a:t>
            </a:r>
            <a:endParaRPr/>
          </a:p>
        </p:txBody>
      </p:sp>
      <p:sp>
        <p:nvSpPr>
          <p:cNvPr id="2053" name="Google Shape;2053;p86"/>
          <p:cNvSpPr txBox="1">
            <a:spLocks noGrp="1"/>
          </p:cNvSpPr>
          <p:nvPr>
            <p:ph type="title" idx="15"/>
          </p:nvPr>
        </p:nvSpPr>
        <p:spPr>
          <a:xfrm>
            <a:off x="4024200" y="2918848"/>
            <a:ext cx="846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04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87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your background in Google Meet</a:t>
            </a:r>
            <a:endParaRPr/>
          </a:p>
        </p:txBody>
      </p:sp>
      <p:sp>
        <p:nvSpPr>
          <p:cNvPr id="2059" name="Google Shape;2059;p87"/>
          <p:cNvSpPr txBox="1">
            <a:spLocks noGrp="1"/>
          </p:cNvSpPr>
          <p:nvPr>
            <p:ph type="subTitle" idx="1"/>
          </p:nvPr>
        </p:nvSpPr>
        <p:spPr>
          <a:xfrm>
            <a:off x="1904250" y="2756350"/>
            <a:ext cx="53355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help limit distractions or make video calls more fun, you can now blur your background or replace your background with an image</a:t>
            </a:r>
            <a:endParaRPr/>
          </a:p>
        </p:txBody>
      </p:sp>
      <p:sp>
        <p:nvSpPr>
          <p:cNvPr id="2060" name="Google Shape;2060;p87"/>
          <p:cNvSpPr/>
          <p:nvPr/>
        </p:nvSpPr>
        <p:spPr>
          <a:xfrm>
            <a:off x="3881688" y="3991450"/>
            <a:ext cx="1380619" cy="52850"/>
          </a:xfrm>
          <a:custGeom>
            <a:avLst/>
            <a:gdLst/>
            <a:ahLst/>
            <a:cxnLst/>
            <a:rect l="l" t="t" r="r" b="b"/>
            <a:pathLst>
              <a:path w="17505" h="670" extrusionOk="0">
                <a:moveTo>
                  <a:pt x="0" y="0"/>
                </a:moveTo>
                <a:lnTo>
                  <a:pt x="0" y="669"/>
                </a:lnTo>
                <a:lnTo>
                  <a:pt x="17505" y="669"/>
                </a:lnTo>
                <a:lnTo>
                  <a:pt x="175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8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your background in Google Meet</a:t>
            </a:r>
            <a:endParaRPr/>
          </a:p>
        </p:txBody>
      </p:sp>
      <p:sp>
        <p:nvSpPr>
          <p:cNvPr id="2066" name="Google Shape;2066;p88"/>
          <p:cNvSpPr txBox="1">
            <a:spLocks noGrp="1"/>
          </p:cNvSpPr>
          <p:nvPr>
            <p:ph type="body" idx="1"/>
          </p:nvPr>
        </p:nvSpPr>
        <p:spPr>
          <a:xfrm>
            <a:off x="713225" y="1122325"/>
            <a:ext cx="7717500" cy="35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Important: </a:t>
            </a:r>
            <a:r>
              <a:rPr lang="en">
                <a:solidFill>
                  <a:schemeClr val="accent2"/>
                </a:solidFill>
              </a:rPr>
              <a:t>Users who join the video call while not logged into a Google account and users which need to knock to get admitted, can only change their background once in the video call. Users who join a G Suite for Education video call can’t select their own background images 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Before a video call: </a:t>
            </a:r>
            <a:r>
              <a:rPr lang="en">
                <a:solidFill>
                  <a:schemeClr val="accent2"/>
                </a:solidFill>
              </a:rPr>
              <a:t>Go to Google Meet and then select a meeting</a:t>
            </a:r>
            <a:endParaRPr>
              <a:solidFill>
                <a:schemeClr val="accent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rPr lang="en">
                <a:solidFill>
                  <a:schemeClr val="accent2"/>
                </a:solidFill>
              </a:rPr>
              <a:t>On the bottom right of your self view, click Change Background</a:t>
            </a:r>
            <a:endParaRPr>
              <a:solidFill>
                <a:schemeClr val="accent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lphaLcPeriod"/>
            </a:pPr>
            <a:r>
              <a:rPr lang="en">
                <a:solidFill>
                  <a:schemeClr val="accent2"/>
                </a:solidFill>
              </a:rPr>
              <a:t>To completely blur your background, click Blur your background</a:t>
            </a:r>
            <a:endParaRPr>
              <a:solidFill>
                <a:schemeClr val="accent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lphaLcPeriod"/>
            </a:pPr>
            <a:r>
              <a:rPr lang="en">
                <a:solidFill>
                  <a:schemeClr val="accent2"/>
                </a:solidFill>
              </a:rPr>
              <a:t>To slightly blur your background, click Slightly blur your background</a:t>
            </a:r>
            <a:endParaRPr>
              <a:solidFill>
                <a:schemeClr val="accent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lphaLcPeriod"/>
            </a:pPr>
            <a:r>
              <a:rPr lang="en">
                <a:solidFill>
                  <a:schemeClr val="accent2"/>
                </a:solidFill>
              </a:rPr>
              <a:t>To select a pre-uploaded background, click a background</a:t>
            </a:r>
            <a:endParaRPr>
              <a:solidFill>
                <a:schemeClr val="accent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lphaLcPeriod"/>
            </a:pPr>
            <a:r>
              <a:rPr lang="en">
                <a:solidFill>
                  <a:schemeClr val="accent2"/>
                </a:solidFill>
              </a:rPr>
              <a:t>To upload your own image for your background, click Add</a:t>
            </a:r>
            <a:endParaRPr>
              <a:solidFill>
                <a:schemeClr val="accent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rPr lang="en">
                <a:solidFill>
                  <a:schemeClr val="accent2"/>
                </a:solidFill>
              </a:rPr>
              <a:t>Click Join Now</a:t>
            </a:r>
            <a:endParaRPr b="1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2067" name="Google Shape;2067;p88"/>
          <p:cNvSpPr/>
          <p:nvPr/>
        </p:nvSpPr>
        <p:spPr>
          <a:xfrm>
            <a:off x="812919" y="2519656"/>
            <a:ext cx="6919" cy="10401"/>
          </a:xfrm>
          <a:custGeom>
            <a:avLst/>
            <a:gdLst/>
            <a:ahLst/>
            <a:cxnLst/>
            <a:rect l="l" t="t" r="r" b="b"/>
            <a:pathLst>
              <a:path w="161" h="242" extrusionOk="0">
                <a:moveTo>
                  <a:pt x="81" y="1"/>
                </a:moveTo>
                <a:lnTo>
                  <a:pt x="0" y="161"/>
                </a:lnTo>
                <a:lnTo>
                  <a:pt x="134" y="241"/>
                </a:lnTo>
                <a:cubicBezTo>
                  <a:pt x="134" y="161"/>
                  <a:pt x="134" y="108"/>
                  <a:pt x="161" y="27"/>
                </a:cubicBezTo>
                <a:lnTo>
                  <a:pt x="81" y="1"/>
                </a:lnTo>
                <a:close/>
              </a:path>
            </a:pathLst>
          </a:custGeom>
          <a:solidFill>
            <a:srgbClr val="806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89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a video call</a:t>
            </a:r>
            <a:endParaRPr/>
          </a:p>
        </p:txBody>
      </p:sp>
      <p:sp>
        <p:nvSpPr>
          <p:cNvPr id="2073" name="Google Shape;2073;p89"/>
          <p:cNvSpPr txBox="1">
            <a:spLocks noGrp="1"/>
          </p:cNvSpPr>
          <p:nvPr>
            <p:ph type="subTitle" idx="1"/>
          </p:nvPr>
        </p:nvSpPr>
        <p:spPr>
          <a:xfrm>
            <a:off x="713250" y="1123450"/>
            <a:ext cx="82932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On the bottom right, click More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Click Change background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To completely blur your background, click Blur your background 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To slightly blur your background, click Slightly blur your background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To select a pre-uploaded background, click a background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To upload your own image for your background, click Add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Tip: Your camera is automatically turned on when you click Change background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Changing your background may slow down your device. You may want to turn this feature off to allow other apps to run faster on your computer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91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your background in Zoom</a:t>
            </a:r>
            <a:endParaRPr/>
          </a:p>
        </p:txBody>
      </p:sp>
      <p:sp>
        <p:nvSpPr>
          <p:cNvPr id="2085" name="Google Shape;2085;p91"/>
          <p:cNvSpPr txBox="1">
            <a:spLocks noGrp="1"/>
          </p:cNvSpPr>
          <p:nvPr>
            <p:ph type="subTitle" idx="1"/>
          </p:nvPr>
        </p:nvSpPr>
        <p:spPr>
          <a:xfrm>
            <a:off x="713250" y="112610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of all, download the backgrounds you want from this template: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822960" lvl="0" indent="-23876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rPr lang="en"/>
              <a:t>Select the slide you want to save</a:t>
            </a:r>
            <a:endParaRPr/>
          </a:p>
          <a:p>
            <a:pPr marL="822960" lvl="0" indent="-23876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rPr lang="en"/>
              <a:t>Modify it and add text if needed</a:t>
            </a:r>
            <a:endParaRPr/>
          </a:p>
          <a:p>
            <a:pPr marL="822960" lvl="0" indent="-23876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rPr lang="en"/>
              <a:t>Click File &gt; Download &gt; PNG image/JPEG image</a:t>
            </a:r>
            <a:endParaRPr/>
          </a:p>
          <a:p>
            <a:pPr marL="822960" lvl="0" indent="-23876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rPr lang="en"/>
              <a:t>It will be downloaded to your computer, and now you can use it as your background image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Char char="●"/>
            </a:pPr>
            <a:r>
              <a:rPr lang="en"/>
              <a:t>First, download the PC version of Zoom and log in with your account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Char char="●"/>
            </a:pPr>
            <a:r>
              <a:rPr lang="en"/>
              <a:t>Once inside, Zoom, click on Settings, located in the upper right corner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Char char="●"/>
            </a:pPr>
            <a:r>
              <a:rPr lang="en"/>
              <a:t>Click on the Virtual Fund option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Char char="●"/>
            </a:pPr>
            <a:r>
              <a:rPr lang="en"/>
              <a:t>Now click on the background you want. If you want to use a background downloaded to your computer, click on the plus symbol and the option to add an image or video will appear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11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School rules</a:t>
            </a:r>
            <a:endParaRPr/>
          </a:p>
        </p:txBody>
      </p:sp>
      <p:sp>
        <p:nvSpPr>
          <p:cNvPr id="2608" name="Google Shape;2608;p114"/>
          <p:cNvSpPr/>
          <p:nvPr/>
        </p:nvSpPr>
        <p:spPr>
          <a:xfrm>
            <a:off x="4874000" y="1416225"/>
            <a:ext cx="3120600" cy="32733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9" name="Google Shape;2609;p114"/>
          <p:cNvSpPr/>
          <p:nvPr/>
        </p:nvSpPr>
        <p:spPr>
          <a:xfrm>
            <a:off x="1149400" y="1416225"/>
            <a:ext cx="3120600" cy="32733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0" name="Google Shape;2610;p114"/>
          <p:cNvSpPr txBox="1"/>
          <p:nvPr/>
        </p:nvSpPr>
        <p:spPr>
          <a:xfrm>
            <a:off x="1474800" y="2372700"/>
            <a:ext cx="24699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anjari"/>
              <a:buChar char="●"/>
            </a:pPr>
            <a:r>
              <a:rPr lang="en" sz="15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Mercury is the smallest planet</a:t>
            </a:r>
            <a:endParaRPr sz="15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anjari"/>
              <a:buChar char="●"/>
            </a:pPr>
            <a:r>
              <a:rPr lang="en" sz="15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Venus is the second planet from the Sun</a:t>
            </a:r>
            <a:endParaRPr sz="15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1500"/>
              <a:buFont typeface="Manjari"/>
              <a:buChar char="●"/>
            </a:pPr>
            <a:r>
              <a:rPr lang="en" sz="15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Mars is actually a very cold place</a:t>
            </a:r>
            <a:endParaRPr sz="15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11" name="Google Shape;2611;p114"/>
          <p:cNvSpPr txBox="1"/>
          <p:nvPr/>
        </p:nvSpPr>
        <p:spPr>
          <a:xfrm>
            <a:off x="5199350" y="2372700"/>
            <a:ext cx="24699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jari"/>
              <a:buChar char="●"/>
            </a:pPr>
            <a:r>
              <a:rPr lang="en" sz="15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Jupiter is the biggest planet of them all</a:t>
            </a:r>
            <a:endParaRPr sz="15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jari"/>
              <a:buChar char="●"/>
            </a:pPr>
            <a:r>
              <a:rPr lang="en" sz="15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Saturn is a gas giant with several rings</a:t>
            </a:r>
            <a:endParaRPr sz="15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Manjari"/>
              <a:buChar char="●"/>
            </a:pPr>
            <a:r>
              <a:rPr lang="en" sz="15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Neptune is far away from Earth</a:t>
            </a:r>
            <a:endParaRPr sz="15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12" name="Google Shape;2612;p114"/>
          <p:cNvSpPr txBox="1"/>
          <p:nvPr/>
        </p:nvSpPr>
        <p:spPr>
          <a:xfrm>
            <a:off x="1474800" y="1875750"/>
            <a:ext cx="2469900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It’s ok</a:t>
            </a:r>
            <a:endParaRPr sz="2200" b="1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613" name="Google Shape;2613;p114"/>
          <p:cNvSpPr txBox="1"/>
          <p:nvPr/>
        </p:nvSpPr>
        <p:spPr>
          <a:xfrm>
            <a:off x="5199350" y="1875750"/>
            <a:ext cx="2469900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It’s not ok</a:t>
            </a:r>
            <a:endParaRPr sz="2200" b="1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11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not forget</a:t>
            </a:r>
            <a:endParaRPr/>
          </a:p>
        </p:txBody>
      </p:sp>
      <p:sp>
        <p:nvSpPr>
          <p:cNvPr id="2619" name="Google Shape;2619;p115"/>
          <p:cNvSpPr/>
          <p:nvPr/>
        </p:nvSpPr>
        <p:spPr>
          <a:xfrm>
            <a:off x="1089500" y="1510650"/>
            <a:ext cx="3012600" cy="249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20" name="Google Shape;2620;p115"/>
          <p:cNvSpPr/>
          <p:nvPr/>
        </p:nvSpPr>
        <p:spPr>
          <a:xfrm>
            <a:off x="5041900" y="1510650"/>
            <a:ext cx="3012600" cy="249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21" name="Google Shape;2621;p115"/>
          <p:cNvSpPr txBox="1">
            <a:spLocks noGrp="1"/>
          </p:cNvSpPr>
          <p:nvPr>
            <p:ph type="body" idx="1"/>
          </p:nvPr>
        </p:nvSpPr>
        <p:spPr>
          <a:xfrm>
            <a:off x="1101975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rPr lang="en">
                <a:solidFill>
                  <a:schemeClr val="dk1"/>
                </a:solidFill>
              </a:rPr>
              <a:t>Translate text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rPr lang="en">
                <a:solidFill>
                  <a:schemeClr val="dk1"/>
                </a:solidFill>
              </a:rPr>
              <a:t>Paint mural 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rPr lang="en">
                <a:solidFill>
                  <a:schemeClr val="dk1"/>
                </a:solidFill>
              </a:rPr>
              <a:t>Do spelling homework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rPr lang="en">
                <a:solidFill>
                  <a:schemeClr val="dk1"/>
                </a:solidFill>
              </a:rPr>
              <a:t>Do exercises 4 and 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2" name="Google Shape;2622;p115"/>
          <p:cNvSpPr txBox="1">
            <a:spLocks noGrp="1"/>
          </p:cNvSpPr>
          <p:nvPr>
            <p:ph type="body" idx="2"/>
          </p:nvPr>
        </p:nvSpPr>
        <p:spPr>
          <a:xfrm>
            <a:off x="5071000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rPr lang="en">
                <a:solidFill>
                  <a:schemeClr val="dk1"/>
                </a:solidFill>
              </a:rPr>
              <a:t>English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rPr lang="en">
                <a:solidFill>
                  <a:schemeClr val="dk1"/>
                </a:solidFill>
              </a:rPr>
              <a:t>Art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rPr lang="en">
                <a:solidFill>
                  <a:schemeClr val="dk1"/>
                </a:solidFill>
              </a:rPr>
              <a:t>French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rPr lang="en">
                <a:solidFill>
                  <a:schemeClr val="dk1"/>
                </a:solidFill>
              </a:rPr>
              <a:t>Math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3" name="Google Shape;2623;p115"/>
          <p:cNvSpPr txBox="1">
            <a:spLocks noGrp="1"/>
          </p:cNvSpPr>
          <p:nvPr>
            <p:ph type="subTitle" idx="3"/>
          </p:nvPr>
        </p:nvSpPr>
        <p:spPr>
          <a:xfrm>
            <a:off x="11186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Tasks</a:t>
            </a:r>
            <a:endParaRPr/>
          </a:p>
        </p:txBody>
      </p:sp>
      <p:sp>
        <p:nvSpPr>
          <p:cNvPr id="2624" name="Google Shape;2624;p115"/>
          <p:cNvSpPr txBox="1">
            <a:spLocks noGrp="1"/>
          </p:cNvSpPr>
          <p:nvPr>
            <p:ph type="subTitle" idx="4"/>
          </p:nvPr>
        </p:nvSpPr>
        <p:spPr>
          <a:xfrm>
            <a:off x="50710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Subjects</a:t>
            </a:r>
            <a:endParaRPr/>
          </a:p>
        </p:txBody>
      </p:sp>
      <p:sp>
        <p:nvSpPr>
          <p:cNvPr id="2625" name="Google Shape;2625;p115"/>
          <p:cNvSpPr/>
          <p:nvPr/>
        </p:nvSpPr>
        <p:spPr>
          <a:xfrm rot="-1390808" flipH="1">
            <a:off x="4052075" y="2819900"/>
            <a:ext cx="1938821" cy="3305584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p11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materials should I bring to class?</a:t>
            </a:r>
            <a:endParaRPr/>
          </a:p>
        </p:txBody>
      </p:sp>
      <p:sp>
        <p:nvSpPr>
          <p:cNvPr id="2631" name="Google Shape;2631;p116"/>
          <p:cNvSpPr/>
          <p:nvPr/>
        </p:nvSpPr>
        <p:spPr>
          <a:xfrm>
            <a:off x="2446200" y="1580900"/>
            <a:ext cx="4251600" cy="2961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2" name="Google Shape;2632;p116"/>
          <p:cNvSpPr txBox="1"/>
          <p:nvPr/>
        </p:nvSpPr>
        <p:spPr>
          <a:xfrm>
            <a:off x="2978025" y="1352450"/>
            <a:ext cx="3188100" cy="46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5485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Notes</a:t>
            </a:r>
            <a:r>
              <a:rPr lang="en" sz="1800" b="1">
                <a:solidFill>
                  <a:schemeClr val="dk1"/>
                </a:solidFill>
                <a:latin typeface="Glass Antiqua"/>
                <a:ea typeface="Glass Antiqua"/>
                <a:cs typeface="Glass Antiqua"/>
                <a:sym typeface="Glass Antiqua"/>
              </a:rPr>
              <a:t/>
            </a:r>
            <a:br>
              <a:rPr lang="en" sz="1800" b="1">
                <a:solidFill>
                  <a:schemeClr val="dk1"/>
                </a:solidFill>
                <a:latin typeface="Glass Antiqua"/>
                <a:ea typeface="Glass Antiqua"/>
                <a:cs typeface="Glass Antiqua"/>
                <a:sym typeface="Glass Antiqua"/>
              </a:rPr>
            </a:br>
            <a:endParaRPr sz="900" b="1">
              <a:solidFill>
                <a:schemeClr val="dk1"/>
              </a:solidFill>
              <a:latin typeface="Glass Antiqua"/>
              <a:ea typeface="Glass Antiqua"/>
              <a:cs typeface="Glass Antiqua"/>
              <a:sym typeface="Glass Antiqua"/>
            </a:endParaRPr>
          </a:p>
        </p:txBody>
      </p:sp>
      <p:sp>
        <p:nvSpPr>
          <p:cNvPr id="2633" name="Google Shape;2633;p116"/>
          <p:cNvSpPr txBox="1"/>
          <p:nvPr/>
        </p:nvSpPr>
        <p:spPr>
          <a:xfrm>
            <a:off x="2883300" y="1989650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/>
            </a:r>
            <a:b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</a:b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Eraser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34" name="Google Shape;2634;p116"/>
          <p:cNvSpPr txBox="1"/>
          <p:nvPr/>
        </p:nvSpPr>
        <p:spPr>
          <a:xfrm>
            <a:off x="2883300" y="236765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/>
            </a:r>
            <a:b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</a:b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Rounded scissors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35" name="Google Shape;2635;p116"/>
          <p:cNvSpPr txBox="1"/>
          <p:nvPr/>
        </p:nvSpPr>
        <p:spPr>
          <a:xfrm>
            <a:off x="2883300" y="274563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/>
            </a:r>
            <a:b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</a:b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Pencils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36" name="Google Shape;2636;p116"/>
          <p:cNvSpPr txBox="1"/>
          <p:nvPr/>
        </p:nvSpPr>
        <p:spPr>
          <a:xfrm>
            <a:off x="2883300" y="312361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/>
            </a:r>
            <a:b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</a:b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Stapler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37" name="Google Shape;2637;p116"/>
          <p:cNvSpPr txBox="1"/>
          <p:nvPr/>
        </p:nvSpPr>
        <p:spPr>
          <a:xfrm>
            <a:off x="2883300" y="350159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/>
            </a:r>
            <a:b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</a:b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Calculator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38" name="Google Shape;2638;p116"/>
          <p:cNvSpPr txBox="1"/>
          <p:nvPr/>
        </p:nvSpPr>
        <p:spPr>
          <a:xfrm>
            <a:off x="2883300" y="387957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/>
            </a:r>
            <a:b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</a:b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Markers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p123"/>
          <p:cNvSpPr txBox="1"/>
          <p:nvPr/>
        </p:nvSpPr>
        <p:spPr>
          <a:xfrm flipH="1">
            <a:off x="1038888" y="1000575"/>
            <a:ext cx="3452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To review</a:t>
            </a:r>
            <a:endParaRPr sz="2200" b="1">
              <a:solidFill>
                <a:schemeClr val="l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683" name="Google Shape;2683;p123"/>
          <p:cNvSpPr txBox="1"/>
          <p:nvPr/>
        </p:nvSpPr>
        <p:spPr>
          <a:xfrm flipH="1">
            <a:off x="1128000" y="1712625"/>
            <a:ext cx="32742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anjari"/>
              <a:buChar char="●"/>
            </a:pPr>
            <a:r>
              <a:rPr lang="en" sz="1600">
                <a:solidFill>
                  <a:schemeClr val="lt2"/>
                </a:solidFill>
                <a:latin typeface="Manjari"/>
                <a:ea typeface="Manjari"/>
                <a:cs typeface="Manjari"/>
                <a:sym typeface="Manjari"/>
              </a:rPr>
              <a:t>Write a pending task here</a:t>
            </a:r>
            <a:endParaRPr sz="1600">
              <a:solidFill>
                <a:schemeClr val="l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anjari"/>
              <a:buChar char="●"/>
            </a:pPr>
            <a:r>
              <a:rPr lang="en" sz="16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Write a pending task here</a:t>
            </a:r>
            <a:endParaRPr sz="16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rPr lang="en" sz="16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Write a pending task here</a:t>
            </a:r>
            <a:endParaRPr sz="16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125"/>
          <p:cNvSpPr/>
          <p:nvPr/>
        </p:nvSpPr>
        <p:spPr>
          <a:xfrm flipH="1">
            <a:off x="670950" y="2501850"/>
            <a:ext cx="7759800" cy="163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96" name="Google Shape;2696;p12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Organize your tasks</a:t>
            </a:r>
            <a:endParaRPr/>
          </a:p>
        </p:txBody>
      </p:sp>
      <p:sp>
        <p:nvSpPr>
          <p:cNvPr id="2697" name="Google Shape;2697;p125"/>
          <p:cNvSpPr txBox="1"/>
          <p:nvPr/>
        </p:nvSpPr>
        <p:spPr>
          <a:xfrm>
            <a:off x="1291126" y="2728750"/>
            <a:ext cx="20454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Step 1</a:t>
            </a:r>
            <a:endParaRPr sz="2200" b="1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698" name="Google Shape;2698;p125"/>
          <p:cNvSpPr txBox="1"/>
          <p:nvPr/>
        </p:nvSpPr>
        <p:spPr>
          <a:xfrm>
            <a:off x="1291125" y="3037225"/>
            <a:ext cx="20454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Mercury is the smallest planet in the Solar System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99" name="Google Shape;2699;p125"/>
          <p:cNvSpPr txBox="1"/>
          <p:nvPr/>
        </p:nvSpPr>
        <p:spPr>
          <a:xfrm>
            <a:off x="3545475" y="2728750"/>
            <a:ext cx="20454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Step 2</a:t>
            </a:r>
            <a:endParaRPr sz="2200" b="1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700" name="Google Shape;2700;p125"/>
          <p:cNvSpPr txBox="1"/>
          <p:nvPr/>
        </p:nvSpPr>
        <p:spPr>
          <a:xfrm>
            <a:off x="3545475" y="3037225"/>
            <a:ext cx="20454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Jupiter is the biggest planet in the Solar System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701" name="Google Shape;2701;p125"/>
          <p:cNvSpPr txBox="1"/>
          <p:nvPr/>
        </p:nvSpPr>
        <p:spPr>
          <a:xfrm>
            <a:off x="5807476" y="2723650"/>
            <a:ext cx="20454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Step 3</a:t>
            </a:r>
            <a:endParaRPr sz="2200" b="1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702" name="Google Shape;2702;p125"/>
          <p:cNvSpPr txBox="1"/>
          <p:nvPr/>
        </p:nvSpPr>
        <p:spPr>
          <a:xfrm>
            <a:off x="5807475" y="3032113"/>
            <a:ext cx="20454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Venus is the second planet from the Sun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703" name="Google Shape;2703;p125"/>
          <p:cNvSpPr/>
          <p:nvPr/>
        </p:nvSpPr>
        <p:spPr>
          <a:xfrm>
            <a:off x="6460437" y="1764549"/>
            <a:ext cx="633600" cy="63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04" name="Google Shape;2704;p125"/>
          <p:cNvGrpSpPr/>
          <p:nvPr/>
        </p:nvGrpSpPr>
        <p:grpSpPr>
          <a:xfrm>
            <a:off x="6659874" y="1921530"/>
            <a:ext cx="234691" cy="319937"/>
            <a:chOff x="1919675" y="238125"/>
            <a:chExt cx="3761075" cy="5219200"/>
          </a:xfrm>
        </p:grpSpPr>
        <p:sp>
          <p:nvSpPr>
            <p:cNvPr id="2705" name="Google Shape;2705;p125"/>
            <p:cNvSpPr/>
            <p:nvPr/>
          </p:nvSpPr>
          <p:spPr>
            <a:xfrm>
              <a:off x="1919675" y="238125"/>
              <a:ext cx="3761075" cy="5219200"/>
            </a:xfrm>
            <a:custGeom>
              <a:avLst/>
              <a:gdLst/>
              <a:ahLst/>
              <a:cxnLst/>
              <a:rect l="l" t="t" r="r" b="b"/>
              <a:pathLst>
                <a:path w="150443" h="208768" extrusionOk="0">
                  <a:moveTo>
                    <a:pt x="41721" y="167046"/>
                  </a:moveTo>
                  <a:lnTo>
                    <a:pt x="41721" y="187890"/>
                  </a:lnTo>
                  <a:lnTo>
                    <a:pt x="20877" y="167046"/>
                  </a:lnTo>
                  <a:close/>
                  <a:moveTo>
                    <a:pt x="138211" y="12232"/>
                  </a:moveTo>
                  <a:lnTo>
                    <a:pt x="138211" y="196535"/>
                  </a:lnTo>
                  <a:lnTo>
                    <a:pt x="53953" y="196535"/>
                  </a:lnTo>
                  <a:lnTo>
                    <a:pt x="53953" y="160946"/>
                  </a:lnTo>
                  <a:cubicBezTo>
                    <a:pt x="53953" y="157554"/>
                    <a:pt x="51213" y="154814"/>
                    <a:pt x="47821" y="154814"/>
                  </a:cubicBezTo>
                  <a:lnTo>
                    <a:pt x="12233" y="154814"/>
                  </a:lnTo>
                  <a:lnTo>
                    <a:pt x="12233" y="12232"/>
                  </a:lnTo>
                  <a:close/>
                  <a:moveTo>
                    <a:pt x="10178" y="0"/>
                  </a:moveTo>
                  <a:cubicBezTo>
                    <a:pt x="4567" y="0"/>
                    <a:pt x="0" y="4567"/>
                    <a:pt x="0" y="10210"/>
                  </a:cubicBezTo>
                  <a:cubicBezTo>
                    <a:pt x="0" y="10634"/>
                    <a:pt x="0" y="156836"/>
                    <a:pt x="0" y="160946"/>
                  </a:cubicBezTo>
                  <a:cubicBezTo>
                    <a:pt x="0" y="162447"/>
                    <a:pt x="555" y="163915"/>
                    <a:pt x="1599" y="165057"/>
                  </a:cubicBezTo>
                  <a:cubicBezTo>
                    <a:pt x="1957" y="165481"/>
                    <a:pt x="41362" y="204951"/>
                    <a:pt x="42667" y="205929"/>
                  </a:cubicBezTo>
                  <a:cubicBezTo>
                    <a:pt x="43776" y="207625"/>
                    <a:pt x="45668" y="208767"/>
                    <a:pt x="47821" y="208767"/>
                  </a:cubicBezTo>
                  <a:lnTo>
                    <a:pt x="140266" y="208767"/>
                  </a:lnTo>
                  <a:cubicBezTo>
                    <a:pt x="145876" y="208767"/>
                    <a:pt x="150443" y="204200"/>
                    <a:pt x="150443" y="198557"/>
                  </a:cubicBezTo>
                  <a:lnTo>
                    <a:pt x="150443" y="10177"/>
                  </a:lnTo>
                  <a:cubicBezTo>
                    <a:pt x="150443" y="4567"/>
                    <a:pt x="145876" y="0"/>
                    <a:pt x="1402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25"/>
            <p:cNvSpPr/>
            <p:nvPr/>
          </p:nvSpPr>
          <p:spPr>
            <a:xfrm>
              <a:off x="2752300" y="1367275"/>
              <a:ext cx="1073200" cy="1217325"/>
            </a:xfrm>
            <a:custGeom>
              <a:avLst/>
              <a:gdLst/>
              <a:ahLst/>
              <a:cxnLst/>
              <a:rect l="l" t="t" r="r" b="b"/>
              <a:pathLst>
                <a:path w="42928" h="48693" extrusionOk="0">
                  <a:moveTo>
                    <a:pt x="21692" y="21868"/>
                  </a:moveTo>
                  <a:lnTo>
                    <a:pt x="23813" y="27511"/>
                  </a:lnTo>
                  <a:lnTo>
                    <a:pt x="19539" y="27511"/>
                  </a:lnTo>
                  <a:lnTo>
                    <a:pt x="21692" y="21868"/>
                  </a:lnTo>
                  <a:close/>
                  <a:moveTo>
                    <a:pt x="21703" y="0"/>
                  </a:moveTo>
                  <a:cubicBezTo>
                    <a:pt x="19074" y="0"/>
                    <a:pt x="16442" y="1444"/>
                    <a:pt x="15266" y="4318"/>
                  </a:cubicBezTo>
                  <a:cubicBezTo>
                    <a:pt x="15266" y="4351"/>
                    <a:pt x="15234" y="4416"/>
                    <a:pt x="15234" y="4449"/>
                  </a:cubicBezTo>
                  <a:lnTo>
                    <a:pt x="1533" y="40396"/>
                  </a:lnTo>
                  <a:cubicBezTo>
                    <a:pt x="0" y="44408"/>
                    <a:pt x="2968" y="48681"/>
                    <a:pt x="7242" y="48681"/>
                  </a:cubicBezTo>
                  <a:cubicBezTo>
                    <a:pt x="9721" y="48681"/>
                    <a:pt x="12037" y="47181"/>
                    <a:pt x="12950" y="44767"/>
                  </a:cubicBezTo>
                  <a:lnTo>
                    <a:pt x="14875" y="39744"/>
                  </a:lnTo>
                  <a:lnTo>
                    <a:pt x="28412" y="39744"/>
                  </a:lnTo>
                  <a:lnTo>
                    <a:pt x="30304" y="44734"/>
                  </a:lnTo>
                  <a:cubicBezTo>
                    <a:pt x="31238" y="47182"/>
                    <a:pt x="33557" y="48693"/>
                    <a:pt x="36024" y="48693"/>
                  </a:cubicBezTo>
                  <a:cubicBezTo>
                    <a:pt x="36747" y="48693"/>
                    <a:pt x="37481" y="48563"/>
                    <a:pt x="38198" y="48290"/>
                  </a:cubicBezTo>
                  <a:cubicBezTo>
                    <a:pt x="41362" y="47116"/>
                    <a:pt x="42928" y="43560"/>
                    <a:pt x="41753" y="40429"/>
                  </a:cubicBezTo>
                  <a:lnTo>
                    <a:pt x="28184" y="4481"/>
                  </a:lnTo>
                  <a:cubicBezTo>
                    <a:pt x="28151" y="4416"/>
                    <a:pt x="28151" y="4351"/>
                    <a:pt x="28118" y="4318"/>
                  </a:cubicBezTo>
                  <a:cubicBezTo>
                    <a:pt x="26946" y="1436"/>
                    <a:pt x="24326" y="0"/>
                    <a:pt x="2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25"/>
            <p:cNvSpPr/>
            <p:nvPr/>
          </p:nvSpPr>
          <p:spPr>
            <a:xfrm>
              <a:off x="3794500" y="858700"/>
              <a:ext cx="1025100" cy="1025100"/>
            </a:xfrm>
            <a:custGeom>
              <a:avLst/>
              <a:gdLst/>
              <a:ahLst/>
              <a:cxnLst/>
              <a:rect l="l" t="t" r="r" b="b"/>
              <a:pathLst>
                <a:path w="41004" h="41004" extrusionOk="0">
                  <a:moveTo>
                    <a:pt x="20681" y="1"/>
                  </a:moveTo>
                  <a:cubicBezTo>
                    <a:pt x="17289" y="1"/>
                    <a:pt x="14549" y="2741"/>
                    <a:pt x="14549" y="6101"/>
                  </a:cubicBezTo>
                  <a:lnTo>
                    <a:pt x="14549" y="14223"/>
                  </a:lnTo>
                  <a:lnTo>
                    <a:pt x="6133" y="14223"/>
                  </a:lnTo>
                  <a:cubicBezTo>
                    <a:pt x="2740" y="14223"/>
                    <a:pt x="0" y="16963"/>
                    <a:pt x="0" y="20323"/>
                  </a:cubicBezTo>
                  <a:cubicBezTo>
                    <a:pt x="0" y="23715"/>
                    <a:pt x="2740" y="26455"/>
                    <a:pt x="6133" y="26455"/>
                  </a:cubicBezTo>
                  <a:lnTo>
                    <a:pt x="14549" y="26455"/>
                  </a:lnTo>
                  <a:lnTo>
                    <a:pt x="14549" y="34904"/>
                  </a:lnTo>
                  <a:cubicBezTo>
                    <a:pt x="14549" y="38264"/>
                    <a:pt x="17289" y="41004"/>
                    <a:pt x="20681" y="41004"/>
                  </a:cubicBezTo>
                  <a:cubicBezTo>
                    <a:pt x="24041" y="41004"/>
                    <a:pt x="26781" y="38264"/>
                    <a:pt x="26781" y="34904"/>
                  </a:cubicBezTo>
                  <a:lnTo>
                    <a:pt x="26781" y="26455"/>
                  </a:lnTo>
                  <a:lnTo>
                    <a:pt x="34903" y="26455"/>
                  </a:lnTo>
                  <a:cubicBezTo>
                    <a:pt x="38263" y="26455"/>
                    <a:pt x="41003" y="23715"/>
                    <a:pt x="41003" y="20323"/>
                  </a:cubicBezTo>
                  <a:cubicBezTo>
                    <a:pt x="41003" y="16963"/>
                    <a:pt x="38263" y="14223"/>
                    <a:pt x="34903" y="14223"/>
                  </a:cubicBezTo>
                  <a:lnTo>
                    <a:pt x="26781" y="14223"/>
                  </a:lnTo>
                  <a:lnTo>
                    <a:pt x="26781" y="6101"/>
                  </a:lnTo>
                  <a:cubicBezTo>
                    <a:pt x="26781" y="2741"/>
                    <a:pt x="24041" y="1"/>
                    <a:pt x="206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25"/>
            <p:cNvSpPr/>
            <p:nvPr/>
          </p:nvSpPr>
          <p:spPr>
            <a:xfrm>
              <a:off x="2689500" y="3071975"/>
              <a:ext cx="2222250" cy="305825"/>
            </a:xfrm>
            <a:custGeom>
              <a:avLst/>
              <a:gdLst/>
              <a:ahLst/>
              <a:cxnLst/>
              <a:rect l="l" t="t" r="r" b="b"/>
              <a:pathLst>
                <a:path w="88890" h="12233" extrusionOk="0">
                  <a:moveTo>
                    <a:pt x="6100" y="0"/>
                  </a:moveTo>
                  <a:cubicBezTo>
                    <a:pt x="2708" y="0"/>
                    <a:pt x="0" y="2740"/>
                    <a:pt x="0" y="6133"/>
                  </a:cubicBezTo>
                  <a:cubicBezTo>
                    <a:pt x="0" y="9492"/>
                    <a:pt x="2708" y="12232"/>
                    <a:pt x="6100" y="12232"/>
                  </a:cubicBezTo>
                  <a:lnTo>
                    <a:pt x="82757" y="12232"/>
                  </a:lnTo>
                  <a:cubicBezTo>
                    <a:pt x="86149" y="12232"/>
                    <a:pt x="88889" y="9492"/>
                    <a:pt x="88889" y="6133"/>
                  </a:cubicBezTo>
                  <a:cubicBezTo>
                    <a:pt x="88889" y="2740"/>
                    <a:pt x="86149" y="0"/>
                    <a:pt x="827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25"/>
            <p:cNvSpPr/>
            <p:nvPr/>
          </p:nvSpPr>
          <p:spPr>
            <a:xfrm>
              <a:off x="3647700" y="4108450"/>
              <a:ext cx="1264050" cy="305850"/>
            </a:xfrm>
            <a:custGeom>
              <a:avLst/>
              <a:gdLst/>
              <a:ahLst/>
              <a:cxnLst/>
              <a:rect l="l" t="t" r="r" b="b"/>
              <a:pathLst>
                <a:path w="50562" h="12234" extrusionOk="0">
                  <a:moveTo>
                    <a:pt x="6101" y="1"/>
                  </a:moveTo>
                  <a:cubicBezTo>
                    <a:pt x="2741" y="1"/>
                    <a:pt x="1" y="2741"/>
                    <a:pt x="1" y="6133"/>
                  </a:cubicBezTo>
                  <a:cubicBezTo>
                    <a:pt x="1" y="9493"/>
                    <a:pt x="2741" y="12233"/>
                    <a:pt x="6101" y="12233"/>
                  </a:cubicBezTo>
                  <a:lnTo>
                    <a:pt x="44429" y="12233"/>
                  </a:lnTo>
                  <a:cubicBezTo>
                    <a:pt x="47821" y="12233"/>
                    <a:pt x="50561" y="9493"/>
                    <a:pt x="50561" y="6133"/>
                  </a:cubicBezTo>
                  <a:cubicBezTo>
                    <a:pt x="50561" y="2741"/>
                    <a:pt x="47821" y="1"/>
                    <a:pt x="44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0" name="Google Shape;2710;p125"/>
          <p:cNvSpPr/>
          <p:nvPr/>
        </p:nvSpPr>
        <p:spPr>
          <a:xfrm>
            <a:off x="1997037" y="1764549"/>
            <a:ext cx="633600" cy="63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125"/>
          <p:cNvSpPr/>
          <p:nvPr/>
        </p:nvSpPr>
        <p:spPr>
          <a:xfrm>
            <a:off x="2153850" y="1921463"/>
            <a:ext cx="319937" cy="320084"/>
          </a:xfrm>
          <a:custGeom>
            <a:avLst/>
            <a:gdLst/>
            <a:ahLst/>
            <a:cxnLst/>
            <a:rect l="l" t="t" r="r" b="b"/>
            <a:pathLst>
              <a:path w="208768" h="210236" extrusionOk="0">
                <a:moveTo>
                  <a:pt x="56628" y="14092"/>
                </a:moveTo>
                <a:cubicBezTo>
                  <a:pt x="63935" y="14092"/>
                  <a:pt x="69872" y="19996"/>
                  <a:pt x="69872" y="27303"/>
                </a:cubicBezTo>
                <a:lnTo>
                  <a:pt x="69872" y="38427"/>
                </a:lnTo>
                <a:cubicBezTo>
                  <a:pt x="65533" y="37383"/>
                  <a:pt x="61089" y="36861"/>
                  <a:pt x="56644" y="36861"/>
                </a:cubicBezTo>
                <a:cubicBezTo>
                  <a:pt x="52200" y="36861"/>
                  <a:pt x="47755" y="37383"/>
                  <a:pt x="43417" y="38427"/>
                </a:cubicBezTo>
                <a:lnTo>
                  <a:pt x="43417" y="27303"/>
                </a:lnTo>
                <a:cubicBezTo>
                  <a:pt x="43417" y="20029"/>
                  <a:pt x="49354" y="14092"/>
                  <a:pt x="56628" y="14092"/>
                </a:cubicBezTo>
                <a:close/>
                <a:moveTo>
                  <a:pt x="81811" y="23715"/>
                </a:moveTo>
                <a:lnTo>
                  <a:pt x="142320" y="49583"/>
                </a:lnTo>
                <a:cubicBezTo>
                  <a:pt x="139646" y="52649"/>
                  <a:pt x="137656" y="56302"/>
                  <a:pt x="136645" y="60380"/>
                </a:cubicBezTo>
                <a:lnTo>
                  <a:pt x="82072" y="37089"/>
                </a:lnTo>
                <a:cubicBezTo>
                  <a:pt x="82006" y="28021"/>
                  <a:pt x="82235" y="26618"/>
                  <a:pt x="81811" y="23715"/>
                </a:cubicBezTo>
                <a:close/>
                <a:moveTo>
                  <a:pt x="161664" y="53040"/>
                </a:moveTo>
                <a:cubicBezTo>
                  <a:pt x="169167" y="53040"/>
                  <a:pt x="175267" y="59140"/>
                  <a:pt x="175267" y="66643"/>
                </a:cubicBezTo>
                <a:cubicBezTo>
                  <a:pt x="175267" y="74579"/>
                  <a:pt x="168703" y="80209"/>
                  <a:pt x="161629" y="80209"/>
                </a:cubicBezTo>
                <a:cubicBezTo>
                  <a:pt x="159602" y="80209"/>
                  <a:pt x="157533" y="79747"/>
                  <a:pt x="155564" y="78745"/>
                </a:cubicBezTo>
                <a:cubicBezTo>
                  <a:pt x="151128" y="76527"/>
                  <a:pt x="148094" y="71927"/>
                  <a:pt x="148094" y="66643"/>
                </a:cubicBezTo>
                <a:cubicBezTo>
                  <a:pt x="148094" y="59140"/>
                  <a:pt x="154194" y="53040"/>
                  <a:pt x="161664" y="53040"/>
                </a:cubicBezTo>
                <a:close/>
                <a:moveTo>
                  <a:pt x="56425" y="49004"/>
                </a:moveTo>
                <a:cubicBezTo>
                  <a:pt x="79517" y="49004"/>
                  <a:pt x="101056" y="67435"/>
                  <a:pt x="101056" y="93522"/>
                </a:cubicBezTo>
                <a:lnTo>
                  <a:pt x="101056" y="95870"/>
                </a:lnTo>
                <a:lnTo>
                  <a:pt x="12200" y="95870"/>
                </a:lnTo>
                <a:cubicBezTo>
                  <a:pt x="12363" y="95283"/>
                  <a:pt x="10145" y="71862"/>
                  <a:pt x="31217" y="57085"/>
                </a:cubicBezTo>
                <a:cubicBezTo>
                  <a:pt x="39161" y="51517"/>
                  <a:pt x="47898" y="49004"/>
                  <a:pt x="56425" y="49004"/>
                </a:cubicBezTo>
                <a:close/>
                <a:moveTo>
                  <a:pt x="167797" y="91695"/>
                </a:moveTo>
                <a:lnTo>
                  <a:pt x="167797" y="163002"/>
                </a:lnTo>
                <a:lnTo>
                  <a:pt x="155564" y="163002"/>
                </a:lnTo>
                <a:lnTo>
                  <a:pt x="155564" y="91695"/>
                </a:lnTo>
                <a:cubicBezTo>
                  <a:pt x="157554" y="92184"/>
                  <a:pt x="159609" y="92429"/>
                  <a:pt x="161668" y="92429"/>
                </a:cubicBezTo>
                <a:cubicBezTo>
                  <a:pt x="163727" y="92429"/>
                  <a:pt x="165790" y="92184"/>
                  <a:pt x="167797" y="91695"/>
                </a:cubicBezTo>
                <a:close/>
                <a:moveTo>
                  <a:pt x="196567" y="175234"/>
                </a:moveTo>
                <a:lnTo>
                  <a:pt x="196567" y="198003"/>
                </a:lnTo>
                <a:lnTo>
                  <a:pt x="126761" y="198003"/>
                </a:lnTo>
                <a:lnTo>
                  <a:pt x="126761" y="175234"/>
                </a:lnTo>
                <a:close/>
                <a:moveTo>
                  <a:pt x="56628" y="1860"/>
                </a:moveTo>
                <a:cubicBezTo>
                  <a:pt x="42602" y="1860"/>
                  <a:pt x="31217" y="13277"/>
                  <a:pt x="31217" y="27303"/>
                </a:cubicBezTo>
                <a:lnTo>
                  <a:pt x="31217" y="42896"/>
                </a:lnTo>
                <a:cubicBezTo>
                  <a:pt x="12722" y="52257"/>
                  <a:pt x="0" y="71405"/>
                  <a:pt x="0" y="93522"/>
                </a:cubicBezTo>
                <a:lnTo>
                  <a:pt x="0" y="101970"/>
                </a:lnTo>
                <a:cubicBezTo>
                  <a:pt x="0" y="105363"/>
                  <a:pt x="2740" y="108070"/>
                  <a:pt x="6100" y="108070"/>
                </a:cubicBezTo>
                <a:lnTo>
                  <a:pt x="107189" y="108070"/>
                </a:lnTo>
                <a:cubicBezTo>
                  <a:pt x="110549" y="108070"/>
                  <a:pt x="113289" y="105363"/>
                  <a:pt x="113289" y="101970"/>
                </a:cubicBezTo>
                <a:cubicBezTo>
                  <a:pt x="112734" y="97893"/>
                  <a:pt x="116486" y="77962"/>
                  <a:pt x="101122" y="58488"/>
                </a:cubicBezTo>
                <a:lnTo>
                  <a:pt x="101122" y="58488"/>
                </a:lnTo>
                <a:lnTo>
                  <a:pt x="136873" y="73754"/>
                </a:lnTo>
                <a:cubicBezTo>
                  <a:pt x="138080" y="77962"/>
                  <a:pt x="140363" y="81746"/>
                  <a:pt x="143364" y="84779"/>
                </a:cubicBezTo>
                <a:lnTo>
                  <a:pt x="143364" y="163002"/>
                </a:lnTo>
                <a:lnTo>
                  <a:pt x="124738" y="163002"/>
                </a:lnTo>
                <a:cubicBezTo>
                  <a:pt x="119128" y="163002"/>
                  <a:pt x="114561" y="167569"/>
                  <a:pt x="114561" y="173179"/>
                </a:cubicBezTo>
                <a:lnTo>
                  <a:pt x="114561" y="200058"/>
                </a:lnTo>
                <a:cubicBezTo>
                  <a:pt x="114561" y="205669"/>
                  <a:pt x="119128" y="210235"/>
                  <a:pt x="124738" y="210235"/>
                </a:cubicBezTo>
                <a:lnTo>
                  <a:pt x="198590" y="210235"/>
                </a:lnTo>
                <a:cubicBezTo>
                  <a:pt x="204200" y="210235"/>
                  <a:pt x="208767" y="205669"/>
                  <a:pt x="208767" y="200058"/>
                </a:cubicBezTo>
                <a:lnTo>
                  <a:pt x="208767" y="173179"/>
                </a:lnTo>
                <a:cubicBezTo>
                  <a:pt x="208767" y="167569"/>
                  <a:pt x="204200" y="163002"/>
                  <a:pt x="198590" y="163002"/>
                </a:cubicBezTo>
                <a:lnTo>
                  <a:pt x="179996" y="163002"/>
                </a:lnTo>
                <a:lnTo>
                  <a:pt x="179996" y="84779"/>
                </a:lnTo>
                <a:cubicBezTo>
                  <a:pt x="196564" y="68064"/>
                  <a:pt x="183532" y="40746"/>
                  <a:pt x="162089" y="40746"/>
                </a:cubicBezTo>
                <a:cubicBezTo>
                  <a:pt x="159805" y="40746"/>
                  <a:pt x="157426" y="41056"/>
                  <a:pt x="154977" y="41721"/>
                </a:cubicBezTo>
                <a:cubicBezTo>
                  <a:pt x="57444" y="0"/>
                  <a:pt x="65566" y="3328"/>
                  <a:pt x="62989" y="2675"/>
                </a:cubicBezTo>
                <a:cubicBezTo>
                  <a:pt x="60934" y="2153"/>
                  <a:pt x="58814" y="1860"/>
                  <a:pt x="56628" y="186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2" name="Google Shape;2712;p125"/>
          <p:cNvSpPr/>
          <p:nvPr/>
        </p:nvSpPr>
        <p:spPr>
          <a:xfrm>
            <a:off x="4262150" y="1764549"/>
            <a:ext cx="633600" cy="63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3" name="Google Shape;2713;p125"/>
          <p:cNvGrpSpPr/>
          <p:nvPr/>
        </p:nvGrpSpPr>
        <p:grpSpPr>
          <a:xfrm>
            <a:off x="4403050" y="1921520"/>
            <a:ext cx="351805" cy="319963"/>
            <a:chOff x="935350" y="237900"/>
            <a:chExt cx="5729725" cy="5219625"/>
          </a:xfrm>
        </p:grpSpPr>
        <p:sp>
          <p:nvSpPr>
            <p:cNvPr id="2714" name="Google Shape;2714;p125"/>
            <p:cNvSpPr/>
            <p:nvPr/>
          </p:nvSpPr>
          <p:spPr>
            <a:xfrm>
              <a:off x="935350" y="237900"/>
              <a:ext cx="5729725" cy="5219625"/>
            </a:xfrm>
            <a:custGeom>
              <a:avLst/>
              <a:gdLst/>
              <a:ahLst/>
              <a:cxnLst/>
              <a:rect l="l" t="t" r="r" b="b"/>
              <a:pathLst>
                <a:path w="229189" h="208785" extrusionOk="0">
                  <a:moveTo>
                    <a:pt x="114595" y="12274"/>
                  </a:moveTo>
                  <a:cubicBezTo>
                    <a:pt x="165384" y="12274"/>
                    <a:pt x="206713" y="53603"/>
                    <a:pt x="206713" y="104393"/>
                  </a:cubicBezTo>
                  <a:cubicBezTo>
                    <a:pt x="206713" y="155182"/>
                    <a:pt x="165384" y="196511"/>
                    <a:pt x="114595" y="196511"/>
                  </a:cubicBezTo>
                  <a:cubicBezTo>
                    <a:pt x="63805" y="196511"/>
                    <a:pt x="22476" y="155182"/>
                    <a:pt x="22476" y="104393"/>
                  </a:cubicBezTo>
                  <a:cubicBezTo>
                    <a:pt x="22476" y="53603"/>
                    <a:pt x="63805" y="12274"/>
                    <a:pt x="114595" y="12274"/>
                  </a:cubicBezTo>
                  <a:close/>
                  <a:moveTo>
                    <a:pt x="114595" y="1"/>
                  </a:moveTo>
                  <a:cubicBezTo>
                    <a:pt x="87895" y="1"/>
                    <a:pt x="61196" y="10203"/>
                    <a:pt x="40808" y="30606"/>
                  </a:cubicBezTo>
                  <a:cubicBezTo>
                    <a:pt x="1" y="71381"/>
                    <a:pt x="1" y="137404"/>
                    <a:pt x="40808" y="178179"/>
                  </a:cubicBezTo>
                  <a:cubicBezTo>
                    <a:pt x="61196" y="198582"/>
                    <a:pt x="87895" y="208784"/>
                    <a:pt x="114595" y="208784"/>
                  </a:cubicBezTo>
                  <a:cubicBezTo>
                    <a:pt x="141294" y="208784"/>
                    <a:pt x="167993" y="198582"/>
                    <a:pt x="188381" y="178179"/>
                  </a:cubicBezTo>
                  <a:cubicBezTo>
                    <a:pt x="229188" y="137404"/>
                    <a:pt x="229188" y="71381"/>
                    <a:pt x="188381" y="30606"/>
                  </a:cubicBezTo>
                  <a:cubicBezTo>
                    <a:pt x="167993" y="10203"/>
                    <a:pt x="141294" y="1"/>
                    <a:pt x="114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25"/>
            <p:cNvSpPr/>
            <p:nvPr/>
          </p:nvSpPr>
          <p:spPr>
            <a:xfrm>
              <a:off x="1905000" y="952500"/>
              <a:ext cx="3790450" cy="3790450"/>
            </a:xfrm>
            <a:custGeom>
              <a:avLst/>
              <a:gdLst/>
              <a:ahLst/>
              <a:cxnLst/>
              <a:rect l="l" t="t" r="r" b="b"/>
              <a:pathLst>
                <a:path w="151618" h="151618" extrusionOk="0">
                  <a:moveTo>
                    <a:pt x="81908" y="12526"/>
                  </a:moveTo>
                  <a:cubicBezTo>
                    <a:pt x="112114" y="15397"/>
                    <a:pt x="136221" y="39503"/>
                    <a:pt x="139124" y="69709"/>
                  </a:cubicBezTo>
                  <a:lnTo>
                    <a:pt x="128392" y="69709"/>
                  </a:lnTo>
                  <a:cubicBezTo>
                    <a:pt x="125032" y="69709"/>
                    <a:pt x="122292" y="72416"/>
                    <a:pt x="122292" y="75809"/>
                  </a:cubicBezTo>
                  <a:cubicBezTo>
                    <a:pt x="122292" y="79201"/>
                    <a:pt x="125032" y="81908"/>
                    <a:pt x="128392" y="81908"/>
                  </a:cubicBezTo>
                  <a:lnTo>
                    <a:pt x="139124" y="81908"/>
                  </a:lnTo>
                  <a:cubicBezTo>
                    <a:pt x="136221" y="112114"/>
                    <a:pt x="112114" y="136221"/>
                    <a:pt x="81908" y="139124"/>
                  </a:cubicBezTo>
                  <a:lnTo>
                    <a:pt x="81908" y="128392"/>
                  </a:lnTo>
                  <a:cubicBezTo>
                    <a:pt x="81908" y="125032"/>
                    <a:pt x="79201" y="122292"/>
                    <a:pt x="75809" y="122292"/>
                  </a:cubicBezTo>
                  <a:cubicBezTo>
                    <a:pt x="72416" y="122292"/>
                    <a:pt x="69709" y="125032"/>
                    <a:pt x="69709" y="128392"/>
                  </a:cubicBezTo>
                  <a:lnTo>
                    <a:pt x="69709" y="139124"/>
                  </a:lnTo>
                  <a:cubicBezTo>
                    <a:pt x="39503" y="136221"/>
                    <a:pt x="15397" y="112114"/>
                    <a:pt x="12526" y="81908"/>
                  </a:cubicBezTo>
                  <a:lnTo>
                    <a:pt x="23225" y="81908"/>
                  </a:lnTo>
                  <a:cubicBezTo>
                    <a:pt x="26585" y="81908"/>
                    <a:pt x="29325" y="79201"/>
                    <a:pt x="29325" y="75809"/>
                  </a:cubicBezTo>
                  <a:cubicBezTo>
                    <a:pt x="29325" y="72416"/>
                    <a:pt x="26585" y="69709"/>
                    <a:pt x="23225" y="69709"/>
                  </a:cubicBezTo>
                  <a:lnTo>
                    <a:pt x="12526" y="69709"/>
                  </a:lnTo>
                  <a:cubicBezTo>
                    <a:pt x="15397" y="39503"/>
                    <a:pt x="39503" y="15397"/>
                    <a:pt x="69709" y="12526"/>
                  </a:cubicBezTo>
                  <a:lnTo>
                    <a:pt x="69709" y="23225"/>
                  </a:lnTo>
                  <a:cubicBezTo>
                    <a:pt x="69709" y="26585"/>
                    <a:pt x="72416" y="29325"/>
                    <a:pt x="75809" y="29325"/>
                  </a:cubicBezTo>
                  <a:cubicBezTo>
                    <a:pt x="79201" y="29325"/>
                    <a:pt x="81908" y="26585"/>
                    <a:pt x="81908" y="23225"/>
                  </a:cubicBezTo>
                  <a:lnTo>
                    <a:pt x="81908" y="12526"/>
                  </a:lnTo>
                  <a:close/>
                  <a:moveTo>
                    <a:pt x="75809" y="0"/>
                  </a:moveTo>
                  <a:cubicBezTo>
                    <a:pt x="33990" y="0"/>
                    <a:pt x="0" y="33990"/>
                    <a:pt x="0" y="75809"/>
                  </a:cubicBezTo>
                  <a:cubicBezTo>
                    <a:pt x="0" y="117627"/>
                    <a:pt x="33990" y="151617"/>
                    <a:pt x="75809" y="151617"/>
                  </a:cubicBezTo>
                  <a:cubicBezTo>
                    <a:pt x="117627" y="151617"/>
                    <a:pt x="151617" y="117627"/>
                    <a:pt x="151617" y="75809"/>
                  </a:cubicBezTo>
                  <a:cubicBezTo>
                    <a:pt x="151617" y="33990"/>
                    <a:pt x="117627" y="0"/>
                    <a:pt x="75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25"/>
            <p:cNvSpPr/>
            <p:nvPr/>
          </p:nvSpPr>
          <p:spPr>
            <a:xfrm>
              <a:off x="3089100" y="1950850"/>
              <a:ext cx="1603275" cy="1049800"/>
            </a:xfrm>
            <a:custGeom>
              <a:avLst/>
              <a:gdLst/>
              <a:ahLst/>
              <a:cxnLst/>
              <a:rect l="l" t="t" r="r" b="b"/>
              <a:pathLst>
                <a:path w="64131" h="41992" extrusionOk="0">
                  <a:moveTo>
                    <a:pt x="57402" y="0"/>
                  </a:moveTo>
                  <a:cubicBezTo>
                    <a:pt x="55803" y="0"/>
                    <a:pt x="54206" y="620"/>
                    <a:pt x="53007" y="1852"/>
                  </a:cubicBezTo>
                  <a:lnTo>
                    <a:pt x="28118" y="27459"/>
                  </a:lnTo>
                  <a:lnTo>
                    <a:pt x="10862" y="12388"/>
                  </a:lnTo>
                  <a:cubicBezTo>
                    <a:pt x="9703" y="11378"/>
                    <a:pt x="8273" y="10882"/>
                    <a:pt x="6850" y="10882"/>
                  </a:cubicBezTo>
                  <a:cubicBezTo>
                    <a:pt x="5150" y="10882"/>
                    <a:pt x="3458" y="11590"/>
                    <a:pt x="2251" y="12975"/>
                  </a:cubicBezTo>
                  <a:cubicBezTo>
                    <a:pt x="0" y="15520"/>
                    <a:pt x="261" y="19369"/>
                    <a:pt x="2805" y="21587"/>
                  </a:cubicBezTo>
                  <a:lnTo>
                    <a:pt x="24432" y="40474"/>
                  </a:lnTo>
                  <a:cubicBezTo>
                    <a:pt x="25589" y="41492"/>
                    <a:pt x="27022" y="41992"/>
                    <a:pt x="28450" y="41992"/>
                  </a:cubicBezTo>
                  <a:cubicBezTo>
                    <a:pt x="30043" y="41992"/>
                    <a:pt x="31629" y="41369"/>
                    <a:pt x="32816" y="40148"/>
                  </a:cubicBezTo>
                  <a:lnTo>
                    <a:pt x="61782" y="10366"/>
                  </a:lnTo>
                  <a:cubicBezTo>
                    <a:pt x="64131" y="7952"/>
                    <a:pt x="64065" y="4103"/>
                    <a:pt x="61652" y="1722"/>
                  </a:cubicBezTo>
                  <a:cubicBezTo>
                    <a:pt x="60469" y="571"/>
                    <a:pt x="58935" y="0"/>
                    <a:pt x="574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8" name="Google Shape;2988;p145"/>
          <p:cNvCxnSpPr/>
          <p:nvPr/>
        </p:nvCxnSpPr>
        <p:spPr>
          <a:xfrm>
            <a:off x="3340200" y="2269825"/>
            <a:ext cx="10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9" name="Google Shape;2989;p145"/>
          <p:cNvCxnSpPr/>
          <p:nvPr/>
        </p:nvCxnSpPr>
        <p:spPr>
          <a:xfrm>
            <a:off x="4763125" y="2269825"/>
            <a:ext cx="10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0" name="Google Shape;2990;p145"/>
          <p:cNvCxnSpPr/>
          <p:nvPr/>
        </p:nvCxnSpPr>
        <p:spPr>
          <a:xfrm>
            <a:off x="3441350" y="3542513"/>
            <a:ext cx="10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1" name="Google Shape;2991;p145"/>
          <p:cNvCxnSpPr/>
          <p:nvPr/>
        </p:nvCxnSpPr>
        <p:spPr>
          <a:xfrm>
            <a:off x="4864275" y="3542513"/>
            <a:ext cx="10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2" name="Google Shape;2992;p14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</a:t>
            </a:r>
            <a:endParaRPr/>
          </a:p>
        </p:txBody>
      </p:sp>
      <p:sp>
        <p:nvSpPr>
          <p:cNvPr id="2993" name="Google Shape;2993;p145"/>
          <p:cNvSpPr/>
          <p:nvPr/>
        </p:nvSpPr>
        <p:spPr>
          <a:xfrm>
            <a:off x="5530857" y="3219959"/>
            <a:ext cx="645104" cy="645104"/>
          </a:xfrm>
          <a:custGeom>
            <a:avLst/>
            <a:gdLst/>
            <a:ahLst/>
            <a:cxnLst/>
            <a:rect l="l" t="t" r="r" b="b"/>
            <a:pathLst>
              <a:path w="27148" h="27148" extrusionOk="0">
                <a:moveTo>
                  <a:pt x="13574" y="1"/>
                </a:moveTo>
                <a:cubicBezTo>
                  <a:pt x="6073" y="1"/>
                  <a:pt x="1" y="6073"/>
                  <a:pt x="1" y="13574"/>
                </a:cubicBezTo>
                <a:cubicBezTo>
                  <a:pt x="1" y="21063"/>
                  <a:pt x="6073" y="27147"/>
                  <a:pt x="13574" y="27147"/>
                </a:cubicBezTo>
                <a:cubicBezTo>
                  <a:pt x="21063" y="27147"/>
                  <a:pt x="27147" y="21063"/>
                  <a:pt x="27147" y="13574"/>
                </a:cubicBezTo>
                <a:cubicBezTo>
                  <a:pt x="27147" y="6073"/>
                  <a:pt x="21063" y="1"/>
                  <a:pt x="1357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4" name="Google Shape;2994;p145"/>
          <p:cNvSpPr txBox="1"/>
          <p:nvPr/>
        </p:nvSpPr>
        <p:spPr>
          <a:xfrm>
            <a:off x="6229825" y="3033705"/>
            <a:ext cx="23097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Mars </a:t>
            </a:r>
            <a:endParaRPr sz="2200" b="1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995" name="Google Shape;2995;p145"/>
          <p:cNvSpPr txBox="1"/>
          <p:nvPr/>
        </p:nvSpPr>
        <p:spPr>
          <a:xfrm>
            <a:off x="6229825" y="3325354"/>
            <a:ext cx="2309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Despite being red, Mars is a cold place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996" name="Google Shape;2996;p145"/>
          <p:cNvSpPr/>
          <p:nvPr/>
        </p:nvSpPr>
        <p:spPr>
          <a:xfrm>
            <a:off x="5530857" y="1952658"/>
            <a:ext cx="645104" cy="645081"/>
          </a:xfrm>
          <a:custGeom>
            <a:avLst/>
            <a:gdLst/>
            <a:ahLst/>
            <a:cxnLst/>
            <a:rect l="l" t="t" r="r" b="b"/>
            <a:pathLst>
              <a:path w="27148" h="27147" extrusionOk="0">
                <a:moveTo>
                  <a:pt x="13574" y="1"/>
                </a:moveTo>
                <a:cubicBezTo>
                  <a:pt x="6073" y="1"/>
                  <a:pt x="1" y="6073"/>
                  <a:pt x="1" y="13574"/>
                </a:cubicBezTo>
                <a:cubicBezTo>
                  <a:pt x="1" y="21075"/>
                  <a:pt x="6073" y="27147"/>
                  <a:pt x="13574" y="27147"/>
                </a:cubicBezTo>
                <a:cubicBezTo>
                  <a:pt x="21063" y="27147"/>
                  <a:pt x="27147" y="21075"/>
                  <a:pt x="27147" y="13574"/>
                </a:cubicBezTo>
                <a:cubicBezTo>
                  <a:pt x="27147" y="6073"/>
                  <a:pt x="21063" y="1"/>
                  <a:pt x="1357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7" name="Google Shape;2997;p145"/>
          <p:cNvSpPr txBox="1"/>
          <p:nvPr/>
        </p:nvSpPr>
        <p:spPr>
          <a:xfrm>
            <a:off x="6229825" y="1766375"/>
            <a:ext cx="23097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Mercury </a:t>
            </a:r>
            <a:endParaRPr sz="2200" b="1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998" name="Google Shape;2998;p145"/>
          <p:cNvSpPr txBox="1"/>
          <p:nvPr/>
        </p:nvSpPr>
        <p:spPr>
          <a:xfrm>
            <a:off x="6229825" y="2058053"/>
            <a:ext cx="2309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Mercury is the closest planet to the Sun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999" name="Google Shape;2999;p145"/>
          <p:cNvSpPr/>
          <p:nvPr/>
        </p:nvSpPr>
        <p:spPr>
          <a:xfrm>
            <a:off x="2968063" y="3219959"/>
            <a:ext cx="645081" cy="645104"/>
          </a:xfrm>
          <a:custGeom>
            <a:avLst/>
            <a:gdLst/>
            <a:ahLst/>
            <a:cxnLst/>
            <a:rect l="l" t="t" r="r" b="b"/>
            <a:pathLst>
              <a:path w="27147" h="27148" extrusionOk="0">
                <a:moveTo>
                  <a:pt x="13574" y="1"/>
                </a:moveTo>
                <a:cubicBezTo>
                  <a:pt x="6085" y="1"/>
                  <a:pt x="1" y="6073"/>
                  <a:pt x="1" y="13574"/>
                </a:cubicBezTo>
                <a:cubicBezTo>
                  <a:pt x="1" y="21063"/>
                  <a:pt x="6085" y="27147"/>
                  <a:pt x="13574" y="27147"/>
                </a:cubicBezTo>
                <a:cubicBezTo>
                  <a:pt x="21075" y="27147"/>
                  <a:pt x="27147" y="21063"/>
                  <a:pt x="27147" y="13574"/>
                </a:cubicBezTo>
                <a:cubicBezTo>
                  <a:pt x="27147" y="6073"/>
                  <a:pt x="21075" y="1"/>
                  <a:pt x="1357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0" name="Google Shape;3000;p145"/>
          <p:cNvSpPr txBox="1"/>
          <p:nvPr/>
        </p:nvSpPr>
        <p:spPr>
          <a:xfrm>
            <a:off x="604450" y="3325332"/>
            <a:ext cx="2309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Neptune is the farthest from the Sun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3001" name="Google Shape;3001;p145"/>
          <p:cNvSpPr txBox="1"/>
          <p:nvPr/>
        </p:nvSpPr>
        <p:spPr>
          <a:xfrm>
            <a:off x="604450" y="3033675"/>
            <a:ext cx="23097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Neptune</a:t>
            </a:r>
            <a:endParaRPr sz="2200" b="1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002" name="Google Shape;3002;p145"/>
          <p:cNvSpPr/>
          <p:nvPr/>
        </p:nvSpPr>
        <p:spPr>
          <a:xfrm>
            <a:off x="3613114" y="1952650"/>
            <a:ext cx="1917737" cy="1917759"/>
          </a:xfrm>
          <a:custGeom>
            <a:avLst/>
            <a:gdLst/>
            <a:ahLst/>
            <a:cxnLst/>
            <a:rect l="l" t="t" r="r" b="b"/>
            <a:pathLst>
              <a:path w="86404" h="86405" extrusionOk="0">
                <a:moveTo>
                  <a:pt x="43196" y="1"/>
                </a:moveTo>
                <a:cubicBezTo>
                  <a:pt x="19336" y="1"/>
                  <a:pt x="0" y="19337"/>
                  <a:pt x="0" y="43197"/>
                </a:cubicBezTo>
                <a:cubicBezTo>
                  <a:pt x="0" y="67057"/>
                  <a:pt x="19336" y="86404"/>
                  <a:pt x="43196" y="86404"/>
                </a:cubicBezTo>
                <a:cubicBezTo>
                  <a:pt x="67068" y="86404"/>
                  <a:pt x="86404" y="67057"/>
                  <a:pt x="86404" y="43197"/>
                </a:cubicBezTo>
                <a:cubicBezTo>
                  <a:pt x="86404" y="19337"/>
                  <a:pt x="67068" y="1"/>
                  <a:pt x="431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3" name="Google Shape;3003;p145"/>
          <p:cNvSpPr/>
          <p:nvPr/>
        </p:nvSpPr>
        <p:spPr>
          <a:xfrm>
            <a:off x="2968063" y="1947287"/>
            <a:ext cx="645081" cy="645081"/>
          </a:xfrm>
          <a:custGeom>
            <a:avLst/>
            <a:gdLst/>
            <a:ahLst/>
            <a:cxnLst/>
            <a:rect l="l" t="t" r="r" b="b"/>
            <a:pathLst>
              <a:path w="27147" h="27147" extrusionOk="0">
                <a:moveTo>
                  <a:pt x="13574" y="1"/>
                </a:moveTo>
                <a:cubicBezTo>
                  <a:pt x="6085" y="1"/>
                  <a:pt x="1" y="6085"/>
                  <a:pt x="1" y="13574"/>
                </a:cubicBezTo>
                <a:cubicBezTo>
                  <a:pt x="1" y="21075"/>
                  <a:pt x="6085" y="27147"/>
                  <a:pt x="13574" y="27147"/>
                </a:cubicBezTo>
                <a:cubicBezTo>
                  <a:pt x="21075" y="27147"/>
                  <a:pt x="27147" y="21075"/>
                  <a:pt x="27147" y="13574"/>
                </a:cubicBezTo>
                <a:cubicBezTo>
                  <a:pt x="27147" y="6085"/>
                  <a:pt x="21075" y="1"/>
                  <a:pt x="1357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4" name="Google Shape;3004;p145"/>
          <p:cNvSpPr txBox="1"/>
          <p:nvPr/>
        </p:nvSpPr>
        <p:spPr>
          <a:xfrm>
            <a:off x="604375" y="1724163"/>
            <a:ext cx="23097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Saturn</a:t>
            </a:r>
            <a:endParaRPr sz="2200" b="1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005" name="Google Shape;3005;p145"/>
          <p:cNvSpPr txBox="1"/>
          <p:nvPr/>
        </p:nvSpPr>
        <p:spPr>
          <a:xfrm>
            <a:off x="604450" y="2015888"/>
            <a:ext cx="2309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Saturn is composed of hydrogen and helium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3006" name="Google Shape;3006;p145"/>
          <p:cNvSpPr/>
          <p:nvPr/>
        </p:nvSpPr>
        <p:spPr>
          <a:xfrm>
            <a:off x="4270715" y="2565508"/>
            <a:ext cx="602570" cy="692039"/>
          </a:xfrm>
          <a:custGeom>
            <a:avLst/>
            <a:gdLst/>
            <a:ahLst/>
            <a:cxnLst/>
            <a:rect l="l" t="t" r="r" b="b"/>
            <a:pathLst>
              <a:path w="11028" h="12666" extrusionOk="0">
                <a:moveTo>
                  <a:pt x="8538" y="820"/>
                </a:moveTo>
                <a:lnTo>
                  <a:pt x="8538" y="2710"/>
                </a:lnTo>
                <a:lnTo>
                  <a:pt x="8412" y="2584"/>
                </a:lnTo>
                <a:cubicBezTo>
                  <a:pt x="8333" y="2505"/>
                  <a:pt x="8223" y="2466"/>
                  <a:pt x="8113" y="2466"/>
                </a:cubicBezTo>
                <a:cubicBezTo>
                  <a:pt x="8003" y="2466"/>
                  <a:pt x="7892" y="2505"/>
                  <a:pt x="7814" y="2584"/>
                </a:cubicBezTo>
                <a:lnTo>
                  <a:pt x="7719" y="2710"/>
                </a:lnTo>
                <a:lnTo>
                  <a:pt x="7719" y="820"/>
                </a:lnTo>
                <a:close/>
                <a:moveTo>
                  <a:pt x="10177" y="820"/>
                </a:moveTo>
                <a:lnTo>
                  <a:pt x="10177" y="9357"/>
                </a:lnTo>
                <a:lnTo>
                  <a:pt x="2458" y="9357"/>
                </a:lnTo>
                <a:lnTo>
                  <a:pt x="2458" y="820"/>
                </a:lnTo>
                <a:lnTo>
                  <a:pt x="6869" y="820"/>
                </a:lnTo>
                <a:lnTo>
                  <a:pt x="6869" y="3687"/>
                </a:lnTo>
                <a:cubicBezTo>
                  <a:pt x="6869" y="3813"/>
                  <a:pt x="6932" y="3970"/>
                  <a:pt x="7026" y="4033"/>
                </a:cubicBezTo>
                <a:cubicBezTo>
                  <a:pt x="7100" y="4093"/>
                  <a:pt x="7196" y="4124"/>
                  <a:pt x="7292" y="4124"/>
                </a:cubicBezTo>
                <a:cubicBezTo>
                  <a:pt x="7400" y="4124"/>
                  <a:pt x="7510" y="4085"/>
                  <a:pt x="7593" y="4002"/>
                </a:cubicBezTo>
                <a:lnTo>
                  <a:pt x="8129" y="3466"/>
                </a:lnTo>
                <a:lnTo>
                  <a:pt x="8664" y="3970"/>
                </a:lnTo>
                <a:cubicBezTo>
                  <a:pt x="8719" y="4024"/>
                  <a:pt x="8844" y="4102"/>
                  <a:pt x="8958" y="4102"/>
                </a:cubicBezTo>
                <a:cubicBezTo>
                  <a:pt x="8976" y="4102"/>
                  <a:pt x="8994" y="4100"/>
                  <a:pt x="9011" y="4096"/>
                </a:cubicBezTo>
                <a:cubicBezTo>
                  <a:pt x="9200" y="4033"/>
                  <a:pt x="9357" y="3876"/>
                  <a:pt x="9357" y="3687"/>
                </a:cubicBezTo>
                <a:lnTo>
                  <a:pt x="9357" y="820"/>
                </a:lnTo>
                <a:close/>
                <a:moveTo>
                  <a:pt x="1639" y="851"/>
                </a:moveTo>
                <a:lnTo>
                  <a:pt x="1639" y="9326"/>
                </a:lnTo>
                <a:cubicBezTo>
                  <a:pt x="1355" y="9326"/>
                  <a:pt x="1103" y="9389"/>
                  <a:pt x="820" y="9546"/>
                </a:cubicBezTo>
                <a:lnTo>
                  <a:pt x="820" y="2017"/>
                </a:lnTo>
                <a:cubicBezTo>
                  <a:pt x="820" y="1481"/>
                  <a:pt x="1166" y="1040"/>
                  <a:pt x="1639" y="851"/>
                </a:cubicBezTo>
                <a:close/>
                <a:moveTo>
                  <a:pt x="10145" y="10177"/>
                </a:moveTo>
                <a:lnTo>
                  <a:pt x="10145" y="11846"/>
                </a:lnTo>
                <a:lnTo>
                  <a:pt x="1639" y="11846"/>
                </a:lnTo>
                <a:cubicBezTo>
                  <a:pt x="1166" y="11846"/>
                  <a:pt x="820" y="11500"/>
                  <a:pt x="820" y="11027"/>
                </a:cubicBezTo>
                <a:cubicBezTo>
                  <a:pt x="820" y="10555"/>
                  <a:pt x="1166" y="10177"/>
                  <a:pt x="1639" y="10177"/>
                </a:cubicBezTo>
                <a:close/>
                <a:moveTo>
                  <a:pt x="1985" y="0"/>
                </a:moveTo>
                <a:cubicBezTo>
                  <a:pt x="851" y="32"/>
                  <a:pt x="0" y="946"/>
                  <a:pt x="0" y="2017"/>
                </a:cubicBezTo>
                <a:lnTo>
                  <a:pt x="0" y="11027"/>
                </a:lnTo>
                <a:cubicBezTo>
                  <a:pt x="0" y="11909"/>
                  <a:pt x="725" y="12665"/>
                  <a:pt x="1639" y="12665"/>
                </a:cubicBezTo>
                <a:lnTo>
                  <a:pt x="10618" y="12665"/>
                </a:lnTo>
                <a:cubicBezTo>
                  <a:pt x="10870" y="12665"/>
                  <a:pt x="11027" y="12476"/>
                  <a:pt x="11027" y="12224"/>
                </a:cubicBezTo>
                <a:lnTo>
                  <a:pt x="11027" y="379"/>
                </a:lnTo>
                <a:cubicBezTo>
                  <a:pt x="11027" y="189"/>
                  <a:pt x="10807" y="0"/>
                  <a:pt x="10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7" name="Google Shape;3007;p145"/>
          <p:cNvSpPr/>
          <p:nvPr/>
        </p:nvSpPr>
        <p:spPr>
          <a:xfrm>
            <a:off x="5661905" y="2100461"/>
            <a:ext cx="383008" cy="338738"/>
          </a:xfrm>
          <a:custGeom>
            <a:avLst/>
            <a:gdLst/>
            <a:ahLst/>
            <a:cxnLst/>
            <a:rect l="l" t="t" r="r" b="b"/>
            <a:pathLst>
              <a:path w="13012" h="11508" extrusionOk="0">
                <a:moveTo>
                  <a:pt x="9306" y="836"/>
                </a:moveTo>
                <a:cubicBezTo>
                  <a:pt x="9412" y="836"/>
                  <a:pt x="9515" y="875"/>
                  <a:pt x="9578" y="954"/>
                </a:cubicBezTo>
                <a:lnTo>
                  <a:pt x="11909" y="3285"/>
                </a:lnTo>
                <a:cubicBezTo>
                  <a:pt x="12067" y="3443"/>
                  <a:pt x="12067" y="3695"/>
                  <a:pt x="11909" y="3884"/>
                </a:cubicBezTo>
                <a:lnTo>
                  <a:pt x="6900" y="8861"/>
                </a:lnTo>
                <a:lnTo>
                  <a:pt x="4001" y="5963"/>
                </a:lnTo>
                <a:lnTo>
                  <a:pt x="9011" y="954"/>
                </a:lnTo>
                <a:cubicBezTo>
                  <a:pt x="9089" y="875"/>
                  <a:pt x="9200" y="836"/>
                  <a:pt x="9306" y="836"/>
                </a:cubicBezTo>
                <a:close/>
                <a:moveTo>
                  <a:pt x="3466" y="6499"/>
                </a:moveTo>
                <a:lnTo>
                  <a:pt x="6364" y="9428"/>
                </a:lnTo>
                <a:lnTo>
                  <a:pt x="6049" y="9744"/>
                </a:lnTo>
                <a:cubicBezTo>
                  <a:pt x="5986" y="9807"/>
                  <a:pt x="5892" y="9870"/>
                  <a:pt x="5766" y="9870"/>
                </a:cubicBezTo>
                <a:cubicBezTo>
                  <a:pt x="5640" y="9870"/>
                  <a:pt x="5577" y="9807"/>
                  <a:pt x="5514" y="9744"/>
                </a:cubicBezTo>
                <a:cubicBezTo>
                  <a:pt x="5255" y="9506"/>
                  <a:pt x="4936" y="9372"/>
                  <a:pt x="4610" y="9372"/>
                </a:cubicBezTo>
                <a:cubicBezTo>
                  <a:pt x="4460" y="9372"/>
                  <a:pt x="4308" y="9400"/>
                  <a:pt x="4159" y="9460"/>
                </a:cubicBezTo>
                <a:cubicBezTo>
                  <a:pt x="3938" y="9555"/>
                  <a:pt x="3812" y="9712"/>
                  <a:pt x="3686" y="9807"/>
                </a:cubicBezTo>
                <a:lnTo>
                  <a:pt x="3088" y="9239"/>
                </a:lnTo>
                <a:lnTo>
                  <a:pt x="3182" y="9145"/>
                </a:lnTo>
                <a:cubicBezTo>
                  <a:pt x="3655" y="8672"/>
                  <a:pt x="3686" y="7853"/>
                  <a:pt x="3151" y="7381"/>
                </a:cubicBezTo>
                <a:cubicBezTo>
                  <a:pt x="2993" y="7223"/>
                  <a:pt x="3025" y="6940"/>
                  <a:pt x="3182" y="6782"/>
                </a:cubicBezTo>
                <a:lnTo>
                  <a:pt x="3466" y="6499"/>
                </a:lnTo>
                <a:close/>
                <a:moveTo>
                  <a:pt x="2426" y="9807"/>
                </a:moveTo>
                <a:lnTo>
                  <a:pt x="3025" y="10405"/>
                </a:lnTo>
                <a:lnTo>
                  <a:pt x="2773" y="10657"/>
                </a:lnTo>
                <a:lnTo>
                  <a:pt x="1544" y="10657"/>
                </a:lnTo>
                <a:lnTo>
                  <a:pt x="2426" y="9807"/>
                </a:lnTo>
                <a:close/>
                <a:moveTo>
                  <a:pt x="9310" y="1"/>
                </a:moveTo>
                <a:cubicBezTo>
                  <a:pt x="8995" y="1"/>
                  <a:pt x="8680" y="119"/>
                  <a:pt x="8443" y="355"/>
                </a:cubicBezTo>
                <a:lnTo>
                  <a:pt x="2584" y="6247"/>
                </a:lnTo>
                <a:cubicBezTo>
                  <a:pt x="2111" y="6719"/>
                  <a:pt x="2079" y="7538"/>
                  <a:pt x="2552" y="8011"/>
                </a:cubicBezTo>
                <a:cubicBezTo>
                  <a:pt x="2710" y="8137"/>
                  <a:pt x="2710" y="8357"/>
                  <a:pt x="2615" y="8483"/>
                </a:cubicBezTo>
                <a:cubicBezTo>
                  <a:pt x="2584" y="8546"/>
                  <a:pt x="2584" y="8546"/>
                  <a:pt x="2552" y="8609"/>
                </a:cubicBezTo>
                <a:lnTo>
                  <a:pt x="252" y="10815"/>
                </a:lnTo>
                <a:cubicBezTo>
                  <a:pt x="0" y="11067"/>
                  <a:pt x="189" y="11508"/>
                  <a:pt x="536" y="11508"/>
                </a:cubicBezTo>
                <a:lnTo>
                  <a:pt x="2930" y="11508"/>
                </a:lnTo>
                <a:cubicBezTo>
                  <a:pt x="3056" y="11508"/>
                  <a:pt x="3182" y="11476"/>
                  <a:pt x="3245" y="11382"/>
                </a:cubicBezTo>
                <a:lnTo>
                  <a:pt x="4285" y="10374"/>
                </a:lnTo>
                <a:cubicBezTo>
                  <a:pt x="4364" y="10295"/>
                  <a:pt x="4474" y="10255"/>
                  <a:pt x="4584" y="10255"/>
                </a:cubicBezTo>
                <a:cubicBezTo>
                  <a:pt x="4694" y="10255"/>
                  <a:pt x="4805" y="10295"/>
                  <a:pt x="4883" y="10374"/>
                </a:cubicBezTo>
                <a:cubicBezTo>
                  <a:pt x="5092" y="10614"/>
                  <a:pt x="5413" y="10740"/>
                  <a:pt x="5742" y="10740"/>
                </a:cubicBezTo>
                <a:cubicBezTo>
                  <a:pt x="6060" y="10740"/>
                  <a:pt x="6384" y="10622"/>
                  <a:pt x="6616" y="10374"/>
                </a:cubicBezTo>
                <a:lnTo>
                  <a:pt x="12476" y="4482"/>
                </a:lnTo>
                <a:cubicBezTo>
                  <a:pt x="12980" y="3978"/>
                  <a:pt x="13012" y="3191"/>
                  <a:pt x="12508" y="2686"/>
                </a:cubicBezTo>
                <a:lnTo>
                  <a:pt x="10176" y="355"/>
                </a:lnTo>
                <a:cubicBezTo>
                  <a:pt x="9940" y="119"/>
                  <a:pt x="9625" y="1"/>
                  <a:pt x="931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8" name="Google Shape;3008;p145"/>
          <p:cNvGrpSpPr/>
          <p:nvPr/>
        </p:nvGrpSpPr>
        <p:grpSpPr>
          <a:xfrm>
            <a:off x="3092147" y="2083260"/>
            <a:ext cx="396931" cy="373147"/>
            <a:chOff x="-42804750" y="1949600"/>
            <a:chExt cx="337125" cy="316925"/>
          </a:xfrm>
        </p:grpSpPr>
        <p:sp>
          <p:nvSpPr>
            <p:cNvPr id="3009" name="Google Shape;3009;p145"/>
            <p:cNvSpPr/>
            <p:nvPr/>
          </p:nvSpPr>
          <p:spPr>
            <a:xfrm>
              <a:off x="-42731500" y="2013125"/>
              <a:ext cx="189825" cy="189900"/>
            </a:xfrm>
            <a:custGeom>
              <a:avLst/>
              <a:gdLst/>
              <a:ahLst/>
              <a:cxnLst/>
              <a:rect l="l" t="t" r="r" b="b"/>
              <a:pathLst>
                <a:path w="7593" h="7596" extrusionOk="0">
                  <a:moveTo>
                    <a:pt x="3781" y="805"/>
                  </a:moveTo>
                  <a:cubicBezTo>
                    <a:pt x="5419" y="805"/>
                    <a:pt x="6742" y="2128"/>
                    <a:pt x="6742" y="3767"/>
                  </a:cubicBezTo>
                  <a:cubicBezTo>
                    <a:pt x="6774" y="5405"/>
                    <a:pt x="5419" y="6760"/>
                    <a:pt x="3781" y="6760"/>
                  </a:cubicBezTo>
                  <a:cubicBezTo>
                    <a:pt x="2426" y="6760"/>
                    <a:pt x="1292" y="5878"/>
                    <a:pt x="946" y="4649"/>
                  </a:cubicBezTo>
                  <a:cubicBezTo>
                    <a:pt x="347" y="2727"/>
                    <a:pt x="1765" y="805"/>
                    <a:pt x="3781" y="805"/>
                  </a:cubicBezTo>
                  <a:close/>
                  <a:moveTo>
                    <a:pt x="3809" y="1"/>
                  </a:moveTo>
                  <a:cubicBezTo>
                    <a:pt x="3297" y="1"/>
                    <a:pt x="2785" y="105"/>
                    <a:pt x="2300" y="301"/>
                  </a:cubicBezTo>
                  <a:cubicBezTo>
                    <a:pt x="946" y="868"/>
                    <a:pt x="0" y="2223"/>
                    <a:pt x="0" y="3798"/>
                  </a:cubicBezTo>
                  <a:cubicBezTo>
                    <a:pt x="0" y="5058"/>
                    <a:pt x="630" y="6224"/>
                    <a:pt x="1670" y="6949"/>
                  </a:cubicBezTo>
                  <a:cubicBezTo>
                    <a:pt x="2333" y="7390"/>
                    <a:pt x="3060" y="7596"/>
                    <a:pt x="3776" y="7596"/>
                  </a:cubicBezTo>
                  <a:cubicBezTo>
                    <a:pt x="4286" y="7596"/>
                    <a:pt x="4790" y="7492"/>
                    <a:pt x="5262" y="7295"/>
                  </a:cubicBezTo>
                  <a:cubicBezTo>
                    <a:pt x="6648" y="6697"/>
                    <a:pt x="7593" y="5373"/>
                    <a:pt x="7593" y="3798"/>
                  </a:cubicBezTo>
                  <a:cubicBezTo>
                    <a:pt x="7593" y="2506"/>
                    <a:pt x="6931" y="1341"/>
                    <a:pt x="5892" y="648"/>
                  </a:cubicBezTo>
                  <a:cubicBezTo>
                    <a:pt x="5248" y="206"/>
                    <a:pt x="4528" y="1"/>
                    <a:pt x="3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45"/>
            <p:cNvSpPr/>
            <p:nvPr/>
          </p:nvSpPr>
          <p:spPr>
            <a:xfrm>
              <a:off x="-42804750" y="1949600"/>
              <a:ext cx="337125" cy="316925"/>
            </a:xfrm>
            <a:custGeom>
              <a:avLst/>
              <a:gdLst/>
              <a:ahLst/>
              <a:cxnLst/>
              <a:rect l="l" t="t" r="r" b="b"/>
              <a:pathLst>
                <a:path w="13485" h="12677" extrusionOk="0">
                  <a:moveTo>
                    <a:pt x="3306" y="817"/>
                  </a:moveTo>
                  <a:cubicBezTo>
                    <a:pt x="3769" y="817"/>
                    <a:pt x="4233" y="967"/>
                    <a:pt x="4600" y="1267"/>
                  </a:cubicBezTo>
                  <a:cubicBezTo>
                    <a:pt x="3277" y="1802"/>
                    <a:pt x="2174" y="2905"/>
                    <a:pt x="1607" y="4260"/>
                  </a:cubicBezTo>
                  <a:cubicBezTo>
                    <a:pt x="914" y="3283"/>
                    <a:pt x="1072" y="1897"/>
                    <a:pt x="2143" y="1172"/>
                  </a:cubicBezTo>
                  <a:cubicBezTo>
                    <a:pt x="2484" y="935"/>
                    <a:pt x="2895" y="817"/>
                    <a:pt x="3306" y="817"/>
                  </a:cubicBezTo>
                  <a:close/>
                  <a:moveTo>
                    <a:pt x="10101" y="823"/>
                  </a:moveTo>
                  <a:cubicBezTo>
                    <a:pt x="10771" y="823"/>
                    <a:pt x="11436" y="1137"/>
                    <a:pt x="11846" y="1771"/>
                  </a:cubicBezTo>
                  <a:cubicBezTo>
                    <a:pt x="12382" y="2527"/>
                    <a:pt x="12319" y="3535"/>
                    <a:pt x="11783" y="4260"/>
                  </a:cubicBezTo>
                  <a:cubicBezTo>
                    <a:pt x="11248" y="2905"/>
                    <a:pt x="10177" y="1802"/>
                    <a:pt x="8790" y="1267"/>
                  </a:cubicBezTo>
                  <a:cubicBezTo>
                    <a:pt x="9176" y="971"/>
                    <a:pt x="9640" y="823"/>
                    <a:pt x="10101" y="823"/>
                  </a:cubicBezTo>
                  <a:close/>
                  <a:moveTo>
                    <a:pt x="6662" y="1686"/>
                  </a:moveTo>
                  <a:cubicBezTo>
                    <a:pt x="7287" y="1686"/>
                    <a:pt x="7908" y="1809"/>
                    <a:pt x="8475" y="2055"/>
                  </a:cubicBezTo>
                  <a:cubicBezTo>
                    <a:pt x="10177" y="2748"/>
                    <a:pt x="11311" y="4417"/>
                    <a:pt x="11311" y="6339"/>
                  </a:cubicBezTo>
                  <a:cubicBezTo>
                    <a:pt x="11374" y="8891"/>
                    <a:pt x="9263" y="10970"/>
                    <a:pt x="6711" y="10970"/>
                  </a:cubicBezTo>
                  <a:cubicBezTo>
                    <a:pt x="4159" y="10970"/>
                    <a:pt x="2048" y="8891"/>
                    <a:pt x="2017" y="6339"/>
                  </a:cubicBezTo>
                  <a:cubicBezTo>
                    <a:pt x="2017" y="4764"/>
                    <a:pt x="2804" y="3346"/>
                    <a:pt x="4065" y="2464"/>
                  </a:cubicBezTo>
                  <a:cubicBezTo>
                    <a:pt x="4846" y="1943"/>
                    <a:pt x="5759" y="1686"/>
                    <a:pt x="6662" y="1686"/>
                  </a:cubicBezTo>
                  <a:close/>
                  <a:moveTo>
                    <a:pt x="3282" y="1"/>
                  </a:moveTo>
                  <a:cubicBezTo>
                    <a:pt x="2347" y="1"/>
                    <a:pt x="1411" y="437"/>
                    <a:pt x="820" y="1298"/>
                  </a:cubicBezTo>
                  <a:cubicBezTo>
                    <a:pt x="0" y="2496"/>
                    <a:pt x="189" y="4165"/>
                    <a:pt x="1292" y="5142"/>
                  </a:cubicBezTo>
                  <a:cubicBezTo>
                    <a:pt x="820" y="7316"/>
                    <a:pt x="1702" y="9553"/>
                    <a:pt x="3497" y="10844"/>
                  </a:cubicBezTo>
                  <a:lnTo>
                    <a:pt x="2867" y="12073"/>
                  </a:lnTo>
                  <a:cubicBezTo>
                    <a:pt x="2773" y="12262"/>
                    <a:pt x="2867" y="12514"/>
                    <a:pt x="3088" y="12640"/>
                  </a:cubicBezTo>
                  <a:cubicBezTo>
                    <a:pt x="3137" y="12665"/>
                    <a:pt x="3189" y="12677"/>
                    <a:pt x="3240" y="12677"/>
                  </a:cubicBezTo>
                  <a:cubicBezTo>
                    <a:pt x="3386" y="12677"/>
                    <a:pt x="3530" y="12582"/>
                    <a:pt x="3623" y="12420"/>
                  </a:cubicBezTo>
                  <a:lnTo>
                    <a:pt x="4222" y="11254"/>
                  </a:lnTo>
                  <a:cubicBezTo>
                    <a:pt x="4994" y="11632"/>
                    <a:pt x="5821" y="11821"/>
                    <a:pt x="6648" y="11821"/>
                  </a:cubicBezTo>
                  <a:cubicBezTo>
                    <a:pt x="7475" y="11821"/>
                    <a:pt x="8302" y="11632"/>
                    <a:pt x="9074" y="11254"/>
                  </a:cubicBezTo>
                  <a:lnTo>
                    <a:pt x="9641" y="12420"/>
                  </a:lnTo>
                  <a:cubicBezTo>
                    <a:pt x="9736" y="12587"/>
                    <a:pt x="9904" y="12663"/>
                    <a:pt x="10062" y="12663"/>
                  </a:cubicBezTo>
                  <a:cubicBezTo>
                    <a:pt x="10113" y="12663"/>
                    <a:pt x="10162" y="12655"/>
                    <a:pt x="10208" y="12640"/>
                  </a:cubicBezTo>
                  <a:cubicBezTo>
                    <a:pt x="10397" y="12514"/>
                    <a:pt x="10492" y="12262"/>
                    <a:pt x="10397" y="12073"/>
                  </a:cubicBezTo>
                  <a:lnTo>
                    <a:pt x="9767" y="10844"/>
                  </a:lnTo>
                  <a:cubicBezTo>
                    <a:pt x="11594" y="9584"/>
                    <a:pt x="12476" y="7347"/>
                    <a:pt x="11972" y="5142"/>
                  </a:cubicBezTo>
                  <a:cubicBezTo>
                    <a:pt x="13485" y="3882"/>
                    <a:pt x="13359" y="1582"/>
                    <a:pt x="11752" y="511"/>
                  </a:cubicBezTo>
                  <a:cubicBezTo>
                    <a:pt x="11243" y="171"/>
                    <a:pt x="10658" y="5"/>
                    <a:pt x="10078" y="5"/>
                  </a:cubicBezTo>
                  <a:cubicBezTo>
                    <a:pt x="9258" y="5"/>
                    <a:pt x="8449" y="338"/>
                    <a:pt x="7877" y="983"/>
                  </a:cubicBezTo>
                  <a:cubicBezTo>
                    <a:pt x="7483" y="905"/>
                    <a:pt x="7081" y="865"/>
                    <a:pt x="6679" y="865"/>
                  </a:cubicBezTo>
                  <a:cubicBezTo>
                    <a:pt x="6278" y="865"/>
                    <a:pt x="5876" y="905"/>
                    <a:pt x="5482" y="983"/>
                  </a:cubicBezTo>
                  <a:cubicBezTo>
                    <a:pt x="4898" y="326"/>
                    <a:pt x="4090" y="1"/>
                    <a:pt x="3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45"/>
            <p:cNvSpPr/>
            <p:nvPr/>
          </p:nvSpPr>
          <p:spPr>
            <a:xfrm>
              <a:off x="-42644075" y="2060025"/>
              <a:ext cx="59100" cy="65400"/>
            </a:xfrm>
            <a:custGeom>
              <a:avLst/>
              <a:gdLst/>
              <a:ahLst/>
              <a:cxnLst/>
              <a:rect l="l" t="t" r="r" b="b"/>
              <a:pathLst>
                <a:path w="2364" h="2616" extrusionOk="0">
                  <a:moveTo>
                    <a:pt x="442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237"/>
                  </a:lnTo>
                  <a:cubicBezTo>
                    <a:pt x="0" y="2458"/>
                    <a:pt x="189" y="2615"/>
                    <a:pt x="442" y="2615"/>
                  </a:cubicBezTo>
                  <a:lnTo>
                    <a:pt x="1922" y="2615"/>
                  </a:lnTo>
                  <a:cubicBezTo>
                    <a:pt x="2174" y="2615"/>
                    <a:pt x="2363" y="2426"/>
                    <a:pt x="2363" y="2237"/>
                  </a:cubicBezTo>
                  <a:cubicBezTo>
                    <a:pt x="2363" y="1954"/>
                    <a:pt x="2174" y="1796"/>
                    <a:pt x="1922" y="1796"/>
                  </a:cubicBezTo>
                  <a:lnTo>
                    <a:pt x="820" y="1796"/>
                  </a:lnTo>
                  <a:lnTo>
                    <a:pt x="820" y="410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2" name="Google Shape;3012;p145"/>
          <p:cNvGrpSpPr/>
          <p:nvPr/>
        </p:nvGrpSpPr>
        <p:grpSpPr>
          <a:xfrm>
            <a:off x="3122761" y="3360382"/>
            <a:ext cx="335706" cy="364258"/>
            <a:chOff x="-42778750" y="2320125"/>
            <a:chExt cx="285125" cy="309375"/>
          </a:xfrm>
        </p:grpSpPr>
        <p:sp>
          <p:nvSpPr>
            <p:cNvPr id="3013" name="Google Shape;3013;p145"/>
            <p:cNvSpPr/>
            <p:nvPr/>
          </p:nvSpPr>
          <p:spPr>
            <a:xfrm>
              <a:off x="-42778750" y="2320125"/>
              <a:ext cx="285125" cy="309375"/>
            </a:xfrm>
            <a:custGeom>
              <a:avLst/>
              <a:gdLst/>
              <a:ahLst/>
              <a:cxnLst/>
              <a:rect l="l" t="t" r="r" b="b"/>
              <a:pathLst>
                <a:path w="11405" h="12375" extrusionOk="0">
                  <a:moveTo>
                    <a:pt x="5654" y="815"/>
                  </a:moveTo>
                  <a:cubicBezTo>
                    <a:pt x="5920" y="815"/>
                    <a:pt x="6185" y="965"/>
                    <a:pt x="6459" y="1253"/>
                  </a:cubicBezTo>
                  <a:cubicBezTo>
                    <a:pt x="6711" y="1568"/>
                    <a:pt x="6963" y="1978"/>
                    <a:pt x="7120" y="2419"/>
                  </a:cubicBezTo>
                  <a:cubicBezTo>
                    <a:pt x="6616" y="2545"/>
                    <a:pt x="6144" y="2734"/>
                    <a:pt x="5671" y="2923"/>
                  </a:cubicBezTo>
                  <a:cubicBezTo>
                    <a:pt x="5198" y="2734"/>
                    <a:pt x="4726" y="2545"/>
                    <a:pt x="4190" y="2419"/>
                  </a:cubicBezTo>
                  <a:cubicBezTo>
                    <a:pt x="4348" y="2072"/>
                    <a:pt x="4568" y="1663"/>
                    <a:pt x="4789" y="1348"/>
                  </a:cubicBezTo>
                  <a:cubicBezTo>
                    <a:pt x="5083" y="988"/>
                    <a:pt x="5368" y="815"/>
                    <a:pt x="5654" y="815"/>
                  </a:cubicBezTo>
                  <a:close/>
                  <a:moveTo>
                    <a:pt x="3938" y="3238"/>
                  </a:moveTo>
                  <a:cubicBezTo>
                    <a:pt x="4159" y="3332"/>
                    <a:pt x="4411" y="3364"/>
                    <a:pt x="4600" y="3427"/>
                  </a:cubicBezTo>
                  <a:cubicBezTo>
                    <a:pt x="4285" y="3616"/>
                    <a:pt x="4033" y="3774"/>
                    <a:pt x="3781" y="3900"/>
                  </a:cubicBezTo>
                  <a:cubicBezTo>
                    <a:pt x="3844" y="3679"/>
                    <a:pt x="3907" y="3427"/>
                    <a:pt x="3938" y="3238"/>
                  </a:cubicBezTo>
                  <a:close/>
                  <a:moveTo>
                    <a:pt x="7341" y="3238"/>
                  </a:moveTo>
                  <a:cubicBezTo>
                    <a:pt x="7435" y="3490"/>
                    <a:pt x="7467" y="3711"/>
                    <a:pt x="7498" y="3963"/>
                  </a:cubicBezTo>
                  <a:cubicBezTo>
                    <a:pt x="7246" y="3805"/>
                    <a:pt x="6963" y="3616"/>
                    <a:pt x="6679" y="3490"/>
                  </a:cubicBezTo>
                  <a:cubicBezTo>
                    <a:pt x="6868" y="3364"/>
                    <a:pt x="7120" y="3301"/>
                    <a:pt x="7341" y="3238"/>
                  </a:cubicBezTo>
                  <a:close/>
                  <a:moveTo>
                    <a:pt x="2340" y="2993"/>
                  </a:moveTo>
                  <a:cubicBezTo>
                    <a:pt x="2618" y="2993"/>
                    <a:pt x="2897" y="3021"/>
                    <a:pt x="3151" y="3049"/>
                  </a:cubicBezTo>
                  <a:cubicBezTo>
                    <a:pt x="3025" y="3522"/>
                    <a:pt x="2899" y="3994"/>
                    <a:pt x="2867" y="4593"/>
                  </a:cubicBezTo>
                  <a:cubicBezTo>
                    <a:pt x="2457" y="4908"/>
                    <a:pt x="2048" y="5223"/>
                    <a:pt x="1670" y="5569"/>
                  </a:cubicBezTo>
                  <a:cubicBezTo>
                    <a:pt x="1040" y="4782"/>
                    <a:pt x="473" y="3616"/>
                    <a:pt x="1355" y="3175"/>
                  </a:cubicBezTo>
                  <a:cubicBezTo>
                    <a:pt x="1651" y="3036"/>
                    <a:pt x="1995" y="2993"/>
                    <a:pt x="2340" y="2993"/>
                  </a:cubicBezTo>
                  <a:close/>
                  <a:moveTo>
                    <a:pt x="8935" y="3013"/>
                  </a:moveTo>
                  <a:cubicBezTo>
                    <a:pt x="9678" y="3013"/>
                    <a:pt x="10397" y="3218"/>
                    <a:pt x="10397" y="3868"/>
                  </a:cubicBezTo>
                  <a:cubicBezTo>
                    <a:pt x="10397" y="4435"/>
                    <a:pt x="9956" y="5097"/>
                    <a:pt x="9609" y="5569"/>
                  </a:cubicBezTo>
                  <a:cubicBezTo>
                    <a:pt x="9294" y="5254"/>
                    <a:pt x="8884" y="4908"/>
                    <a:pt x="8412" y="4593"/>
                  </a:cubicBezTo>
                  <a:cubicBezTo>
                    <a:pt x="8349" y="4089"/>
                    <a:pt x="8254" y="3553"/>
                    <a:pt x="8160" y="3080"/>
                  </a:cubicBezTo>
                  <a:cubicBezTo>
                    <a:pt x="8400" y="3039"/>
                    <a:pt x="8669" y="3013"/>
                    <a:pt x="8935" y="3013"/>
                  </a:cubicBezTo>
                  <a:close/>
                  <a:moveTo>
                    <a:pt x="8538" y="5695"/>
                  </a:moveTo>
                  <a:cubicBezTo>
                    <a:pt x="8727" y="5853"/>
                    <a:pt x="8884" y="6010"/>
                    <a:pt x="9042" y="6168"/>
                  </a:cubicBezTo>
                  <a:cubicBezTo>
                    <a:pt x="8884" y="6325"/>
                    <a:pt x="8695" y="6483"/>
                    <a:pt x="8538" y="6640"/>
                  </a:cubicBezTo>
                  <a:lnTo>
                    <a:pt x="8538" y="5695"/>
                  </a:lnTo>
                  <a:close/>
                  <a:moveTo>
                    <a:pt x="2741" y="5727"/>
                  </a:moveTo>
                  <a:lnTo>
                    <a:pt x="2741" y="6672"/>
                  </a:lnTo>
                  <a:cubicBezTo>
                    <a:pt x="2552" y="6514"/>
                    <a:pt x="2394" y="6357"/>
                    <a:pt x="2237" y="6199"/>
                  </a:cubicBezTo>
                  <a:cubicBezTo>
                    <a:pt x="2426" y="6010"/>
                    <a:pt x="2583" y="5884"/>
                    <a:pt x="2741" y="5727"/>
                  </a:cubicBezTo>
                  <a:close/>
                  <a:moveTo>
                    <a:pt x="5671" y="3837"/>
                  </a:moveTo>
                  <a:cubicBezTo>
                    <a:pt x="6364" y="4152"/>
                    <a:pt x="7026" y="4561"/>
                    <a:pt x="7656" y="5002"/>
                  </a:cubicBezTo>
                  <a:cubicBezTo>
                    <a:pt x="7750" y="5821"/>
                    <a:pt x="7750" y="6609"/>
                    <a:pt x="7656" y="7334"/>
                  </a:cubicBezTo>
                  <a:cubicBezTo>
                    <a:pt x="7026" y="7775"/>
                    <a:pt x="6364" y="8184"/>
                    <a:pt x="5671" y="8531"/>
                  </a:cubicBezTo>
                  <a:cubicBezTo>
                    <a:pt x="4946" y="8216"/>
                    <a:pt x="4285" y="7806"/>
                    <a:pt x="3655" y="7334"/>
                  </a:cubicBezTo>
                  <a:cubicBezTo>
                    <a:pt x="3560" y="6609"/>
                    <a:pt x="3560" y="5821"/>
                    <a:pt x="3655" y="5002"/>
                  </a:cubicBezTo>
                  <a:cubicBezTo>
                    <a:pt x="3970" y="4782"/>
                    <a:pt x="4285" y="4593"/>
                    <a:pt x="4631" y="4404"/>
                  </a:cubicBezTo>
                  <a:cubicBezTo>
                    <a:pt x="4978" y="4183"/>
                    <a:pt x="5356" y="3994"/>
                    <a:pt x="5671" y="3837"/>
                  </a:cubicBezTo>
                  <a:close/>
                  <a:moveTo>
                    <a:pt x="3781" y="8436"/>
                  </a:moveTo>
                  <a:lnTo>
                    <a:pt x="3781" y="8436"/>
                  </a:lnTo>
                  <a:cubicBezTo>
                    <a:pt x="3907" y="8531"/>
                    <a:pt x="4033" y="8594"/>
                    <a:pt x="4222" y="8688"/>
                  </a:cubicBezTo>
                  <a:cubicBezTo>
                    <a:pt x="4241" y="8641"/>
                    <a:pt x="4248" y="8625"/>
                    <a:pt x="4250" y="8625"/>
                  </a:cubicBezTo>
                  <a:lnTo>
                    <a:pt x="4250" y="8625"/>
                  </a:lnTo>
                  <a:cubicBezTo>
                    <a:pt x="4252" y="8625"/>
                    <a:pt x="4233" y="8679"/>
                    <a:pt x="4225" y="8690"/>
                  </a:cubicBezTo>
                  <a:lnTo>
                    <a:pt x="4225" y="8690"/>
                  </a:lnTo>
                  <a:cubicBezTo>
                    <a:pt x="4224" y="8689"/>
                    <a:pt x="4223" y="8689"/>
                    <a:pt x="4222" y="8688"/>
                  </a:cubicBezTo>
                  <a:lnTo>
                    <a:pt x="4222" y="8688"/>
                  </a:lnTo>
                  <a:cubicBezTo>
                    <a:pt x="4222" y="8691"/>
                    <a:pt x="4222" y="8692"/>
                    <a:pt x="4223" y="8692"/>
                  </a:cubicBezTo>
                  <a:cubicBezTo>
                    <a:pt x="4223" y="8692"/>
                    <a:pt x="4224" y="8691"/>
                    <a:pt x="4225" y="8690"/>
                  </a:cubicBezTo>
                  <a:lnTo>
                    <a:pt x="4225" y="8690"/>
                  </a:lnTo>
                  <a:cubicBezTo>
                    <a:pt x="4350" y="8753"/>
                    <a:pt x="4475" y="8846"/>
                    <a:pt x="4631" y="8909"/>
                  </a:cubicBezTo>
                  <a:cubicBezTo>
                    <a:pt x="4411" y="9003"/>
                    <a:pt x="4159" y="9066"/>
                    <a:pt x="3970" y="9129"/>
                  </a:cubicBezTo>
                  <a:cubicBezTo>
                    <a:pt x="3907" y="8909"/>
                    <a:pt x="3844" y="8688"/>
                    <a:pt x="3781" y="8436"/>
                  </a:cubicBezTo>
                  <a:close/>
                  <a:moveTo>
                    <a:pt x="7498" y="8499"/>
                  </a:moveTo>
                  <a:cubicBezTo>
                    <a:pt x="7467" y="8688"/>
                    <a:pt x="7435" y="8909"/>
                    <a:pt x="7341" y="9161"/>
                  </a:cubicBezTo>
                  <a:cubicBezTo>
                    <a:pt x="7120" y="9066"/>
                    <a:pt x="6868" y="9035"/>
                    <a:pt x="6679" y="8972"/>
                  </a:cubicBezTo>
                  <a:cubicBezTo>
                    <a:pt x="6994" y="8814"/>
                    <a:pt x="7278" y="8625"/>
                    <a:pt x="7498" y="8499"/>
                  </a:cubicBezTo>
                  <a:close/>
                  <a:moveTo>
                    <a:pt x="1638" y="6798"/>
                  </a:moveTo>
                  <a:cubicBezTo>
                    <a:pt x="1985" y="7145"/>
                    <a:pt x="2394" y="7491"/>
                    <a:pt x="2836" y="7775"/>
                  </a:cubicBezTo>
                  <a:cubicBezTo>
                    <a:pt x="2899" y="8279"/>
                    <a:pt x="2993" y="8814"/>
                    <a:pt x="3088" y="9287"/>
                  </a:cubicBezTo>
                  <a:cubicBezTo>
                    <a:pt x="2848" y="9347"/>
                    <a:pt x="2583" y="9369"/>
                    <a:pt x="2309" y="9369"/>
                  </a:cubicBezTo>
                  <a:cubicBezTo>
                    <a:pt x="2150" y="9369"/>
                    <a:pt x="1989" y="9361"/>
                    <a:pt x="1827" y="9350"/>
                  </a:cubicBezTo>
                  <a:cubicBezTo>
                    <a:pt x="1103" y="9224"/>
                    <a:pt x="725" y="8846"/>
                    <a:pt x="945" y="8090"/>
                  </a:cubicBezTo>
                  <a:cubicBezTo>
                    <a:pt x="1040" y="7649"/>
                    <a:pt x="1323" y="7239"/>
                    <a:pt x="1638" y="6798"/>
                  </a:cubicBezTo>
                  <a:close/>
                  <a:moveTo>
                    <a:pt x="9641" y="6830"/>
                  </a:moveTo>
                  <a:cubicBezTo>
                    <a:pt x="9987" y="7271"/>
                    <a:pt x="10428" y="7932"/>
                    <a:pt x="10428" y="8531"/>
                  </a:cubicBezTo>
                  <a:cubicBezTo>
                    <a:pt x="10405" y="9192"/>
                    <a:pt x="9707" y="9391"/>
                    <a:pt x="8988" y="9391"/>
                  </a:cubicBezTo>
                  <a:cubicBezTo>
                    <a:pt x="8713" y="9391"/>
                    <a:pt x="8435" y="9362"/>
                    <a:pt x="8191" y="9318"/>
                  </a:cubicBezTo>
                  <a:cubicBezTo>
                    <a:pt x="8286" y="8846"/>
                    <a:pt x="8412" y="8373"/>
                    <a:pt x="8443" y="7806"/>
                  </a:cubicBezTo>
                  <a:cubicBezTo>
                    <a:pt x="8853" y="7491"/>
                    <a:pt x="9294" y="7176"/>
                    <a:pt x="9641" y="6830"/>
                  </a:cubicBezTo>
                  <a:close/>
                  <a:moveTo>
                    <a:pt x="5671" y="9444"/>
                  </a:moveTo>
                  <a:cubicBezTo>
                    <a:pt x="6144" y="9633"/>
                    <a:pt x="6616" y="9822"/>
                    <a:pt x="7120" y="9948"/>
                  </a:cubicBezTo>
                  <a:cubicBezTo>
                    <a:pt x="6868" y="10453"/>
                    <a:pt x="6522" y="11177"/>
                    <a:pt x="6049" y="11429"/>
                  </a:cubicBezTo>
                  <a:cubicBezTo>
                    <a:pt x="5909" y="11527"/>
                    <a:pt x="5782" y="11569"/>
                    <a:pt x="5659" y="11569"/>
                  </a:cubicBezTo>
                  <a:cubicBezTo>
                    <a:pt x="5504" y="11569"/>
                    <a:pt x="5356" y="11503"/>
                    <a:pt x="5198" y="11398"/>
                  </a:cubicBezTo>
                  <a:cubicBezTo>
                    <a:pt x="4757" y="11083"/>
                    <a:pt x="4411" y="10453"/>
                    <a:pt x="4222" y="9948"/>
                  </a:cubicBezTo>
                  <a:cubicBezTo>
                    <a:pt x="4694" y="9822"/>
                    <a:pt x="5198" y="9633"/>
                    <a:pt x="5671" y="9444"/>
                  </a:cubicBezTo>
                  <a:close/>
                  <a:moveTo>
                    <a:pt x="5689" y="1"/>
                  </a:moveTo>
                  <a:cubicBezTo>
                    <a:pt x="5142" y="1"/>
                    <a:pt x="4663" y="283"/>
                    <a:pt x="4285" y="686"/>
                  </a:cubicBezTo>
                  <a:cubicBezTo>
                    <a:pt x="3907" y="1127"/>
                    <a:pt x="3623" y="1663"/>
                    <a:pt x="3434" y="2261"/>
                  </a:cubicBezTo>
                  <a:cubicBezTo>
                    <a:pt x="3054" y="2197"/>
                    <a:pt x="2712" y="2168"/>
                    <a:pt x="2405" y="2168"/>
                  </a:cubicBezTo>
                  <a:cubicBezTo>
                    <a:pt x="753" y="2168"/>
                    <a:pt x="126" y="3018"/>
                    <a:pt x="126" y="3868"/>
                  </a:cubicBezTo>
                  <a:cubicBezTo>
                    <a:pt x="126" y="4687"/>
                    <a:pt x="630" y="5538"/>
                    <a:pt x="1166" y="6168"/>
                  </a:cubicBezTo>
                  <a:cubicBezTo>
                    <a:pt x="788" y="6640"/>
                    <a:pt x="441" y="7176"/>
                    <a:pt x="221" y="7775"/>
                  </a:cubicBezTo>
                  <a:cubicBezTo>
                    <a:pt x="0" y="8499"/>
                    <a:pt x="126" y="9224"/>
                    <a:pt x="693" y="9696"/>
                  </a:cubicBezTo>
                  <a:cubicBezTo>
                    <a:pt x="1155" y="10078"/>
                    <a:pt x="1784" y="10204"/>
                    <a:pt x="2416" y="10204"/>
                  </a:cubicBezTo>
                  <a:cubicBezTo>
                    <a:pt x="2775" y="10204"/>
                    <a:pt x="3135" y="10163"/>
                    <a:pt x="3466" y="10106"/>
                  </a:cubicBezTo>
                  <a:lnTo>
                    <a:pt x="3812" y="10925"/>
                  </a:lnTo>
                  <a:cubicBezTo>
                    <a:pt x="4442" y="12059"/>
                    <a:pt x="5135" y="12374"/>
                    <a:pt x="5702" y="12374"/>
                  </a:cubicBezTo>
                  <a:cubicBezTo>
                    <a:pt x="6837" y="12374"/>
                    <a:pt x="7593" y="11177"/>
                    <a:pt x="8002" y="10106"/>
                  </a:cubicBezTo>
                  <a:cubicBezTo>
                    <a:pt x="8317" y="10159"/>
                    <a:pt x="8660" y="10194"/>
                    <a:pt x="9004" y="10194"/>
                  </a:cubicBezTo>
                  <a:cubicBezTo>
                    <a:pt x="9690" y="10194"/>
                    <a:pt x="10376" y="10054"/>
                    <a:pt x="10838" y="9633"/>
                  </a:cubicBezTo>
                  <a:cubicBezTo>
                    <a:pt x="11310" y="9161"/>
                    <a:pt x="11373" y="8531"/>
                    <a:pt x="11216" y="7901"/>
                  </a:cubicBezTo>
                  <a:cubicBezTo>
                    <a:pt x="10995" y="7302"/>
                    <a:pt x="10617" y="6703"/>
                    <a:pt x="10208" y="6199"/>
                  </a:cubicBezTo>
                  <a:cubicBezTo>
                    <a:pt x="10838" y="5443"/>
                    <a:pt x="11405" y="4435"/>
                    <a:pt x="11184" y="3490"/>
                  </a:cubicBezTo>
                  <a:cubicBezTo>
                    <a:pt x="10995" y="2765"/>
                    <a:pt x="10397" y="2387"/>
                    <a:pt x="9641" y="2230"/>
                  </a:cubicBezTo>
                  <a:cubicBezTo>
                    <a:pt x="9406" y="2175"/>
                    <a:pt x="9153" y="2150"/>
                    <a:pt x="8895" y="2150"/>
                  </a:cubicBezTo>
                  <a:cubicBezTo>
                    <a:pt x="8565" y="2150"/>
                    <a:pt x="8226" y="2191"/>
                    <a:pt x="7908" y="2261"/>
                  </a:cubicBezTo>
                  <a:cubicBezTo>
                    <a:pt x="7593" y="1348"/>
                    <a:pt x="6994" y="340"/>
                    <a:pt x="6112" y="56"/>
                  </a:cubicBezTo>
                  <a:cubicBezTo>
                    <a:pt x="5967" y="18"/>
                    <a:pt x="5826" y="1"/>
                    <a:pt x="56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45"/>
            <p:cNvSpPr/>
            <p:nvPr/>
          </p:nvSpPr>
          <p:spPr>
            <a:xfrm>
              <a:off x="-42667700" y="2443600"/>
              <a:ext cx="62250" cy="61475"/>
            </a:xfrm>
            <a:custGeom>
              <a:avLst/>
              <a:gdLst/>
              <a:ahLst/>
              <a:cxnLst/>
              <a:rect l="l" t="t" r="r" b="b"/>
              <a:pathLst>
                <a:path w="2490" h="2459" extrusionOk="0">
                  <a:moveTo>
                    <a:pt x="1249" y="858"/>
                  </a:moveTo>
                  <a:cubicBezTo>
                    <a:pt x="1468" y="858"/>
                    <a:pt x="1639" y="1027"/>
                    <a:pt x="1639" y="1260"/>
                  </a:cubicBezTo>
                  <a:cubicBezTo>
                    <a:pt x="1607" y="1418"/>
                    <a:pt x="1481" y="1575"/>
                    <a:pt x="1323" y="1670"/>
                  </a:cubicBezTo>
                  <a:cubicBezTo>
                    <a:pt x="1285" y="1681"/>
                    <a:pt x="1248" y="1686"/>
                    <a:pt x="1211" y="1686"/>
                  </a:cubicBezTo>
                  <a:cubicBezTo>
                    <a:pt x="1040" y="1686"/>
                    <a:pt x="897" y="1569"/>
                    <a:pt x="819" y="1386"/>
                  </a:cubicBezTo>
                  <a:cubicBezTo>
                    <a:pt x="756" y="1134"/>
                    <a:pt x="851" y="945"/>
                    <a:pt x="1103" y="882"/>
                  </a:cubicBezTo>
                  <a:cubicBezTo>
                    <a:pt x="1153" y="866"/>
                    <a:pt x="1202" y="858"/>
                    <a:pt x="1249" y="858"/>
                  </a:cubicBezTo>
                  <a:close/>
                  <a:moveTo>
                    <a:pt x="1229" y="0"/>
                  </a:moveTo>
                  <a:cubicBezTo>
                    <a:pt x="567" y="0"/>
                    <a:pt x="0" y="567"/>
                    <a:pt x="0" y="1229"/>
                  </a:cubicBezTo>
                  <a:cubicBezTo>
                    <a:pt x="0" y="1874"/>
                    <a:pt x="509" y="2459"/>
                    <a:pt x="1177" y="2459"/>
                  </a:cubicBezTo>
                  <a:cubicBezTo>
                    <a:pt x="1194" y="2459"/>
                    <a:pt x="1211" y="2458"/>
                    <a:pt x="1229" y="2458"/>
                  </a:cubicBezTo>
                  <a:cubicBezTo>
                    <a:pt x="1891" y="2458"/>
                    <a:pt x="2489" y="1891"/>
                    <a:pt x="2489" y="1229"/>
                  </a:cubicBezTo>
                  <a:cubicBezTo>
                    <a:pt x="2426" y="567"/>
                    <a:pt x="1891" y="0"/>
                    <a:pt x="1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5" name="Google Shape;3015;p145"/>
          <p:cNvGrpSpPr/>
          <p:nvPr/>
        </p:nvGrpSpPr>
        <p:grpSpPr>
          <a:xfrm>
            <a:off x="5682304" y="3354717"/>
            <a:ext cx="342211" cy="375620"/>
            <a:chOff x="-39792875" y="1971800"/>
            <a:chExt cx="290650" cy="319025"/>
          </a:xfrm>
        </p:grpSpPr>
        <p:sp>
          <p:nvSpPr>
            <p:cNvPr id="3016" name="Google Shape;3016;p145"/>
            <p:cNvSpPr/>
            <p:nvPr/>
          </p:nvSpPr>
          <p:spPr>
            <a:xfrm>
              <a:off x="-39667650" y="2145075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20" y="1"/>
                  </a:moveTo>
                  <a:cubicBezTo>
                    <a:pt x="379" y="1"/>
                    <a:pt x="1" y="379"/>
                    <a:pt x="1" y="852"/>
                  </a:cubicBezTo>
                  <a:cubicBezTo>
                    <a:pt x="1" y="1293"/>
                    <a:pt x="379" y="1671"/>
                    <a:pt x="820" y="1671"/>
                  </a:cubicBezTo>
                  <a:cubicBezTo>
                    <a:pt x="1261" y="1671"/>
                    <a:pt x="1639" y="1293"/>
                    <a:pt x="1639" y="852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45"/>
            <p:cNvSpPr/>
            <p:nvPr/>
          </p:nvSpPr>
          <p:spPr>
            <a:xfrm>
              <a:off x="-39792875" y="1971800"/>
              <a:ext cx="290650" cy="319025"/>
            </a:xfrm>
            <a:custGeom>
              <a:avLst/>
              <a:gdLst/>
              <a:ahLst/>
              <a:cxnLst/>
              <a:rect l="l" t="t" r="r" b="b"/>
              <a:pathLst>
                <a:path w="11626" h="12761" extrusionOk="0">
                  <a:moveTo>
                    <a:pt x="6207" y="3687"/>
                  </a:moveTo>
                  <a:cubicBezTo>
                    <a:pt x="6900" y="3687"/>
                    <a:pt x="7436" y="4222"/>
                    <a:pt x="7436" y="4884"/>
                  </a:cubicBezTo>
                  <a:lnTo>
                    <a:pt x="7436" y="11910"/>
                  </a:lnTo>
                  <a:lnTo>
                    <a:pt x="4159" y="11910"/>
                  </a:lnTo>
                  <a:lnTo>
                    <a:pt x="4159" y="4884"/>
                  </a:lnTo>
                  <a:cubicBezTo>
                    <a:pt x="4159" y="4222"/>
                    <a:pt x="4726" y="3687"/>
                    <a:pt x="5388" y="3687"/>
                  </a:cubicBezTo>
                  <a:close/>
                  <a:moveTo>
                    <a:pt x="10744" y="914"/>
                  </a:moveTo>
                  <a:lnTo>
                    <a:pt x="10744" y="3939"/>
                  </a:lnTo>
                  <a:cubicBezTo>
                    <a:pt x="9767" y="4412"/>
                    <a:pt x="9105" y="5420"/>
                    <a:pt x="9105" y="6554"/>
                  </a:cubicBezTo>
                  <a:cubicBezTo>
                    <a:pt x="9105" y="7688"/>
                    <a:pt x="9767" y="8665"/>
                    <a:pt x="10744" y="9137"/>
                  </a:cubicBezTo>
                  <a:cubicBezTo>
                    <a:pt x="10775" y="10145"/>
                    <a:pt x="10775" y="11280"/>
                    <a:pt x="10775" y="11910"/>
                  </a:cubicBezTo>
                  <a:lnTo>
                    <a:pt x="8318" y="11910"/>
                  </a:lnTo>
                  <a:lnTo>
                    <a:pt x="8318" y="4884"/>
                  </a:lnTo>
                  <a:cubicBezTo>
                    <a:pt x="8318" y="3750"/>
                    <a:pt x="7373" y="2805"/>
                    <a:pt x="6207" y="2805"/>
                  </a:cubicBezTo>
                  <a:lnTo>
                    <a:pt x="5388" y="2805"/>
                  </a:lnTo>
                  <a:cubicBezTo>
                    <a:pt x="4254" y="2805"/>
                    <a:pt x="3308" y="3750"/>
                    <a:pt x="3308" y="4884"/>
                  </a:cubicBezTo>
                  <a:lnTo>
                    <a:pt x="3308" y="11910"/>
                  </a:lnTo>
                  <a:lnTo>
                    <a:pt x="820" y="11910"/>
                  </a:lnTo>
                  <a:lnTo>
                    <a:pt x="820" y="9137"/>
                  </a:lnTo>
                  <a:cubicBezTo>
                    <a:pt x="2174" y="8507"/>
                    <a:pt x="2804" y="7026"/>
                    <a:pt x="2332" y="5640"/>
                  </a:cubicBezTo>
                  <a:cubicBezTo>
                    <a:pt x="2080" y="4884"/>
                    <a:pt x="1544" y="4254"/>
                    <a:pt x="820" y="3939"/>
                  </a:cubicBezTo>
                  <a:lnTo>
                    <a:pt x="820" y="914"/>
                  </a:lnTo>
                  <a:close/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4191"/>
                  </a:lnTo>
                  <a:cubicBezTo>
                    <a:pt x="0" y="4349"/>
                    <a:pt x="126" y="4506"/>
                    <a:pt x="284" y="4569"/>
                  </a:cubicBezTo>
                  <a:cubicBezTo>
                    <a:pt x="1072" y="4853"/>
                    <a:pt x="1639" y="5609"/>
                    <a:pt x="1639" y="6522"/>
                  </a:cubicBezTo>
                  <a:cubicBezTo>
                    <a:pt x="1639" y="7404"/>
                    <a:pt x="1072" y="8161"/>
                    <a:pt x="284" y="8476"/>
                  </a:cubicBezTo>
                  <a:cubicBezTo>
                    <a:pt x="126" y="8507"/>
                    <a:pt x="0" y="8665"/>
                    <a:pt x="0" y="8885"/>
                  </a:cubicBezTo>
                  <a:lnTo>
                    <a:pt x="0" y="12351"/>
                  </a:lnTo>
                  <a:cubicBezTo>
                    <a:pt x="0" y="12571"/>
                    <a:pt x="189" y="12760"/>
                    <a:pt x="441" y="12760"/>
                  </a:cubicBezTo>
                  <a:lnTo>
                    <a:pt x="11185" y="12760"/>
                  </a:lnTo>
                  <a:cubicBezTo>
                    <a:pt x="11405" y="12760"/>
                    <a:pt x="11563" y="12571"/>
                    <a:pt x="11626" y="12382"/>
                  </a:cubicBezTo>
                  <a:lnTo>
                    <a:pt x="11626" y="8885"/>
                  </a:lnTo>
                  <a:cubicBezTo>
                    <a:pt x="11626" y="8696"/>
                    <a:pt x="11500" y="8539"/>
                    <a:pt x="11342" y="8476"/>
                  </a:cubicBezTo>
                  <a:cubicBezTo>
                    <a:pt x="10555" y="8192"/>
                    <a:pt x="9956" y="7404"/>
                    <a:pt x="9956" y="6522"/>
                  </a:cubicBezTo>
                  <a:cubicBezTo>
                    <a:pt x="9956" y="5609"/>
                    <a:pt x="10555" y="4853"/>
                    <a:pt x="11342" y="4569"/>
                  </a:cubicBezTo>
                  <a:cubicBezTo>
                    <a:pt x="11500" y="4538"/>
                    <a:pt x="11626" y="4380"/>
                    <a:pt x="11626" y="4191"/>
                  </a:cubicBezTo>
                  <a:lnTo>
                    <a:pt x="11626" y="442"/>
                  </a:lnTo>
                  <a:cubicBezTo>
                    <a:pt x="11626" y="221"/>
                    <a:pt x="11405" y="1"/>
                    <a:pt x="111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14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</a:t>
            </a:r>
            <a:endParaRPr/>
          </a:p>
        </p:txBody>
      </p:sp>
      <p:sp>
        <p:nvSpPr>
          <p:cNvPr id="3023" name="Google Shape;3023;p146"/>
          <p:cNvSpPr/>
          <p:nvPr/>
        </p:nvSpPr>
        <p:spPr>
          <a:xfrm>
            <a:off x="1532250" y="1658575"/>
            <a:ext cx="1884600" cy="249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024" name="Google Shape;3024;p146"/>
          <p:cNvSpPr/>
          <p:nvPr/>
        </p:nvSpPr>
        <p:spPr>
          <a:xfrm>
            <a:off x="3658200" y="1658575"/>
            <a:ext cx="1884600" cy="249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025" name="Google Shape;3025;p146"/>
          <p:cNvSpPr/>
          <p:nvPr/>
        </p:nvSpPr>
        <p:spPr>
          <a:xfrm>
            <a:off x="5784150" y="1658575"/>
            <a:ext cx="1884600" cy="249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026" name="Google Shape;3026;p146"/>
          <p:cNvSpPr txBox="1"/>
          <p:nvPr/>
        </p:nvSpPr>
        <p:spPr>
          <a:xfrm>
            <a:off x="1532250" y="2548275"/>
            <a:ext cx="18846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Mars</a:t>
            </a:r>
            <a:endParaRPr sz="2200" b="1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027" name="Google Shape;3027;p146"/>
          <p:cNvSpPr txBox="1"/>
          <p:nvPr/>
        </p:nvSpPr>
        <p:spPr>
          <a:xfrm>
            <a:off x="3658200" y="2546850"/>
            <a:ext cx="18846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Saturn</a:t>
            </a:r>
            <a:endParaRPr sz="2200" b="1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028" name="Google Shape;3028;p146"/>
          <p:cNvSpPr txBox="1"/>
          <p:nvPr/>
        </p:nvSpPr>
        <p:spPr>
          <a:xfrm>
            <a:off x="5784150" y="2548500"/>
            <a:ext cx="18846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Jupiter</a:t>
            </a:r>
            <a:endParaRPr sz="2200" b="1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029" name="Google Shape;3029;p146"/>
          <p:cNvSpPr txBox="1"/>
          <p:nvPr/>
        </p:nvSpPr>
        <p:spPr>
          <a:xfrm>
            <a:off x="5784150" y="2968244"/>
            <a:ext cx="1884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Jupiter is a gas giant and the biggest planet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3030" name="Google Shape;3030;p146"/>
          <p:cNvSpPr txBox="1"/>
          <p:nvPr/>
        </p:nvSpPr>
        <p:spPr>
          <a:xfrm>
            <a:off x="3658200" y="2966594"/>
            <a:ext cx="1884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It’s composed 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of hydrogen 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and helium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3031" name="Google Shape;3031;p146"/>
          <p:cNvSpPr txBox="1"/>
          <p:nvPr/>
        </p:nvSpPr>
        <p:spPr>
          <a:xfrm>
            <a:off x="1532250" y="2968019"/>
            <a:ext cx="1884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Despite being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red, Mars is a 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cold place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3032" name="Google Shape;3032;p146"/>
          <p:cNvSpPr/>
          <p:nvPr/>
        </p:nvSpPr>
        <p:spPr>
          <a:xfrm>
            <a:off x="2310399" y="2046301"/>
            <a:ext cx="328289" cy="374914"/>
          </a:xfrm>
          <a:custGeom>
            <a:avLst/>
            <a:gdLst/>
            <a:ahLst/>
            <a:cxnLst/>
            <a:rect l="l" t="t" r="r" b="b"/>
            <a:pathLst>
              <a:path w="11153" h="12737" extrusionOk="0">
                <a:moveTo>
                  <a:pt x="9452" y="4262"/>
                </a:moveTo>
                <a:lnTo>
                  <a:pt x="9452" y="4262"/>
                </a:lnTo>
                <a:cubicBezTo>
                  <a:pt x="9704" y="4703"/>
                  <a:pt x="9609" y="5270"/>
                  <a:pt x="9231" y="5679"/>
                </a:cubicBezTo>
                <a:cubicBezTo>
                  <a:pt x="8976" y="5915"/>
                  <a:pt x="8672" y="6040"/>
                  <a:pt x="8364" y="6040"/>
                </a:cubicBezTo>
                <a:cubicBezTo>
                  <a:pt x="8178" y="6040"/>
                  <a:pt x="7992" y="5995"/>
                  <a:pt x="7814" y="5900"/>
                </a:cubicBezTo>
                <a:lnTo>
                  <a:pt x="9452" y="4262"/>
                </a:lnTo>
                <a:close/>
                <a:moveTo>
                  <a:pt x="6018" y="835"/>
                </a:moveTo>
                <a:cubicBezTo>
                  <a:pt x="6120" y="835"/>
                  <a:pt x="6223" y="875"/>
                  <a:pt x="6301" y="954"/>
                </a:cubicBezTo>
                <a:lnTo>
                  <a:pt x="7215" y="1867"/>
                </a:lnTo>
                <a:cubicBezTo>
                  <a:pt x="7306" y="1935"/>
                  <a:pt x="7397" y="1987"/>
                  <a:pt x="7499" y="1987"/>
                </a:cubicBezTo>
                <a:cubicBezTo>
                  <a:pt x="7539" y="1987"/>
                  <a:pt x="7581" y="1979"/>
                  <a:pt x="7625" y="1962"/>
                </a:cubicBezTo>
                <a:cubicBezTo>
                  <a:pt x="7863" y="1897"/>
                  <a:pt x="8110" y="1865"/>
                  <a:pt x="8359" y="1865"/>
                </a:cubicBezTo>
                <a:cubicBezTo>
                  <a:pt x="8963" y="1865"/>
                  <a:pt x="9578" y="2055"/>
                  <a:pt x="10113" y="2434"/>
                </a:cubicBezTo>
                <a:lnTo>
                  <a:pt x="6049" y="6498"/>
                </a:lnTo>
                <a:cubicBezTo>
                  <a:pt x="5482" y="5774"/>
                  <a:pt x="5356" y="4892"/>
                  <a:pt x="5577" y="4010"/>
                </a:cubicBezTo>
                <a:cubicBezTo>
                  <a:pt x="5608" y="3852"/>
                  <a:pt x="5577" y="3726"/>
                  <a:pt x="5451" y="3631"/>
                </a:cubicBezTo>
                <a:lnTo>
                  <a:pt x="5199" y="3379"/>
                </a:lnTo>
                <a:lnTo>
                  <a:pt x="4537" y="2718"/>
                </a:lnTo>
                <a:cubicBezTo>
                  <a:pt x="4380" y="2560"/>
                  <a:pt x="4380" y="2277"/>
                  <a:pt x="4537" y="2119"/>
                </a:cubicBezTo>
                <a:lnTo>
                  <a:pt x="5734" y="954"/>
                </a:lnTo>
                <a:cubicBezTo>
                  <a:pt x="5813" y="875"/>
                  <a:pt x="5915" y="835"/>
                  <a:pt x="6018" y="835"/>
                </a:cubicBezTo>
                <a:close/>
                <a:moveTo>
                  <a:pt x="1290" y="6917"/>
                </a:moveTo>
                <a:cubicBezTo>
                  <a:pt x="1502" y="6917"/>
                  <a:pt x="1702" y="7106"/>
                  <a:pt x="1702" y="7318"/>
                </a:cubicBezTo>
                <a:cubicBezTo>
                  <a:pt x="1670" y="7538"/>
                  <a:pt x="1544" y="7696"/>
                  <a:pt x="1387" y="7727"/>
                </a:cubicBezTo>
                <a:cubicBezTo>
                  <a:pt x="1342" y="7740"/>
                  <a:pt x="1298" y="7746"/>
                  <a:pt x="1256" y="7746"/>
                </a:cubicBezTo>
                <a:cubicBezTo>
                  <a:pt x="1084" y="7746"/>
                  <a:pt x="933" y="7645"/>
                  <a:pt x="883" y="7444"/>
                </a:cubicBezTo>
                <a:cubicBezTo>
                  <a:pt x="788" y="7223"/>
                  <a:pt x="914" y="7002"/>
                  <a:pt x="1166" y="6939"/>
                </a:cubicBezTo>
                <a:cubicBezTo>
                  <a:pt x="1207" y="6924"/>
                  <a:pt x="1248" y="6917"/>
                  <a:pt x="1290" y="6917"/>
                </a:cubicBezTo>
                <a:close/>
                <a:moveTo>
                  <a:pt x="5807" y="10240"/>
                </a:moveTo>
                <a:cubicBezTo>
                  <a:pt x="6104" y="10240"/>
                  <a:pt x="6409" y="10293"/>
                  <a:pt x="6711" y="10405"/>
                </a:cubicBezTo>
                <a:cubicBezTo>
                  <a:pt x="7373" y="10626"/>
                  <a:pt x="7877" y="11193"/>
                  <a:pt x="8160" y="11886"/>
                </a:cubicBezTo>
                <a:lnTo>
                  <a:pt x="3529" y="11886"/>
                </a:lnTo>
                <a:cubicBezTo>
                  <a:pt x="3847" y="10882"/>
                  <a:pt x="4774" y="10240"/>
                  <a:pt x="5807" y="10240"/>
                </a:cubicBezTo>
                <a:close/>
                <a:moveTo>
                  <a:pt x="6030" y="1"/>
                </a:moveTo>
                <a:cubicBezTo>
                  <a:pt x="5711" y="1"/>
                  <a:pt x="5388" y="119"/>
                  <a:pt x="5136" y="355"/>
                </a:cubicBezTo>
                <a:lnTo>
                  <a:pt x="3938" y="1552"/>
                </a:lnTo>
                <a:cubicBezTo>
                  <a:pt x="3466" y="1993"/>
                  <a:pt x="3466" y="2781"/>
                  <a:pt x="3938" y="3316"/>
                </a:cubicBezTo>
                <a:lnTo>
                  <a:pt x="4348" y="3694"/>
                </a:lnTo>
                <a:lnTo>
                  <a:pt x="1828" y="6215"/>
                </a:lnTo>
                <a:cubicBezTo>
                  <a:pt x="1652" y="6127"/>
                  <a:pt x="1468" y="6087"/>
                  <a:pt x="1287" y="6087"/>
                </a:cubicBezTo>
                <a:cubicBezTo>
                  <a:pt x="623" y="6087"/>
                  <a:pt x="0" y="6625"/>
                  <a:pt x="0" y="7318"/>
                </a:cubicBezTo>
                <a:cubicBezTo>
                  <a:pt x="0" y="8052"/>
                  <a:pt x="611" y="8583"/>
                  <a:pt x="1293" y="8583"/>
                </a:cubicBezTo>
                <a:cubicBezTo>
                  <a:pt x="1459" y="8583"/>
                  <a:pt x="1629" y="8551"/>
                  <a:pt x="1796" y="8483"/>
                </a:cubicBezTo>
                <a:lnTo>
                  <a:pt x="3592" y="10279"/>
                </a:lnTo>
                <a:cubicBezTo>
                  <a:pt x="3056" y="10783"/>
                  <a:pt x="2647" y="11476"/>
                  <a:pt x="2584" y="12264"/>
                </a:cubicBezTo>
                <a:cubicBezTo>
                  <a:pt x="2521" y="12484"/>
                  <a:pt x="2741" y="12736"/>
                  <a:pt x="2962" y="12736"/>
                </a:cubicBezTo>
                <a:lnTo>
                  <a:pt x="8664" y="12736"/>
                </a:lnTo>
                <a:cubicBezTo>
                  <a:pt x="8916" y="12736"/>
                  <a:pt x="9105" y="12484"/>
                  <a:pt x="9074" y="12264"/>
                </a:cubicBezTo>
                <a:cubicBezTo>
                  <a:pt x="8837" y="10556"/>
                  <a:pt x="7367" y="9419"/>
                  <a:pt x="5795" y="9419"/>
                </a:cubicBezTo>
                <a:cubicBezTo>
                  <a:pt x="5279" y="9419"/>
                  <a:pt x="4752" y="9542"/>
                  <a:pt x="4254" y="9806"/>
                </a:cubicBezTo>
                <a:lnTo>
                  <a:pt x="2363" y="7916"/>
                </a:lnTo>
                <a:cubicBezTo>
                  <a:pt x="2521" y="7601"/>
                  <a:pt x="2521" y="7223"/>
                  <a:pt x="2426" y="6845"/>
                </a:cubicBezTo>
                <a:lnTo>
                  <a:pt x="4663" y="4608"/>
                </a:lnTo>
                <a:lnTo>
                  <a:pt x="4663" y="4608"/>
                </a:lnTo>
                <a:cubicBezTo>
                  <a:pt x="4632" y="5679"/>
                  <a:pt x="4978" y="6687"/>
                  <a:pt x="5734" y="7444"/>
                </a:cubicBezTo>
                <a:cubicBezTo>
                  <a:pt x="5813" y="7522"/>
                  <a:pt x="5915" y="7562"/>
                  <a:pt x="6018" y="7562"/>
                </a:cubicBezTo>
                <a:cubicBezTo>
                  <a:pt x="6120" y="7562"/>
                  <a:pt x="6223" y="7522"/>
                  <a:pt x="6301" y="7444"/>
                </a:cubicBezTo>
                <a:lnTo>
                  <a:pt x="7215" y="6530"/>
                </a:lnTo>
                <a:cubicBezTo>
                  <a:pt x="7564" y="6771"/>
                  <a:pt x="7958" y="6887"/>
                  <a:pt x="8352" y="6887"/>
                </a:cubicBezTo>
                <a:cubicBezTo>
                  <a:pt x="8883" y="6887"/>
                  <a:pt x="9414" y="6676"/>
                  <a:pt x="9830" y="6278"/>
                </a:cubicBezTo>
                <a:cubicBezTo>
                  <a:pt x="10523" y="5553"/>
                  <a:pt x="10618" y="4451"/>
                  <a:pt x="10082" y="3663"/>
                </a:cubicBezTo>
                <a:lnTo>
                  <a:pt x="10996" y="2749"/>
                </a:lnTo>
                <a:cubicBezTo>
                  <a:pt x="11153" y="2560"/>
                  <a:pt x="11153" y="2340"/>
                  <a:pt x="10996" y="2119"/>
                </a:cubicBezTo>
                <a:cubicBezTo>
                  <a:pt x="10259" y="1383"/>
                  <a:pt x="9297" y="1056"/>
                  <a:pt x="8341" y="1056"/>
                </a:cubicBezTo>
                <a:cubicBezTo>
                  <a:pt x="8111" y="1056"/>
                  <a:pt x="7882" y="1074"/>
                  <a:pt x="7656" y="1111"/>
                </a:cubicBezTo>
                <a:lnTo>
                  <a:pt x="6900" y="355"/>
                </a:lnTo>
                <a:cubicBezTo>
                  <a:pt x="6664" y="119"/>
                  <a:pt x="6349" y="1"/>
                  <a:pt x="603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3" name="Google Shape;3033;p146"/>
          <p:cNvSpPr/>
          <p:nvPr/>
        </p:nvSpPr>
        <p:spPr>
          <a:xfrm>
            <a:off x="6636065" y="2046308"/>
            <a:ext cx="290288" cy="375355"/>
          </a:xfrm>
          <a:custGeom>
            <a:avLst/>
            <a:gdLst/>
            <a:ahLst/>
            <a:cxnLst/>
            <a:rect l="l" t="t" r="r" b="b"/>
            <a:pathLst>
              <a:path w="9862" h="12752" extrusionOk="0">
                <a:moveTo>
                  <a:pt x="2395" y="1001"/>
                </a:moveTo>
                <a:lnTo>
                  <a:pt x="5042" y="3552"/>
                </a:lnTo>
                <a:lnTo>
                  <a:pt x="3971" y="4655"/>
                </a:lnTo>
                <a:lnTo>
                  <a:pt x="1356" y="2103"/>
                </a:lnTo>
                <a:lnTo>
                  <a:pt x="2395" y="1001"/>
                </a:lnTo>
                <a:close/>
                <a:moveTo>
                  <a:pt x="5640" y="4151"/>
                </a:moveTo>
                <a:lnTo>
                  <a:pt x="6302" y="4781"/>
                </a:lnTo>
                <a:lnTo>
                  <a:pt x="5231" y="5884"/>
                </a:lnTo>
                <a:lnTo>
                  <a:pt x="4569" y="5254"/>
                </a:lnTo>
                <a:lnTo>
                  <a:pt x="5640" y="4151"/>
                </a:lnTo>
                <a:close/>
                <a:moveTo>
                  <a:pt x="4443" y="8562"/>
                </a:moveTo>
                <a:cubicBezTo>
                  <a:pt x="4664" y="8562"/>
                  <a:pt x="4821" y="8688"/>
                  <a:pt x="4853" y="8845"/>
                </a:cubicBezTo>
                <a:cubicBezTo>
                  <a:pt x="4884" y="8908"/>
                  <a:pt x="4853" y="8877"/>
                  <a:pt x="4884" y="9790"/>
                </a:cubicBezTo>
                <a:lnTo>
                  <a:pt x="4884" y="10200"/>
                </a:lnTo>
                <a:lnTo>
                  <a:pt x="4065" y="10200"/>
                </a:lnTo>
                <a:lnTo>
                  <a:pt x="4065" y="9003"/>
                </a:lnTo>
                <a:cubicBezTo>
                  <a:pt x="4065" y="8751"/>
                  <a:pt x="4254" y="8562"/>
                  <a:pt x="4443" y="8562"/>
                </a:cubicBezTo>
                <a:close/>
                <a:moveTo>
                  <a:pt x="7814" y="10956"/>
                </a:moveTo>
                <a:cubicBezTo>
                  <a:pt x="8035" y="10956"/>
                  <a:pt x="8224" y="11145"/>
                  <a:pt x="8224" y="11366"/>
                </a:cubicBezTo>
                <a:lnTo>
                  <a:pt x="8224" y="11744"/>
                </a:lnTo>
                <a:lnTo>
                  <a:pt x="789" y="11870"/>
                </a:lnTo>
                <a:lnTo>
                  <a:pt x="789" y="11460"/>
                </a:lnTo>
                <a:cubicBezTo>
                  <a:pt x="789" y="11271"/>
                  <a:pt x="915" y="11114"/>
                  <a:pt x="1072" y="11082"/>
                </a:cubicBezTo>
                <a:cubicBezTo>
                  <a:pt x="1104" y="11066"/>
                  <a:pt x="1072" y="11066"/>
                  <a:pt x="1371" y="11066"/>
                </a:cubicBezTo>
                <a:cubicBezTo>
                  <a:pt x="1671" y="11066"/>
                  <a:pt x="2301" y="11066"/>
                  <a:pt x="3656" y="11051"/>
                </a:cubicBezTo>
                <a:cubicBezTo>
                  <a:pt x="3719" y="11051"/>
                  <a:pt x="5357" y="10988"/>
                  <a:pt x="5325" y="10988"/>
                </a:cubicBezTo>
                <a:cubicBezTo>
                  <a:pt x="5483" y="10988"/>
                  <a:pt x="7121" y="10956"/>
                  <a:pt x="7814" y="10956"/>
                </a:cubicBezTo>
                <a:close/>
                <a:moveTo>
                  <a:pt x="2427" y="0"/>
                </a:moveTo>
                <a:cubicBezTo>
                  <a:pt x="2324" y="0"/>
                  <a:pt x="2222" y="40"/>
                  <a:pt x="2143" y="118"/>
                </a:cubicBezTo>
                <a:lnTo>
                  <a:pt x="505" y="1820"/>
                </a:lnTo>
                <a:cubicBezTo>
                  <a:pt x="348" y="1977"/>
                  <a:pt x="348" y="2261"/>
                  <a:pt x="505" y="2418"/>
                </a:cubicBezTo>
                <a:lnTo>
                  <a:pt x="1608" y="3458"/>
                </a:lnTo>
                <a:cubicBezTo>
                  <a:pt x="726" y="4624"/>
                  <a:pt x="505" y="6104"/>
                  <a:pt x="946" y="7396"/>
                </a:cubicBezTo>
                <a:cubicBezTo>
                  <a:pt x="1356" y="8499"/>
                  <a:pt x="2175" y="9412"/>
                  <a:pt x="3277" y="9885"/>
                </a:cubicBezTo>
                <a:lnTo>
                  <a:pt x="3277" y="10263"/>
                </a:lnTo>
                <a:lnTo>
                  <a:pt x="1230" y="10294"/>
                </a:lnTo>
                <a:cubicBezTo>
                  <a:pt x="568" y="10294"/>
                  <a:pt x="1" y="10862"/>
                  <a:pt x="1" y="11555"/>
                </a:cubicBezTo>
                <a:lnTo>
                  <a:pt x="1" y="12374"/>
                </a:lnTo>
                <a:cubicBezTo>
                  <a:pt x="1" y="12594"/>
                  <a:pt x="222" y="12752"/>
                  <a:pt x="442" y="12752"/>
                </a:cubicBezTo>
                <a:lnTo>
                  <a:pt x="8728" y="12657"/>
                </a:lnTo>
                <a:cubicBezTo>
                  <a:pt x="8948" y="12657"/>
                  <a:pt x="9106" y="12437"/>
                  <a:pt x="9106" y="12216"/>
                </a:cubicBezTo>
                <a:lnTo>
                  <a:pt x="9106" y="11397"/>
                </a:lnTo>
                <a:cubicBezTo>
                  <a:pt x="9106" y="10704"/>
                  <a:pt x="8507" y="10168"/>
                  <a:pt x="7846" y="10168"/>
                </a:cubicBezTo>
                <a:lnTo>
                  <a:pt x="5798" y="10200"/>
                </a:lnTo>
                <a:lnTo>
                  <a:pt x="5798" y="10137"/>
                </a:lnTo>
                <a:cubicBezTo>
                  <a:pt x="7153" y="9853"/>
                  <a:pt x="8255" y="8908"/>
                  <a:pt x="8759" y="7680"/>
                </a:cubicBezTo>
                <a:lnTo>
                  <a:pt x="9452" y="7680"/>
                </a:lnTo>
                <a:cubicBezTo>
                  <a:pt x="9704" y="7680"/>
                  <a:pt x="9862" y="7491"/>
                  <a:pt x="9862" y="7270"/>
                </a:cubicBezTo>
                <a:cubicBezTo>
                  <a:pt x="9799" y="6986"/>
                  <a:pt x="9610" y="6797"/>
                  <a:pt x="9389" y="6797"/>
                </a:cubicBezTo>
                <a:lnTo>
                  <a:pt x="6901" y="6829"/>
                </a:lnTo>
                <a:cubicBezTo>
                  <a:pt x="6649" y="6829"/>
                  <a:pt x="6491" y="7018"/>
                  <a:pt x="6491" y="7270"/>
                </a:cubicBezTo>
                <a:cubicBezTo>
                  <a:pt x="6491" y="7491"/>
                  <a:pt x="6712" y="7648"/>
                  <a:pt x="6932" y="7648"/>
                </a:cubicBezTo>
                <a:lnTo>
                  <a:pt x="7751" y="7648"/>
                </a:lnTo>
                <a:cubicBezTo>
                  <a:pt x="7342" y="8436"/>
                  <a:pt x="6586" y="9003"/>
                  <a:pt x="5703" y="9223"/>
                </a:cubicBezTo>
                <a:lnTo>
                  <a:pt x="5703" y="8908"/>
                </a:lnTo>
                <a:cubicBezTo>
                  <a:pt x="5703" y="8341"/>
                  <a:pt x="5357" y="7900"/>
                  <a:pt x="4821" y="7711"/>
                </a:cubicBezTo>
                <a:cubicBezTo>
                  <a:pt x="4709" y="7680"/>
                  <a:pt x="4598" y="7665"/>
                  <a:pt x="4488" y="7665"/>
                </a:cubicBezTo>
                <a:cubicBezTo>
                  <a:pt x="3826" y="7665"/>
                  <a:pt x="3246" y="8205"/>
                  <a:pt x="3246" y="8908"/>
                </a:cubicBezTo>
                <a:cubicBezTo>
                  <a:pt x="1450" y="7932"/>
                  <a:pt x="1041" y="5569"/>
                  <a:pt x="2206" y="4025"/>
                </a:cubicBezTo>
                <a:lnTo>
                  <a:pt x="2206" y="4025"/>
                </a:lnTo>
                <a:lnTo>
                  <a:pt x="5010" y="6734"/>
                </a:lnTo>
                <a:cubicBezTo>
                  <a:pt x="5089" y="6813"/>
                  <a:pt x="5199" y="6853"/>
                  <a:pt x="5310" y="6853"/>
                </a:cubicBezTo>
                <a:cubicBezTo>
                  <a:pt x="5420" y="6853"/>
                  <a:pt x="5530" y="6813"/>
                  <a:pt x="5609" y="6734"/>
                </a:cubicBezTo>
                <a:lnTo>
                  <a:pt x="7216" y="5033"/>
                </a:lnTo>
                <a:cubicBezTo>
                  <a:pt x="7373" y="4876"/>
                  <a:pt x="7373" y="4624"/>
                  <a:pt x="7216" y="4466"/>
                </a:cubicBezTo>
                <a:lnTo>
                  <a:pt x="5955" y="3237"/>
                </a:lnTo>
                <a:lnTo>
                  <a:pt x="2710" y="118"/>
                </a:lnTo>
                <a:cubicBezTo>
                  <a:pt x="2632" y="40"/>
                  <a:pt x="2529" y="0"/>
                  <a:pt x="24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4" name="Google Shape;3034;p146"/>
          <p:cNvGrpSpPr/>
          <p:nvPr/>
        </p:nvGrpSpPr>
        <p:grpSpPr>
          <a:xfrm>
            <a:off x="4414082" y="2046307"/>
            <a:ext cx="372824" cy="372058"/>
            <a:chOff x="-38686275" y="2314400"/>
            <a:chExt cx="316650" cy="316000"/>
          </a:xfrm>
        </p:grpSpPr>
        <p:sp>
          <p:nvSpPr>
            <p:cNvPr id="3035" name="Google Shape;3035;p146"/>
            <p:cNvSpPr/>
            <p:nvPr/>
          </p:nvSpPr>
          <p:spPr>
            <a:xfrm>
              <a:off x="-38686275" y="2314400"/>
              <a:ext cx="316650" cy="316000"/>
            </a:xfrm>
            <a:custGeom>
              <a:avLst/>
              <a:gdLst/>
              <a:ahLst/>
              <a:cxnLst/>
              <a:rect l="l" t="t" r="r" b="b"/>
              <a:pathLst>
                <a:path w="12666" h="12640" extrusionOk="0">
                  <a:moveTo>
                    <a:pt x="8161" y="852"/>
                  </a:moveTo>
                  <a:cubicBezTo>
                    <a:pt x="8381" y="852"/>
                    <a:pt x="8539" y="1041"/>
                    <a:pt x="8570" y="1262"/>
                  </a:cubicBezTo>
                  <a:lnTo>
                    <a:pt x="8570" y="1703"/>
                  </a:lnTo>
                  <a:lnTo>
                    <a:pt x="4160" y="1703"/>
                  </a:lnTo>
                  <a:lnTo>
                    <a:pt x="4160" y="1230"/>
                  </a:lnTo>
                  <a:lnTo>
                    <a:pt x="4128" y="1230"/>
                  </a:lnTo>
                  <a:cubicBezTo>
                    <a:pt x="4128" y="1199"/>
                    <a:pt x="4128" y="1104"/>
                    <a:pt x="4160" y="1073"/>
                  </a:cubicBezTo>
                  <a:cubicBezTo>
                    <a:pt x="4254" y="915"/>
                    <a:pt x="4380" y="852"/>
                    <a:pt x="4569" y="852"/>
                  </a:cubicBezTo>
                  <a:close/>
                  <a:moveTo>
                    <a:pt x="11437" y="2427"/>
                  </a:moveTo>
                  <a:cubicBezTo>
                    <a:pt x="11658" y="2427"/>
                    <a:pt x="11815" y="2616"/>
                    <a:pt x="11847" y="2805"/>
                  </a:cubicBezTo>
                  <a:lnTo>
                    <a:pt x="11847" y="5641"/>
                  </a:lnTo>
                  <a:cubicBezTo>
                    <a:pt x="11847" y="5830"/>
                    <a:pt x="11721" y="5987"/>
                    <a:pt x="11563" y="6050"/>
                  </a:cubicBezTo>
                  <a:cubicBezTo>
                    <a:pt x="11542" y="6061"/>
                    <a:pt x="11532" y="6064"/>
                    <a:pt x="11478" y="6064"/>
                  </a:cubicBezTo>
                  <a:cubicBezTo>
                    <a:pt x="11371" y="6064"/>
                    <a:pt x="11091" y="6050"/>
                    <a:pt x="10208" y="6050"/>
                  </a:cubicBezTo>
                  <a:lnTo>
                    <a:pt x="10208" y="4822"/>
                  </a:lnTo>
                  <a:cubicBezTo>
                    <a:pt x="10208" y="4570"/>
                    <a:pt x="9988" y="4381"/>
                    <a:pt x="9767" y="4381"/>
                  </a:cubicBezTo>
                  <a:lnTo>
                    <a:pt x="8129" y="4381"/>
                  </a:lnTo>
                  <a:cubicBezTo>
                    <a:pt x="7877" y="4381"/>
                    <a:pt x="7688" y="4570"/>
                    <a:pt x="7688" y="4822"/>
                  </a:cubicBezTo>
                  <a:lnTo>
                    <a:pt x="7688" y="6050"/>
                  </a:lnTo>
                  <a:lnTo>
                    <a:pt x="4916" y="6050"/>
                  </a:lnTo>
                  <a:lnTo>
                    <a:pt x="4916" y="4822"/>
                  </a:lnTo>
                  <a:cubicBezTo>
                    <a:pt x="4916" y="4570"/>
                    <a:pt x="4727" y="4381"/>
                    <a:pt x="4506" y="4381"/>
                  </a:cubicBezTo>
                  <a:lnTo>
                    <a:pt x="2836" y="4381"/>
                  </a:lnTo>
                  <a:cubicBezTo>
                    <a:pt x="2710" y="4381"/>
                    <a:pt x="2647" y="4412"/>
                    <a:pt x="2553" y="4507"/>
                  </a:cubicBezTo>
                  <a:cubicBezTo>
                    <a:pt x="2490" y="4570"/>
                    <a:pt x="2458" y="4696"/>
                    <a:pt x="2458" y="4790"/>
                  </a:cubicBezTo>
                  <a:lnTo>
                    <a:pt x="2458" y="5987"/>
                  </a:lnTo>
                  <a:lnTo>
                    <a:pt x="1230" y="5987"/>
                  </a:lnTo>
                  <a:cubicBezTo>
                    <a:pt x="978" y="5987"/>
                    <a:pt x="820" y="5798"/>
                    <a:pt x="788" y="5578"/>
                  </a:cubicBezTo>
                  <a:lnTo>
                    <a:pt x="788" y="2805"/>
                  </a:lnTo>
                  <a:cubicBezTo>
                    <a:pt x="788" y="2585"/>
                    <a:pt x="978" y="2427"/>
                    <a:pt x="1230" y="2427"/>
                  </a:cubicBezTo>
                  <a:close/>
                  <a:moveTo>
                    <a:pt x="4128" y="5200"/>
                  </a:moveTo>
                  <a:lnTo>
                    <a:pt x="4128" y="6428"/>
                  </a:lnTo>
                  <a:cubicBezTo>
                    <a:pt x="4128" y="6586"/>
                    <a:pt x="4065" y="6712"/>
                    <a:pt x="3939" y="6775"/>
                  </a:cubicBezTo>
                  <a:cubicBezTo>
                    <a:pt x="3857" y="6826"/>
                    <a:pt x="3768" y="6851"/>
                    <a:pt x="3684" y="6851"/>
                  </a:cubicBezTo>
                  <a:cubicBezTo>
                    <a:pt x="3508" y="6851"/>
                    <a:pt x="3351" y="6746"/>
                    <a:pt x="3309" y="6554"/>
                  </a:cubicBezTo>
                  <a:lnTo>
                    <a:pt x="3309" y="5200"/>
                  </a:lnTo>
                  <a:close/>
                  <a:moveTo>
                    <a:pt x="9358" y="5200"/>
                  </a:moveTo>
                  <a:lnTo>
                    <a:pt x="9358" y="6428"/>
                  </a:lnTo>
                  <a:cubicBezTo>
                    <a:pt x="9358" y="6586"/>
                    <a:pt x="9295" y="6712"/>
                    <a:pt x="9169" y="6775"/>
                  </a:cubicBezTo>
                  <a:cubicBezTo>
                    <a:pt x="9097" y="6826"/>
                    <a:pt x="9015" y="6851"/>
                    <a:pt x="8934" y="6851"/>
                  </a:cubicBezTo>
                  <a:cubicBezTo>
                    <a:pt x="8766" y="6851"/>
                    <a:pt x="8602" y="6746"/>
                    <a:pt x="8539" y="6554"/>
                  </a:cubicBezTo>
                  <a:lnTo>
                    <a:pt x="8539" y="5200"/>
                  </a:lnTo>
                  <a:close/>
                  <a:moveTo>
                    <a:pt x="11059" y="6869"/>
                  </a:moveTo>
                  <a:lnTo>
                    <a:pt x="11059" y="11438"/>
                  </a:lnTo>
                  <a:lnTo>
                    <a:pt x="11028" y="11438"/>
                  </a:lnTo>
                  <a:cubicBezTo>
                    <a:pt x="11028" y="11658"/>
                    <a:pt x="10839" y="11816"/>
                    <a:pt x="10618" y="11816"/>
                  </a:cubicBezTo>
                  <a:lnTo>
                    <a:pt x="2080" y="11816"/>
                  </a:lnTo>
                  <a:cubicBezTo>
                    <a:pt x="1860" y="11816"/>
                    <a:pt x="1702" y="11627"/>
                    <a:pt x="1702" y="11438"/>
                  </a:cubicBezTo>
                  <a:lnTo>
                    <a:pt x="1702" y="6869"/>
                  </a:lnTo>
                  <a:lnTo>
                    <a:pt x="2616" y="6869"/>
                  </a:lnTo>
                  <a:cubicBezTo>
                    <a:pt x="2710" y="7216"/>
                    <a:pt x="3025" y="7531"/>
                    <a:pt x="3403" y="7657"/>
                  </a:cubicBezTo>
                  <a:cubicBezTo>
                    <a:pt x="3520" y="7692"/>
                    <a:pt x="3637" y="7709"/>
                    <a:pt x="3752" y="7709"/>
                  </a:cubicBezTo>
                  <a:cubicBezTo>
                    <a:pt x="4263" y="7709"/>
                    <a:pt x="4736" y="7383"/>
                    <a:pt x="4916" y="6869"/>
                  </a:cubicBezTo>
                  <a:lnTo>
                    <a:pt x="7846" y="6869"/>
                  </a:lnTo>
                  <a:cubicBezTo>
                    <a:pt x="8017" y="7384"/>
                    <a:pt x="8513" y="7708"/>
                    <a:pt x="9036" y="7708"/>
                  </a:cubicBezTo>
                  <a:cubicBezTo>
                    <a:pt x="9185" y="7708"/>
                    <a:pt x="9337" y="7682"/>
                    <a:pt x="9484" y="7626"/>
                  </a:cubicBezTo>
                  <a:cubicBezTo>
                    <a:pt x="9799" y="7500"/>
                    <a:pt x="10082" y="7216"/>
                    <a:pt x="10145" y="6869"/>
                  </a:cubicBezTo>
                  <a:close/>
                  <a:moveTo>
                    <a:pt x="8211" y="0"/>
                  </a:moveTo>
                  <a:cubicBezTo>
                    <a:pt x="8194" y="0"/>
                    <a:pt x="8177" y="1"/>
                    <a:pt x="8161" y="1"/>
                  </a:cubicBezTo>
                  <a:lnTo>
                    <a:pt x="4569" y="1"/>
                  </a:lnTo>
                  <a:cubicBezTo>
                    <a:pt x="3907" y="1"/>
                    <a:pt x="3309" y="569"/>
                    <a:pt x="3340" y="1230"/>
                  </a:cubicBezTo>
                  <a:lnTo>
                    <a:pt x="3340" y="1671"/>
                  </a:lnTo>
                  <a:lnTo>
                    <a:pt x="1261" y="1671"/>
                  </a:lnTo>
                  <a:cubicBezTo>
                    <a:pt x="599" y="1671"/>
                    <a:pt x="1" y="2207"/>
                    <a:pt x="1" y="2868"/>
                  </a:cubicBezTo>
                  <a:lnTo>
                    <a:pt x="1" y="5641"/>
                  </a:lnTo>
                  <a:cubicBezTo>
                    <a:pt x="1" y="6145"/>
                    <a:pt x="316" y="6617"/>
                    <a:pt x="820" y="6838"/>
                  </a:cubicBezTo>
                  <a:lnTo>
                    <a:pt x="820" y="11438"/>
                  </a:lnTo>
                  <a:cubicBezTo>
                    <a:pt x="820" y="12067"/>
                    <a:pt x="1333" y="12639"/>
                    <a:pt x="1953" y="12639"/>
                  </a:cubicBezTo>
                  <a:cubicBezTo>
                    <a:pt x="1984" y="12639"/>
                    <a:pt x="2016" y="12638"/>
                    <a:pt x="2049" y="12635"/>
                  </a:cubicBezTo>
                  <a:lnTo>
                    <a:pt x="10587" y="12635"/>
                  </a:lnTo>
                  <a:cubicBezTo>
                    <a:pt x="11248" y="12635"/>
                    <a:pt x="11847" y="12099"/>
                    <a:pt x="11815" y="11438"/>
                  </a:cubicBezTo>
                  <a:lnTo>
                    <a:pt x="11815" y="6838"/>
                  </a:lnTo>
                  <a:cubicBezTo>
                    <a:pt x="12288" y="6680"/>
                    <a:pt x="12634" y="6208"/>
                    <a:pt x="12634" y="5641"/>
                  </a:cubicBezTo>
                  <a:lnTo>
                    <a:pt x="12634" y="2868"/>
                  </a:lnTo>
                  <a:cubicBezTo>
                    <a:pt x="12666" y="2207"/>
                    <a:pt x="12130" y="1640"/>
                    <a:pt x="11469" y="1640"/>
                  </a:cubicBezTo>
                  <a:lnTo>
                    <a:pt x="9358" y="1640"/>
                  </a:lnTo>
                  <a:lnTo>
                    <a:pt x="9358" y="1230"/>
                  </a:lnTo>
                  <a:cubicBezTo>
                    <a:pt x="9358" y="585"/>
                    <a:pt x="8849" y="0"/>
                    <a:pt x="8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46"/>
            <p:cNvSpPr/>
            <p:nvPr/>
          </p:nvSpPr>
          <p:spPr>
            <a:xfrm>
              <a:off x="-38583075" y="2527075"/>
              <a:ext cx="111075" cy="63050"/>
            </a:xfrm>
            <a:custGeom>
              <a:avLst/>
              <a:gdLst/>
              <a:ahLst/>
              <a:cxnLst/>
              <a:rect l="l" t="t" r="r" b="b"/>
              <a:pathLst>
                <a:path w="4443" h="2522" extrusionOk="0">
                  <a:moveTo>
                    <a:pt x="3592" y="851"/>
                  </a:moveTo>
                  <a:lnTo>
                    <a:pt x="3592" y="1670"/>
                  </a:lnTo>
                  <a:lnTo>
                    <a:pt x="819" y="1670"/>
                  </a:lnTo>
                  <a:lnTo>
                    <a:pt x="819" y="851"/>
                  </a:lnTo>
                  <a:close/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112"/>
                  </a:lnTo>
                  <a:cubicBezTo>
                    <a:pt x="0" y="2332"/>
                    <a:pt x="189" y="2521"/>
                    <a:pt x="441" y="2521"/>
                  </a:cubicBezTo>
                  <a:lnTo>
                    <a:pt x="4033" y="2521"/>
                  </a:lnTo>
                  <a:cubicBezTo>
                    <a:pt x="4253" y="2521"/>
                    <a:pt x="4442" y="2332"/>
                    <a:pt x="4442" y="2112"/>
                  </a:cubicBezTo>
                  <a:lnTo>
                    <a:pt x="4442" y="442"/>
                  </a:lnTo>
                  <a:cubicBezTo>
                    <a:pt x="4411" y="221"/>
                    <a:pt x="4253" y="1"/>
                    <a:pt x="40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7" name="Google Shape;3037;p146"/>
          <p:cNvGrpSpPr/>
          <p:nvPr/>
        </p:nvGrpSpPr>
        <p:grpSpPr>
          <a:xfrm>
            <a:off x="2464950" y="1416475"/>
            <a:ext cx="4271100" cy="251113"/>
            <a:chOff x="2464950" y="1416475"/>
            <a:chExt cx="4271100" cy="251113"/>
          </a:xfrm>
        </p:grpSpPr>
        <p:cxnSp>
          <p:nvCxnSpPr>
            <p:cNvPr id="3038" name="Google Shape;3038;p146"/>
            <p:cNvCxnSpPr/>
            <p:nvPr/>
          </p:nvCxnSpPr>
          <p:spPr>
            <a:xfrm>
              <a:off x="2464950" y="1424200"/>
              <a:ext cx="4271100" cy="12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39" name="Google Shape;3039;p146"/>
            <p:cNvCxnSpPr>
              <a:stCxn id="3023" idx="0"/>
            </p:cNvCxnSpPr>
            <p:nvPr/>
          </p:nvCxnSpPr>
          <p:spPr>
            <a:xfrm rot="10800000">
              <a:off x="2474550" y="1416475"/>
              <a:ext cx="0" cy="2421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40" name="Google Shape;3040;p146"/>
            <p:cNvCxnSpPr/>
            <p:nvPr/>
          </p:nvCxnSpPr>
          <p:spPr>
            <a:xfrm rot="10800000">
              <a:off x="6726450" y="1425488"/>
              <a:ext cx="0" cy="2421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41" name="Google Shape;3041;p146"/>
            <p:cNvCxnSpPr/>
            <p:nvPr/>
          </p:nvCxnSpPr>
          <p:spPr>
            <a:xfrm rot="10800000">
              <a:off x="4572000" y="1425488"/>
              <a:ext cx="0" cy="2421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C8A591"/>
      </a:dk2>
      <a:lt2>
        <a:srgbClr val="FFFFFF"/>
      </a:lt2>
      <a:accent1>
        <a:srgbClr val="A0A299"/>
      </a:accent1>
      <a:accent2>
        <a:srgbClr val="40474B"/>
      </a:accent2>
      <a:accent3>
        <a:srgbClr val="C8A591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967</Words>
  <Application>Microsoft Office PowerPoint</Application>
  <PresentationFormat>Экран (16:9)</PresentationFormat>
  <Paragraphs>140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Glass Antiqua</vt:lpstr>
      <vt:lpstr>Manjari</vt:lpstr>
      <vt:lpstr>Hammersmith One</vt:lpstr>
      <vt:lpstr>Roboto Condensed Light</vt:lpstr>
      <vt:lpstr>Ubuntu</vt:lpstr>
      <vt:lpstr>Elegant Education Pack for Students XL by Slidesgo</vt:lpstr>
      <vt:lpstr>Elegant Education  Pack for Students </vt:lpstr>
      <vt:lpstr>Content of this template</vt:lpstr>
      <vt:lpstr>Table of contents</vt:lpstr>
      <vt:lpstr>Table of contents</vt:lpstr>
      <vt:lpstr>Change your background in Google Meet</vt:lpstr>
      <vt:lpstr>Change your background in Google Meet</vt:lpstr>
      <vt:lpstr>During a video call</vt:lpstr>
      <vt:lpstr>Change your background in Zoom</vt:lpstr>
      <vt:lpstr>School rules</vt:lpstr>
      <vt:lpstr>Do not forget</vt:lpstr>
      <vt:lpstr>What materials should I bring to class?</vt:lpstr>
      <vt:lpstr>Презентация PowerPoint</vt:lpstr>
      <vt:lpstr>Organize your tasks</vt:lpstr>
      <vt:lpstr>Infographic</vt:lpstr>
      <vt:lpstr>Infographic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Education  Pack for Students </dc:title>
  <dc:creator>Oribjonov Afzalbek</dc:creator>
  <cp:lastModifiedBy>Oribjonov Afzalbek</cp:lastModifiedBy>
  <cp:revision>1</cp:revision>
  <dcterms:modified xsi:type="dcterms:W3CDTF">2026-03-30T20:26:34Z</dcterms:modified>
</cp:coreProperties>
</file>