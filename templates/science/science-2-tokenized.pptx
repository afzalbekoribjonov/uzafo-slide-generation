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6" r:id="rId15"/>
    <p:sldId id="277" r:id="rId16"/>
    <p:sldId id="278" r:id="rId17"/>
    <p:sldId id="279" r:id="rId18"/>
    <p:sldId id="281" r:id="rId19"/>
    <p:sldId id="282" r:id="rId20"/>
    <p:sldId id="283" r:id="rId21"/>
    <p:sldId id="285" r:id="rId22"/>
  </p:sldIdLst>
  <p:sldSz cx="9144000" cy="5143500" type="screen16x9"/>
  <p:notesSz cx="6858000" cy="9144000"/>
  <p:embeddedFontLst>
    <p:embeddedFont>
      <p:font typeface="Bebas Neue" panose="020B0604020202020204" charset="0"/>
      <p:regular r:id="rId24"/>
    </p:embeddedFont>
    <p:embeddedFont>
      <p:font typeface="Roboto Slab" panose="020B0604020202020204" charset="0"/>
      <p:regular r:id="rId25"/>
      <p:bold r:id="rId26"/>
    </p:embeddedFont>
    <p:embeddedFont>
      <p:font typeface="IBM Plex Sans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7AB0E-5B80-4150-B330-EE2EDAFC962B}">
  <a:tblStyle styleId="{3CD7AB0E-5B80-4150-B330-EE2EDAFC96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39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17231480a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17231480a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17231480a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17231480ab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d123962f5a_1_277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d123962f5a_1_277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17b871a4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17b871a4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d123962f5a_1_27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d123962f5a_1_27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dd46dd1d67_2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dd46dd1d67_2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17b8719ec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17b8719ec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340135a08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340135a08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13dfeee94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13dfeee94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17d1415e7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17d1415e7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d123962f5a_1_27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d123962f5a_1_27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1dd46dd1d67_2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1dd46dd1d67_2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740375"/>
            <a:ext cx="5958900" cy="21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922176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 flipH="1">
            <a:off x="0" y="4319675"/>
            <a:ext cx="9144000" cy="287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 flipH="1">
            <a:off x="0" y="4604475"/>
            <a:ext cx="9144000" cy="5556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3" flipH="1">
            <a:off x="7435183" y="207109"/>
            <a:ext cx="970183" cy="1019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246350" y="2147650"/>
            <a:ext cx="4184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6994975" y="1025775"/>
            <a:ext cx="1435800" cy="12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5404025" y="3079825"/>
            <a:ext cx="3026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/>
          <p:nvPr/>
        </p:nvSpPr>
        <p:spPr>
          <a:xfrm rot="10800000" flipH="1">
            <a:off x="0" y="4319675"/>
            <a:ext cx="9144000" cy="287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 flipH="1">
            <a:off x="0" y="4604475"/>
            <a:ext cx="9144000" cy="5556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726675" y="1510850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747375" y="1510850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116650" y="993150"/>
            <a:ext cx="4910700" cy="9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116650" y="1822650"/>
            <a:ext cx="4910700" cy="15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/>
          <p:nvPr/>
        </p:nvSpPr>
        <p:spPr>
          <a:xfrm rot="10800000" flipH="1">
            <a:off x="0" y="4319675"/>
            <a:ext cx="9144000" cy="287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/>
          <p:nvPr/>
        </p:nvSpPr>
        <p:spPr>
          <a:xfrm rot="10800000" flipH="1">
            <a:off x="0" y="4604475"/>
            <a:ext cx="9144000" cy="5556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1622449" y="18011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20125"/>
            <a:ext cx="9012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3"/>
          </p:nvPr>
        </p:nvSpPr>
        <p:spPr>
          <a:xfrm>
            <a:off x="1622450" y="14201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4"/>
          </p:nvPr>
        </p:nvSpPr>
        <p:spPr>
          <a:xfrm>
            <a:off x="1622449" y="282926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2448275"/>
            <a:ext cx="9012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6"/>
          </p:nvPr>
        </p:nvSpPr>
        <p:spPr>
          <a:xfrm>
            <a:off x="1622450" y="244826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7"/>
          </p:nvPr>
        </p:nvSpPr>
        <p:spPr>
          <a:xfrm>
            <a:off x="1622449" y="38574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8" hasCustomPrompt="1"/>
          </p:nvPr>
        </p:nvSpPr>
        <p:spPr>
          <a:xfrm>
            <a:off x="713225" y="3476425"/>
            <a:ext cx="9012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1622450" y="34764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5373024" y="18011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4" hasCustomPrompt="1"/>
          </p:nvPr>
        </p:nvSpPr>
        <p:spPr>
          <a:xfrm>
            <a:off x="4463800" y="1420125"/>
            <a:ext cx="9012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5"/>
          </p:nvPr>
        </p:nvSpPr>
        <p:spPr>
          <a:xfrm>
            <a:off x="5373025" y="14201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6"/>
          </p:nvPr>
        </p:nvSpPr>
        <p:spPr>
          <a:xfrm>
            <a:off x="5373024" y="282926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17" hasCustomPrompt="1"/>
          </p:nvPr>
        </p:nvSpPr>
        <p:spPr>
          <a:xfrm>
            <a:off x="4463800" y="2448275"/>
            <a:ext cx="9012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8"/>
          </p:nvPr>
        </p:nvSpPr>
        <p:spPr>
          <a:xfrm>
            <a:off x="5373025" y="244826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9"/>
          </p:nvPr>
        </p:nvSpPr>
        <p:spPr>
          <a:xfrm>
            <a:off x="5373024" y="38574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0" hasCustomPrompt="1"/>
          </p:nvPr>
        </p:nvSpPr>
        <p:spPr>
          <a:xfrm>
            <a:off x="4463800" y="3476425"/>
            <a:ext cx="9012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21"/>
          </p:nvPr>
        </p:nvSpPr>
        <p:spPr>
          <a:xfrm>
            <a:off x="5373025" y="34764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3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713225" y="3100300"/>
            <a:ext cx="53178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1"/>
          </p:nvPr>
        </p:nvSpPr>
        <p:spPr>
          <a:xfrm>
            <a:off x="713225" y="691900"/>
            <a:ext cx="53178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5" name="Google Shape;85;p14"/>
          <p:cNvSpPr/>
          <p:nvPr/>
        </p:nvSpPr>
        <p:spPr>
          <a:xfrm rot="10800000" flipH="1">
            <a:off x="0" y="4319675"/>
            <a:ext cx="9144000" cy="287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/>
          <p:nvPr/>
        </p:nvSpPr>
        <p:spPr>
          <a:xfrm rot="10800000" flipH="1">
            <a:off x="0" y="4604475"/>
            <a:ext cx="9144000" cy="5556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720000" y="1188163"/>
            <a:ext cx="2770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ubTitle" idx="1"/>
          </p:nvPr>
        </p:nvSpPr>
        <p:spPr>
          <a:xfrm>
            <a:off x="720000" y="1943888"/>
            <a:ext cx="2770800" cy="11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/>
          <p:nvPr/>
        </p:nvSpPr>
        <p:spPr>
          <a:xfrm rot="10800000" flipH="1">
            <a:off x="0" y="4604475"/>
            <a:ext cx="9144000" cy="5556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´</a:t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 rot="10800000" flipH="1">
            <a:off x="0" y="4319675"/>
            <a:ext cx="9144000" cy="287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ubTitle" idx="1"/>
          </p:nvPr>
        </p:nvSpPr>
        <p:spPr>
          <a:xfrm>
            <a:off x="720025" y="1584891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2"/>
          </p:nvPr>
        </p:nvSpPr>
        <p:spPr>
          <a:xfrm>
            <a:off x="720025" y="278127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3"/>
          </p:nvPr>
        </p:nvSpPr>
        <p:spPr>
          <a:xfrm>
            <a:off x="720025" y="397797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4"/>
          </p:nvPr>
        </p:nvSpPr>
        <p:spPr>
          <a:xfrm>
            <a:off x="720025" y="1215220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5"/>
          </p:nvPr>
        </p:nvSpPr>
        <p:spPr>
          <a:xfrm>
            <a:off x="720025" y="240027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6"/>
          </p:nvPr>
        </p:nvSpPr>
        <p:spPr>
          <a:xfrm>
            <a:off x="720025" y="359697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9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1"/>
          </p:nvPr>
        </p:nvSpPr>
        <p:spPr>
          <a:xfrm>
            <a:off x="713225" y="2590750"/>
            <a:ext cx="2393400" cy="19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ubTitle" idx="2"/>
          </p:nvPr>
        </p:nvSpPr>
        <p:spPr>
          <a:xfrm>
            <a:off x="3326375" y="2590750"/>
            <a:ext cx="2393400" cy="19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subTitle" idx="3"/>
          </p:nvPr>
        </p:nvSpPr>
        <p:spPr>
          <a:xfrm>
            <a:off x="5939525" y="2590750"/>
            <a:ext cx="2393400" cy="19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ubTitle" idx="4"/>
          </p:nvPr>
        </p:nvSpPr>
        <p:spPr>
          <a:xfrm>
            <a:off x="713225" y="2243750"/>
            <a:ext cx="2393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subTitle" idx="5"/>
          </p:nvPr>
        </p:nvSpPr>
        <p:spPr>
          <a:xfrm>
            <a:off x="3326375" y="2243750"/>
            <a:ext cx="2393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subTitle" idx="6"/>
          </p:nvPr>
        </p:nvSpPr>
        <p:spPr>
          <a:xfrm>
            <a:off x="5939525" y="2243750"/>
            <a:ext cx="2393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" name="Google Shape;126;p20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0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1"/>
          </p:nvPr>
        </p:nvSpPr>
        <p:spPr>
          <a:xfrm>
            <a:off x="1514175" y="1767600"/>
            <a:ext cx="255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2"/>
          </p:nvPr>
        </p:nvSpPr>
        <p:spPr>
          <a:xfrm>
            <a:off x="5864712" y="1767600"/>
            <a:ext cx="255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3"/>
          </p:nvPr>
        </p:nvSpPr>
        <p:spPr>
          <a:xfrm>
            <a:off x="1514175" y="3408262"/>
            <a:ext cx="255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4"/>
          </p:nvPr>
        </p:nvSpPr>
        <p:spPr>
          <a:xfrm>
            <a:off x="5864712" y="3408262"/>
            <a:ext cx="255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5"/>
          </p:nvPr>
        </p:nvSpPr>
        <p:spPr>
          <a:xfrm>
            <a:off x="1514175" y="1462800"/>
            <a:ext cx="25593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6"/>
          </p:nvPr>
        </p:nvSpPr>
        <p:spPr>
          <a:xfrm>
            <a:off x="5864712" y="1462800"/>
            <a:ext cx="25593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7"/>
          </p:nvPr>
        </p:nvSpPr>
        <p:spPr>
          <a:xfrm>
            <a:off x="1514175" y="3103462"/>
            <a:ext cx="25593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8"/>
          </p:nvPr>
        </p:nvSpPr>
        <p:spPr>
          <a:xfrm>
            <a:off x="5864712" y="3103462"/>
            <a:ext cx="25593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1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6_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subTitle" idx="1"/>
          </p:nvPr>
        </p:nvSpPr>
        <p:spPr>
          <a:xfrm>
            <a:off x="720025" y="2038222"/>
            <a:ext cx="32064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ubTitle" idx="2"/>
          </p:nvPr>
        </p:nvSpPr>
        <p:spPr>
          <a:xfrm>
            <a:off x="5217595" y="2038222"/>
            <a:ext cx="32064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subTitle" idx="3"/>
          </p:nvPr>
        </p:nvSpPr>
        <p:spPr>
          <a:xfrm>
            <a:off x="720000" y="3509972"/>
            <a:ext cx="32064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4"/>
          </p:nvPr>
        </p:nvSpPr>
        <p:spPr>
          <a:xfrm>
            <a:off x="720024" y="1678538"/>
            <a:ext cx="3206400" cy="4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5"/>
          </p:nvPr>
        </p:nvSpPr>
        <p:spPr>
          <a:xfrm>
            <a:off x="5217589" y="1678538"/>
            <a:ext cx="3206400" cy="4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6"/>
          </p:nvPr>
        </p:nvSpPr>
        <p:spPr>
          <a:xfrm>
            <a:off x="720013" y="3150288"/>
            <a:ext cx="3206400" cy="4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7"/>
          </p:nvPr>
        </p:nvSpPr>
        <p:spPr>
          <a:xfrm>
            <a:off x="5217575" y="3509972"/>
            <a:ext cx="32064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8"/>
          </p:nvPr>
        </p:nvSpPr>
        <p:spPr>
          <a:xfrm>
            <a:off x="5217588" y="3150288"/>
            <a:ext cx="3206400" cy="4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7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1"/>
          </p:nvPr>
        </p:nvSpPr>
        <p:spPr>
          <a:xfrm>
            <a:off x="2146113" y="20730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2"/>
          </p:nvPr>
        </p:nvSpPr>
        <p:spPr>
          <a:xfrm>
            <a:off x="5011887" y="20730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3"/>
          </p:nvPr>
        </p:nvSpPr>
        <p:spPr>
          <a:xfrm>
            <a:off x="713227" y="3427025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ubTitle" idx="4"/>
          </p:nvPr>
        </p:nvSpPr>
        <p:spPr>
          <a:xfrm>
            <a:off x="3579000" y="3427025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subTitle" idx="5"/>
          </p:nvPr>
        </p:nvSpPr>
        <p:spPr>
          <a:xfrm>
            <a:off x="6444773" y="3427025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6"/>
          </p:nvPr>
        </p:nvSpPr>
        <p:spPr>
          <a:xfrm>
            <a:off x="2150013" y="17327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ubTitle" idx="7"/>
          </p:nvPr>
        </p:nvSpPr>
        <p:spPr>
          <a:xfrm>
            <a:off x="5015787" y="17327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subTitle" idx="8"/>
          </p:nvPr>
        </p:nvSpPr>
        <p:spPr>
          <a:xfrm>
            <a:off x="717127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subTitle" idx="9"/>
          </p:nvPr>
        </p:nvSpPr>
        <p:spPr>
          <a:xfrm>
            <a:off x="3582900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subTitle" idx="13"/>
          </p:nvPr>
        </p:nvSpPr>
        <p:spPr>
          <a:xfrm>
            <a:off x="6448673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" name="Google Shape;164;p23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3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title"/>
          </p:nvPr>
        </p:nvSpPr>
        <p:spPr>
          <a:xfrm>
            <a:off x="713225" y="2147650"/>
            <a:ext cx="4184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025775"/>
            <a:ext cx="1435800" cy="12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1"/>
          </p:nvPr>
        </p:nvSpPr>
        <p:spPr>
          <a:xfrm>
            <a:off x="713225" y="3079825"/>
            <a:ext cx="3026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5"/>
          <p:cNvSpPr/>
          <p:nvPr/>
        </p:nvSpPr>
        <p:spPr>
          <a:xfrm rot="10800000" flipH="1">
            <a:off x="0" y="4319675"/>
            <a:ext cx="9144000" cy="287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5"/>
          <p:cNvSpPr/>
          <p:nvPr/>
        </p:nvSpPr>
        <p:spPr>
          <a:xfrm rot="10800000" flipH="1">
            <a:off x="0" y="4604475"/>
            <a:ext cx="9144000" cy="5556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7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608429">
            <a:off x="7695265" y="3202928"/>
            <a:ext cx="1144821" cy="113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 rot="10800000" flipH="1">
            <a:off x="0" y="4929675"/>
            <a:ext cx="9144000" cy="230400"/>
          </a:xfrm>
          <a:prstGeom prst="rect">
            <a:avLst/>
          </a:prstGeom>
          <a:solidFill>
            <a:srgbClr val="B2D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8"/>
          <p:cNvSpPr/>
          <p:nvPr/>
        </p:nvSpPr>
        <p:spPr>
          <a:xfrm rot="10800000" flipH="1">
            <a:off x="0" y="4811596"/>
            <a:ext cx="9144000" cy="119100"/>
          </a:xfrm>
          <a:prstGeom prst="rect">
            <a:avLst/>
          </a:prstGeom>
          <a:solidFill>
            <a:srgbClr val="D0E7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" name="Google Shape;19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7349461" flipH="1">
            <a:off x="7796558" y="173183"/>
            <a:ext cx="970183" cy="1019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76" y="3747700"/>
            <a:ext cx="1285625" cy="119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oboto Slab"/>
              <a:buNone/>
              <a:defRPr sz="35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8" r:id="rId7"/>
    <p:sldLayoutId id="2147483659" r:id="rId8"/>
    <p:sldLayoutId id="2147483660" r:id="rId9"/>
    <p:sldLayoutId id="2147483662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1" r:id="rId16"/>
    <p:sldLayoutId id="2147483673" r:id="rId17"/>
    <p:sldLayoutId id="2147483674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fDzUg7QcRa43IUVcIOE8lT4hmBIeeJZVcnz0MlXNLU/cop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fDzUg7QcRa43IUVcIOE8lT4hmBIeeJZVcnz0MlXNLU/copy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>
            <a:spLocks noGrp="1"/>
          </p:cNvSpPr>
          <p:nvPr>
            <p:ph type="ctrTitle"/>
          </p:nvPr>
        </p:nvSpPr>
        <p:spPr>
          <a:xfrm>
            <a:off x="713225" y="740375"/>
            <a:ext cx="5958900" cy="21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07" name="Google Shape;207;p32"/>
          <p:cNvSpPr txBox="1">
            <a:spLocks noGrp="1"/>
          </p:cNvSpPr>
          <p:nvPr>
            <p:ph type="subTitle" idx="1"/>
          </p:nvPr>
        </p:nvSpPr>
        <p:spPr>
          <a:xfrm>
            <a:off x="713225" y="2922176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[[subtitle]]</a:t>
            </a:r>
          </a:p>
        </p:txBody>
      </p:sp>
      <p:pic>
        <p:nvPicPr>
          <p:cNvPr id="208" name="Google Shape;208;p32"/>
          <p:cNvPicPr preferRelativeResize="0"/>
          <p:nvPr/>
        </p:nvPicPr>
        <p:blipFill rotWithShape="1">
          <a:blip r:embed="rId3">
            <a:alphaModFix/>
          </a:blip>
          <a:srcRect l="-3740" r="-3740"/>
          <a:stretch/>
        </p:blipFill>
        <p:spPr>
          <a:xfrm>
            <a:off x="6463675" y="1568696"/>
            <a:ext cx="2043301" cy="3046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32"/>
          <p:cNvCxnSpPr/>
          <p:nvPr/>
        </p:nvCxnSpPr>
        <p:spPr>
          <a:xfrm>
            <a:off x="821725" y="2901300"/>
            <a:ext cx="353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0" name="Google Shape;21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8576" y="3418075"/>
            <a:ext cx="1285625" cy="119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6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[[toc_title]]</a:t>
            </a:r>
          </a:p>
        </p:txBody>
      </p:sp>
      <p:sp>
        <p:nvSpPr>
          <p:cNvPr id="225" name="Google Shape;225;p34"/>
          <p:cNvSpPr txBox="1">
            <a:spLocks noGrp="1"/>
          </p:cNvSpPr>
          <p:nvPr>
            <p:ph type="subTitle" idx="1"/>
          </p:nvPr>
        </p:nvSpPr>
        <p:spPr>
          <a:xfrm>
            <a:off x="1622449" y="18011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[[section_1_desc]]</a:t>
            </a:r>
          </a:p>
        </p:txBody>
      </p:sp>
      <p:sp>
        <p:nvSpPr>
          <p:cNvPr id="226" name="Google Shape;226;p34"/>
          <p:cNvSpPr txBox="1">
            <a:spLocks noGrp="1"/>
          </p:cNvSpPr>
          <p:nvPr>
            <p:ph type="title" idx="2"/>
          </p:nvPr>
        </p:nvSpPr>
        <p:spPr>
          <a:xfrm>
            <a:off x="713225" y="1420125"/>
            <a:ext cx="9012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7" name="Google Shape;227;p34"/>
          <p:cNvSpPr txBox="1">
            <a:spLocks noGrp="1"/>
          </p:cNvSpPr>
          <p:nvPr>
            <p:ph type="subTitle" idx="3"/>
          </p:nvPr>
        </p:nvSpPr>
        <p:spPr>
          <a:xfrm>
            <a:off x="1622450" y="14201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[[section_1_title]]</a:t>
            </a:r>
          </a:p>
        </p:txBody>
      </p:sp>
      <p:sp>
        <p:nvSpPr>
          <p:cNvPr id="228" name="Google Shape;228;p34"/>
          <p:cNvSpPr txBox="1">
            <a:spLocks noGrp="1"/>
          </p:cNvSpPr>
          <p:nvPr>
            <p:ph type="subTitle" idx="4"/>
          </p:nvPr>
        </p:nvSpPr>
        <p:spPr>
          <a:xfrm>
            <a:off x="1622449" y="282926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[[section_2_desc]]</a:t>
            </a:r>
          </a:p>
        </p:txBody>
      </p:sp>
      <p:sp>
        <p:nvSpPr>
          <p:cNvPr id="229" name="Google Shape;229;p34"/>
          <p:cNvSpPr txBox="1">
            <a:spLocks noGrp="1"/>
          </p:cNvSpPr>
          <p:nvPr>
            <p:ph type="title" idx="5"/>
          </p:nvPr>
        </p:nvSpPr>
        <p:spPr>
          <a:xfrm>
            <a:off x="713225" y="2448275"/>
            <a:ext cx="9012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30" name="Google Shape;230;p34"/>
          <p:cNvSpPr txBox="1">
            <a:spLocks noGrp="1"/>
          </p:cNvSpPr>
          <p:nvPr>
            <p:ph type="subTitle" idx="6"/>
          </p:nvPr>
        </p:nvSpPr>
        <p:spPr>
          <a:xfrm>
            <a:off x="1622450" y="244826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[[section_2_title]]</a:t>
            </a:r>
          </a:p>
        </p:txBody>
      </p:sp>
      <p:sp>
        <p:nvSpPr>
          <p:cNvPr id="231" name="Google Shape;231;p34"/>
          <p:cNvSpPr txBox="1">
            <a:spLocks noGrp="1"/>
          </p:cNvSpPr>
          <p:nvPr>
            <p:ph type="subTitle" idx="7"/>
          </p:nvPr>
        </p:nvSpPr>
        <p:spPr>
          <a:xfrm>
            <a:off x="1622449" y="38574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[[section_3_desc]]</a:t>
            </a:r>
          </a:p>
        </p:txBody>
      </p:sp>
      <p:sp>
        <p:nvSpPr>
          <p:cNvPr id="232" name="Google Shape;232;p34"/>
          <p:cNvSpPr txBox="1">
            <a:spLocks noGrp="1"/>
          </p:cNvSpPr>
          <p:nvPr>
            <p:ph type="title" idx="8"/>
          </p:nvPr>
        </p:nvSpPr>
        <p:spPr>
          <a:xfrm>
            <a:off x="713225" y="3476425"/>
            <a:ext cx="9012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subTitle" idx="9"/>
          </p:nvPr>
        </p:nvSpPr>
        <p:spPr>
          <a:xfrm>
            <a:off x="1622450" y="34764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[[section_3_title]]</a:t>
            </a:r>
          </a:p>
        </p:txBody>
      </p:sp>
      <p:sp>
        <p:nvSpPr>
          <p:cNvPr id="234" name="Google Shape;234;p34"/>
          <p:cNvSpPr txBox="1">
            <a:spLocks noGrp="1"/>
          </p:cNvSpPr>
          <p:nvPr>
            <p:ph type="subTitle" idx="13"/>
          </p:nvPr>
        </p:nvSpPr>
        <p:spPr>
          <a:xfrm>
            <a:off x="5373024" y="18011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[[section_4_desc]]</a:t>
            </a:r>
          </a:p>
        </p:txBody>
      </p:sp>
      <p:sp>
        <p:nvSpPr>
          <p:cNvPr id="235" name="Google Shape;235;p34"/>
          <p:cNvSpPr txBox="1">
            <a:spLocks noGrp="1"/>
          </p:cNvSpPr>
          <p:nvPr>
            <p:ph type="title" idx="14"/>
          </p:nvPr>
        </p:nvSpPr>
        <p:spPr>
          <a:xfrm>
            <a:off x="4463800" y="1420125"/>
            <a:ext cx="9012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36" name="Google Shape;236;p34"/>
          <p:cNvSpPr txBox="1">
            <a:spLocks noGrp="1"/>
          </p:cNvSpPr>
          <p:nvPr>
            <p:ph type="subTitle" idx="15"/>
          </p:nvPr>
        </p:nvSpPr>
        <p:spPr>
          <a:xfrm>
            <a:off x="5373025" y="14201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[[section_4_title]]</a:t>
            </a:r>
          </a:p>
        </p:txBody>
      </p:sp>
      <p:sp>
        <p:nvSpPr>
          <p:cNvPr id="237" name="Google Shape;237;p34"/>
          <p:cNvSpPr txBox="1">
            <a:spLocks noGrp="1"/>
          </p:cNvSpPr>
          <p:nvPr>
            <p:ph type="subTitle" idx="16"/>
          </p:nvPr>
        </p:nvSpPr>
        <p:spPr>
          <a:xfrm>
            <a:off x="5373024" y="282926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[[section_5_desc]]</a:t>
            </a:r>
          </a:p>
        </p:txBody>
      </p:sp>
      <p:sp>
        <p:nvSpPr>
          <p:cNvPr id="238" name="Google Shape;238;p34"/>
          <p:cNvSpPr txBox="1">
            <a:spLocks noGrp="1"/>
          </p:cNvSpPr>
          <p:nvPr>
            <p:ph type="title" idx="17"/>
          </p:nvPr>
        </p:nvSpPr>
        <p:spPr>
          <a:xfrm>
            <a:off x="4463800" y="2448275"/>
            <a:ext cx="9012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18"/>
          </p:nvPr>
        </p:nvSpPr>
        <p:spPr>
          <a:xfrm>
            <a:off x="5373025" y="244826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[[section_5_title]]</a:t>
            </a:r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19"/>
          </p:nvPr>
        </p:nvSpPr>
        <p:spPr>
          <a:xfrm>
            <a:off x="5373024" y="38574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[[section_6_desc]]</a:t>
            </a:r>
          </a:p>
        </p:txBody>
      </p:sp>
      <p:sp>
        <p:nvSpPr>
          <p:cNvPr id="241" name="Google Shape;241;p34"/>
          <p:cNvSpPr txBox="1">
            <a:spLocks noGrp="1"/>
          </p:cNvSpPr>
          <p:nvPr>
            <p:ph type="title" idx="20"/>
          </p:nvPr>
        </p:nvSpPr>
        <p:spPr>
          <a:xfrm>
            <a:off x="4463800" y="3476425"/>
            <a:ext cx="901200" cy="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42" name="Google Shape;242;p34"/>
          <p:cNvSpPr txBox="1">
            <a:spLocks noGrp="1"/>
          </p:cNvSpPr>
          <p:nvPr>
            <p:ph type="subTitle" idx="21"/>
          </p:nvPr>
        </p:nvSpPr>
        <p:spPr>
          <a:xfrm>
            <a:off x="5373025" y="34764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[[section_6_title]]</a:t>
            </a:r>
          </a:p>
        </p:txBody>
      </p:sp>
      <p:pic>
        <p:nvPicPr>
          <p:cNvPr id="243" name="Google Shape;24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861128">
            <a:off x="7770065" y="298027"/>
            <a:ext cx="1144821" cy="11355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34"/>
          <p:cNvCxnSpPr/>
          <p:nvPr/>
        </p:nvCxnSpPr>
        <p:spPr>
          <a:xfrm>
            <a:off x="851375" y="2189862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34"/>
          <p:cNvCxnSpPr/>
          <p:nvPr/>
        </p:nvCxnSpPr>
        <p:spPr>
          <a:xfrm>
            <a:off x="851375" y="3219593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34"/>
          <p:cNvCxnSpPr/>
          <p:nvPr/>
        </p:nvCxnSpPr>
        <p:spPr>
          <a:xfrm>
            <a:off x="851375" y="4249325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p34"/>
          <p:cNvCxnSpPr/>
          <p:nvPr/>
        </p:nvCxnSpPr>
        <p:spPr>
          <a:xfrm>
            <a:off x="4601950" y="2189862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34"/>
          <p:cNvCxnSpPr/>
          <p:nvPr/>
        </p:nvCxnSpPr>
        <p:spPr>
          <a:xfrm>
            <a:off x="4601950" y="4249325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34"/>
          <p:cNvCxnSpPr/>
          <p:nvPr/>
        </p:nvCxnSpPr>
        <p:spPr>
          <a:xfrm>
            <a:off x="4601950" y="3219593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>
            <a:spLocks noGrp="1"/>
          </p:cNvSpPr>
          <p:nvPr>
            <p:ph type="title"/>
          </p:nvPr>
        </p:nvSpPr>
        <p:spPr>
          <a:xfrm>
            <a:off x="3383280" y="2147650"/>
            <a:ext cx="504747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[[</a:t>
            </a:r>
            <a:r>
              <a:rPr dirty="0" err="1"/>
              <a:t>section_title</a:t>
            </a:r>
            <a:r>
              <a:rPr dirty="0"/>
              <a:t>]]</a:t>
            </a:r>
          </a:p>
        </p:txBody>
      </p:sp>
      <p:sp>
        <p:nvSpPr>
          <p:cNvPr id="255" name="Google Shape;255;p35"/>
          <p:cNvSpPr txBox="1">
            <a:spLocks noGrp="1"/>
          </p:cNvSpPr>
          <p:nvPr>
            <p:ph type="subTitle" idx="1"/>
          </p:nvPr>
        </p:nvSpPr>
        <p:spPr>
          <a:xfrm>
            <a:off x="5404050" y="3530325"/>
            <a:ext cx="3026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[[</a:t>
            </a:r>
            <a:r>
              <a:rPr dirty="0" err="1"/>
              <a:t>section_subtitle</a:t>
            </a:r>
            <a:r>
              <a:rPr dirty="0"/>
              <a:t>]]</a:t>
            </a:r>
          </a:p>
        </p:txBody>
      </p:sp>
      <p:sp>
        <p:nvSpPr>
          <p:cNvPr id="256" name="Google Shape;256;p35"/>
          <p:cNvSpPr txBox="1">
            <a:spLocks noGrp="1"/>
          </p:cNvSpPr>
          <p:nvPr>
            <p:ph type="title" idx="2"/>
          </p:nvPr>
        </p:nvSpPr>
        <p:spPr>
          <a:xfrm>
            <a:off x="6994975" y="1025775"/>
            <a:ext cx="1435800" cy="12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[[section_number]]</a:t>
            </a:r>
          </a:p>
        </p:txBody>
      </p:sp>
      <p:pic>
        <p:nvPicPr>
          <p:cNvPr id="257" name="Google Shape;25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75750" y="1250075"/>
            <a:ext cx="2889075" cy="335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4875" y="767450"/>
            <a:ext cx="1098550" cy="127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35"/>
          <p:cNvCxnSpPr/>
          <p:nvPr/>
        </p:nvCxnSpPr>
        <p:spPr>
          <a:xfrm>
            <a:off x="7209700" y="2169700"/>
            <a:ext cx="1198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>
            <a:spLocks noGrp="1"/>
          </p:cNvSpPr>
          <p:nvPr>
            <p:ph type="title"/>
          </p:nvPr>
        </p:nvSpPr>
        <p:spPr>
          <a:xfrm>
            <a:off x="2116650" y="682254"/>
            <a:ext cx="4910700" cy="9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dirty="0"/>
              <a:t>[[title]]</a:t>
            </a:r>
          </a:p>
        </p:txBody>
      </p:sp>
      <p:sp>
        <p:nvSpPr>
          <p:cNvPr id="265" name="Google Shape;265;p36"/>
          <p:cNvSpPr txBox="1">
            <a:spLocks noGrp="1"/>
          </p:cNvSpPr>
          <p:nvPr>
            <p:ph type="subTitle" idx="1"/>
          </p:nvPr>
        </p:nvSpPr>
        <p:spPr>
          <a:xfrm>
            <a:off x="2116650" y="2105100"/>
            <a:ext cx="4910700" cy="15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dirty="0"/>
              <a:t>[[body]]</a:t>
            </a:r>
          </a:p>
        </p:txBody>
      </p:sp>
      <p:pic>
        <p:nvPicPr>
          <p:cNvPr id="266" name="Google Shape;26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101948" flipH="1">
            <a:off x="759882" y="1412458"/>
            <a:ext cx="970183" cy="1019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7544555">
            <a:off x="7061485" y="1369702"/>
            <a:ext cx="1450379" cy="1109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273" name="Google Shape;273;p37"/>
          <p:cNvSpPr txBox="1">
            <a:spLocks noGrp="1"/>
          </p:cNvSpPr>
          <p:nvPr>
            <p:ph type="subTitle" idx="1"/>
          </p:nvPr>
        </p:nvSpPr>
        <p:spPr>
          <a:xfrm>
            <a:off x="720025" y="1584891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[[text_1]]</a:t>
            </a:r>
          </a:p>
        </p:txBody>
      </p:sp>
      <p:sp>
        <p:nvSpPr>
          <p:cNvPr id="274" name="Google Shape;274;p37"/>
          <p:cNvSpPr txBox="1">
            <a:spLocks noGrp="1"/>
          </p:cNvSpPr>
          <p:nvPr>
            <p:ph type="subTitle" idx="2"/>
          </p:nvPr>
        </p:nvSpPr>
        <p:spPr>
          <a:xfrm>
            <a:off x="720025" y="278127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[[text_2]]</a:t>
            </a:r>
          </a:p>
        </p:txBody>
      </p:sp>
      <p:sp>
        <p:nvSpPr>
          <p:cNvPr id="275" name="Google Shape;275;p37"/>
          <p:cNvSpPr txBox="1">
            <a:spLocks noGrp="1"/>
          </p:cNvSpPr>
          <p:nvPr>
            <p:ph type="subTitle" idx="3"/>
          </p:nvPr>
        </p:nvSpPr>
        <p:spPr>
          <a:xfrm>
            <a:off x="720025" y="397797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[[text_3]]</a:t>
            </a:r>
          </a:p>
        </p:txBody>
      </p:sp>
      <p:sp>
        <p:nvSpPr>
          <p:cNvPr id="276" name="Google Shape;276;p37"/>
          <p:cNvSpPr txBox="1">
            <a:spLocks noGrp="1"/>
          </p:cNvSpPr>
          <p:nvPr>
            <p:ph type="subTitle" idx="4"/>
          </p:nvPr>
        </p:nvSpPr>
        <p:spPr>
          <a:xfrm>
            <a:off x="720025" y="1215220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[[question_1]]</a:t>
            </a:r>
          </a:p>
        </p:txBody>
      </p:sp>
      <p:sp>
        <p:nvSpPr>
          <p:cNvPr id="277" name="Google Shape;277;p37"/>
          <p:cNvSpPr txBox="1">
            <a:spLocks noGrp="1"/>
          </p:cNvSpPr>
          <p:nvPr>
            <p:ph type="subTitle" idx="5"/>
          </p:nvPr>
        </p:nvSpPr>
        <p:spPr>
          <a:xfrm>
            <a:off x="720025" y="240027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[[question_2]]</a:t>
            </a:r>
          </a:p>
        </p:txBody>
      </p:sp>
      <p:sp>
        <p:nvSpPr>
          <p:cNvPr id="278" name="Google Shape;278;p37"/>
          <p:cNvSpPr txBox="1">
            <a:spLocks noGrp="1"/>
          </p:cNvSpPr>
          <p:nvPr>
            <p:ph type="subTitle" idx="6"/>
          </p:nvPr>
        </p:nvSpPr>
        <p:spPr>
          <a:xfrm>
            <a:off x="720025" y="3596974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[[question_3]]</a:t>
            </a:r>
          </a:p>
        </p:txBody>
      </p:sp>
      <p:pic>
        <p:nvPicPr>
          <p:cNvPr id="279" name="Google Shape;27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035508">
            <a:off x="7693865" y="221827"/>
            <a:ext cx="1144821" cy="113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>
            <a:spLocks noGrp="1"/>
          </p:cNvSpPr>
          <p:nvPr>
            <p:ph type="subTitle" idx="1"/>
          </p:nvPr>
        </p:nvSpPr>
        <p:spPr>
          <a:xfrm>
            <a:off x="713225" y="691900"/>
            <a:ext cx="53178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dirty="0"/>
              <a:t>[[quote]]</a:t>
            </a:r>
          </a:p>
        </p:txBody>
      </p:sp>
      <p:sp>
        <p:nvSpPr>
          <p:cNvPr id="285" name="Google Shape;285;p38"/>
          <p:cNvSpPr txBox="1">
            <a:spLocks noGrp="1"/>
          </p:cNvSpPr>
          <p:nvPr>
            <p:ph type="title"/>
          </p:nvPr>
        </p:nvSpPr>
        <p:spPr>
          <a:xfrm>
            <a:off x="713225" y="3295616"/>
            <a:ext cx="53178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[[author]]</a:t>
            </a:r>
          </a:p>
        </p:txBody>
      </p:sp>
      <p:pic>
        <p:nvPicPr>
          <p:cNvPr id="286" name="Google Shape;28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8225" y="2937288"/>
            <a:ext cx="2270575" cy="16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84551" flipH="1">
            <a:off x="7354083" y="1515558"/>
            <a:ext cx="970183" cy="1019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337" name="Google Shape;337;p44"/>
          <p:cNvSpPr txBox="1"/>
          <p:nvPr/>
        </p:nvSpPr>
        <p:spPr>
          <a:xfrm>
            <a:off x="1921083" y="1106950"/>
            <a:ext cx="53019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[[current_situation_heading]]</a:t>
            </a:r>
          </a:p>
        </p:txBody>
      </p:sp>
      <p:sp>
        <p:nvSpPr>
          <p:cNvPr id="338" name="Google Shape;338;p44"/>
          <p:cNvSpPr txBox="1"/>
          <p:nvPr/>
        </p:nvSpPr>
        <p:spPr>
          <a:xfrm>
            <a:off x="1921025" y="1518850"/>
            <a:ext cx="530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[[current_situation_text]]</a:t>
            </a:r>
          </a:p>
        </p:txBody>
      </p:sp>
      <p:cxnSp>
        <p:nvCxnSpPr>
          <p:cNvPr id="339" name="Google Shape;339;p44"/>
          <p:cNvCxnSpPr/>
          <p:nvPr/>
        </p:nvCxnSpPr>
        <p:spPr>
          <a:xfrm>
            <a:off x="1744050" y="2765336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" name="Google Shape;340;p44"/>
          <p:cNvSpPr txBox="1">
            <a:spLocks noGrp="1"/>
          </p:cNvSpPr>
          <p:nvPr>
            <p:ph type="title" idx="4294967295"/>
          </p:nvPr>
        </p:nvSpPr>
        <p:spPr>
          <a:xfrm>
            <a:off x="1605900" y="2197574"/>
            <a:ext cx="9012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01</a:t>
            </a:r>
            <a:endParaRPr sz="3000" b="1"/>
          </a:p>
        </p:txBody>
      </p:sp>
      <p:sp>
        <p:nvSpPr>
          <p:cNvPr id="341" name="Google Shape;341;p44"/>
          <p:cNvSpPr txBox="1"/>
          <p:nvPr/>
        </p:nvSpPr>
        <p:spPr>
          <a:xfrm>
            <a:off x="1030673" y="2905999"/>
            <a:ext cx="20517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[[problem_1_heading]]</a:t>
            </a:r>
          </a:p>
        </p:txBody>
      </p:sp>
      <p:sp>
        <p:nvSpPr>
          <p:cNvPr id="342" name="Google Shape;342;p44"/>
          <p:cNvSpPr txBox="1"/>
          <p:nvPr/>
        </p:nvSpPr>
        <p:spPr>
          <a:xfrm>
            <a:off x="1030625" y="3189101"/>
            <a:ext cx="20517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[[problem_1_text]]</a:t>
            </a:r>
          </a:p>
        </p:txBody>
      </p:sp>
      <p:cxnSp>
        <p:nvCxnSpPr>
          <p:cNvPr id="343" name="Google Shape;343;p44"/>
          <p:cNvCxnSpPr/>
          <p:nvPr/>
        </p:nvCxnSpPr>
        <p:spPr>
          <a:xfrm>
            <a:off x="4259525" y="2765336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44"/>
          <p:cNvSpPr txBox="1">
            <a:spLocks noGrp="1"/>
          </p:cNvSpPr>
          <p:nvPr>
            <p:ph type="title" idx="4294967295"/>
          </p:nvPr>
        </p:nvSpPr>
        <p:spPr>
          <a:xfrm>
            <a:off x="4121375" y="2197574"/>
            <a:ext cx="9012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02</a:t>
            </a:r>
            <a:endParaRPr sz="3000" b="1"/>
          </a:p>
        </p:txBody>
      </p:sp>
      <p:sp>
        <p:nvSpPr>
          <p:cNvPr id="345" name="Google Shape;345;p44"/>
          <p:cNvSpPr txBox="1"/>
          <p:nvPr/>
        </p:nvSpPr>
        <p:spPr>
          <a:xfrm>
            <a:off x="3546148" y="2905999"/>
            <a:ext cx="20517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[[problem_2_heading]]</a:t>
            </a:r>
          </a:p>
        </p:txBody>
      </p:sp>
      <p:sp>
        <p:nvSpPr>
          <p:cNvPr id="346" name="Google Shape;346;p44"/>
          <p:cNvSpPr txBox="1"/>
          <p:nvPr/>
        </p:nvSpPr>
        <p:spPr>
          <a:xfrm>
            <a:off x="3546100" y="3189101"/>
            <a:ext cx="20517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[[problem_2_text]]</a:t>
            </a:r>
          </a:p>
        </p:txBody>
      </p:sp>
      <p:cxnSp>
        <p:nvCxnSpPr>
          <p:cNvPr id="347" name="Google Shape;347;p44"/>
          <p:cNvCxnSpPr/>
          <p:nvPr/>
        </p:nvCxnSpPr>
        <p:spPr>
          <a:xfrm>
            <a:off x="6775050" y="2765336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p44"/>
          <p:cNvSpPr txBox="1">
            <a:spLocks noGrp="1"/>
          </p:cNvSpPr>
          <p:nvPr>
            <p:ph type="title" idx="4294967295"/>
          </p:nvPr>
        </p:nvSpPr>
        <p:spPr>
          <a:xfrm>
            <a:off x="6636900" y="2197574"/>
            <a:ext cx="9012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03</a:t>
            </a:r>
            <a:endParaRPr sz="3000" b="1"/>
          </a:p>
        </p:txBody>
      </p:sp>
      <p:sp>
        <p:nvSpPr>
          <p:cNvPr id="349" name="Google Shape;349;p44"/>
          <p:cNvSpPr txBox="1"/>
          <p:nvPr/>
        </p:nvSpPr>
        <p:spPr>
          <a:xfrm>
            <a:off x="6061673" y="2905999"/>
            <a:ext cx="20517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[[problem_3_heading]]</a:t>
            </a:r>
          </a:p>
        </p:txBody>
      </p:sp>
      <p:sp>
        <p:nvSpPr>
          <p:cNvPr id="350" name="Google Shape;350;p44"/>
          <p:cNvSpPr txBox="1"/>
          <p:nvPr/>
        </p:nvSpPr>
        <p:spPr>
          <a:xfrm>
            <a:off x="6061625" y="3189101"/>
            <a:ext cx="20517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[[problem_3_text]]</a:t>
            </a:r>
          </a:p>
        </p:txBody>
      </p:sp>
      <p:sp>
        <p:nvSpPr>
          <p:cNvPr id="351" name="Google Shape;351;p44"/>
          <p:cNvSpPr txBox="1"/>
          <p:nvPr/>
        </p:nvSpPr>
        <p:spPr>
          <a:xfrm>
            <a:off x="1921075" y="4210096"/>
            <a:ext cx="53019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Problems</a:t>
            </a:r>
            <a:endParaRPr sz="20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cxnSp>
        <p:nvCxnSpPr>
          <p:cNvPr id="352" name="Google Shape;352;p44"/>
          <p:cNvCxnSpPr/>
          <p:nvPr/>
        </p:nvCxnSpPr>
        <p:spPr>
          <a:xfrm>
            <a:off x="1048650" y="4099319"/>
            <a:ext cx="7046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3" name="Google Shape;35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402185" flipH="1">
            <a:off x="547508" y="1486133"/>
            <a:ext cx="970183" cy="1019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>
            <a:spLocks noGrp="1"/>
          </p:cNvSpPr>
          <p:nvPr>
            <p:ph type="title"/>
          </p:nvPr>
        </p:nvSpPr>
        <p:spPr>
          <a:xfrm>
            <a:off x="713225" y="2147650"/>
            <a:ext cx="4184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[[section_title]]</a:t>
            </a:r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1"/>
          </p:nvPr>
        </p:nvSpPr>
        <p:spPr>
          <a:xfrm>
            <a:off x="713225" y="3079825"/>
            <a:ext cx="3026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[[section_subtitle]]</a:t>
            </a:r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2"/>
          </p:nvPr>
        </p:nvSpPr>
        <p:spPr>
          <a:xfrm>
            <a:off x="713225" y="1025775"/>
            <a:ext cx="1435800" cy="12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[[section_number]]</a:t>
            </a:r>
          </a:p>
        </p:txBody>
      </p:sp>
      <p:pic>
        <p:nvPicPr>
          <p:cNvPr id="361" name="Google Shape;36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2469" y="1246751"/>
            <a:ext cx="2924180" cy="335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803098">
            <a:off x="4240740" y="750678"/>
            <a:ext cx="1144821" cy="11355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3" name="Google Shape;363;p45"/>
          <p:cNvCxnSpPr/>
          <p:nvPr/>
        </p:nvCxnSpPr>
        <p:spPr>
          <a:xfrm>
            <a:off x="831875" y="2169700"/>
            <a:ext cx="1198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369" name="Google Shape;369;p46"/>
          <p:cNvSpPr txBox="1">
            <a:spLocks noGrp="1"/>
          </p:cNvSpPr>
          <p:nvPr>
            <p:ph type="subTitle" idx="1"/>
          </p:nvPr>
        </p:nvSpPr>
        <p:spPr>
          <a:xfrm>
            <a:off x="713225" y="3036372"/>
            <a:ext cx="2393400" cy="19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[[hypothesis_1_text]]</a:t>
            </a:r>
          </a:p>
        </p:txBody>
      </p:sp>
      <p:sp>
        <p:nvSpPr>
          <p:cNvPr id="370" name="Google Shape;370;p46"/>
          <p:cNvSpPr txBox="1">
            <a:spLocks noGrp="1"/>
          </p:cNvSpPr>
          <p:nvPr>
            <p:ph type="subTitle" idx="2"/>
          </p:nvPr>
        </p:nvSpPr>
        <p:spPr>
          <a:xfrm>
            <a:off x="3326375" y="3036372"/>
            <a:ext cx="2393400" cy="19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[[hypothesis_2_text]]</a:t>
            </a:r>
          </a:p>
        </p:txBody>
      </p:sp>
      <p:sp>
        <p:nvSpPr>
          <p:cNvPr id="371" name="Google Shape;371;p46"/>
          <p:cNvSpPr txBox="1">
            <a:spLocks noGrp="1"/>
          </p:cNvSpPr>
          <p:nvPr>
            <p:ph type="subTitle" idx="3"/>
          </p:nvPr>
        </p:nvSpPr>
        <p:spPr>
          <a:xfrm>
            <a:off x="5939525" y="3036372"/>
            <a:ext cx="2393400" cy="19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[[hypothesis_3_text]]</a:t>
            </a:r>
          </a:p>
        </p:txBody>
      </p:sp>
      <p:sp>
        <p:nvSpPr>
          <p:cNvPr id="372" name="Google Shape;372;p46"/>
          <p:cNvSpPr txBox="1">
            <a:spLocks noGrp="1"/>
          </p:cNvSpPr>
          <p:nvPr>
            <p:ph type="subTitle" idx="4"/>
          </p:nvPr>
        </p:nvSpPr>
        <p:spPr>
          <a:xfrm>
            <a:off x="713225" y="2243399"/>
            <a:ext cx="2393400" cy="8103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dirty="0"/>
              <a:t>[[hypothesis_1_heading]]</a:t>
            </a:r>
          </a:p>
        </p:txBody>
      </p:sp>
      <p:sp>
        <p:nvSpPr>
          <p:cNvPr id="373" name="Google Shape;373;p46"/>
          <p:cNvSpPr txBox="1">
            <a:spLocks noGrp="1"/>
          </p:cNvSpPr>
          <p:nvPr>
            <p:ph type="subTitle" idx="5"/>
          </p:nvPr>
        </p:nvSpPr>
        <p:spPr>
          <a:xfrm>
            <a:off x="3326375" y="2214713"/>
            <a:ext cx="2393400" cy="8216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dirty="0"/>
              <a:t>[[hypothesis_2_heading]]</a:t>
            </a:r>
          </a:p>
        </p:txBody>
      </p:sp>
      <p:sp>
        <p:nvSpPr>
          <p:cNvPr id="374" name="Google Shape;374;p46"/>
          <p:cNvSpPr txBox="1">
            <a:spLocks noGrp="1"/>
          </p:cNvSpPr>
          <p:nvPr>
            <p:ph type="subTitle" idx="6"/>
          </p:nvPr>
        </p:nvSpPr>
        <p:spPr>
          <a:xfrm>
            <a:off x="5932750" y="2195493"/>
            <a:ext cx="2393400" cy="8408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dirty="0"/>
              <a:t>[[hypothesis_3_heading]]</a:t>
            </a:r>
          </a:p>
        </p:txBody>
      </p:sp>
      <p:sp>
        <p:nvSpPr>
          <p:cNvPr id="375" name="Google Shape;375;p46"/>
          <p:cNvSpPr txBox="1">
            <a:spLocks noGrp="1"/>
          </p:cNvSpPr>
          <p:nvPr>
            <p:ph type="title" idx="4294967295"/>
          </p:nvPr>
        </p:nvSpPr>
        <p:spPr>
          <a:xfrm>
            <a:off x="720000" y="1248512"/>
            <a:ext cx="901200" cy="7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dirty="0"/>
              <a:t>01</a:t>
            </a:r>
            <a:endParaRPr sz="4500" b="1" dirty="0"/>
          </a:p>
        </p:txBody>
      </p:sp>
      <p:cxnSp>
        <p:nvCxnSpPr>
          <p:cNvPr id="376" name="Google Shape;376;p46"/>
          <p:cNvCxnSpPr/>
          <p:nvPr/>
        </p:nvCxnSpPr>
        <p:spPr>
          <a:xfrm>
            <a:off x="851375" y="2113662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7" name="Google Shape;377;p46"/>
          <p:cNvSpPr txBox="1">
            <a:spLocks noGrp="1"/>
          </p:cNvSpPr>
          <p:nvPr>
            <p:ph type="title" idx="4294967295"/>
          </p:nvPr>
        </p:nvSpPr>
        <p:spPr>
          <a:xfrm>
            <a:off x="3326375" y="1248512"/>
            <a:ext cx="901200" cy="7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/>
              <a:t>02</a:t>
            </a:r>
            <a:endParaRPr sz="4500" b="1"/>
          </a:p>
        </p:txBody>
      </p:sp>
      <p:cxnSp>
        <p:nvCxnSpPr>
          <p:cNvPr id="378" name="Google Shape;378;p46"/>
          <p:cNvCxnSpPr/>
          <p:nvPr/>
        </p:nvCxnSpPr>
        <p:spPr>
          <a:xfrm>
            <a:off x="3457750" y="2113662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9" name="Google Shape;379;p46"/>
          <p:cNvSpPr txBox="1">
            <a:spLocks noGrp="1"/>
          </p:cNvSpPr>
          <p:nvPr>
            <p:ph type="title" idx="4294967295"/>
          </p:nvPr>
        </p:nvSpPr>
        <p:spPr>
          <a:xfrm>
            <a:off x="5932750" y="1248512"/>
            <a:ext cx="901200" cy="7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/>
              <a:t>03</a:t>
            </a:r>
            <a:endParaRPr sz="4500" b="1"/>
          </a:p>
        </p:txBody>
      </p:sp>
      <p:cxnSp>
        <p:nvCxnSpPr>
          <p:cNvPr id="380" name="Google Shape;380;p46"/>
          <p:cNvCxnSpPr/>
          <p:nvPr/>
        </p:nvCxnSpPr>
        <p:spPr>
          <a:xfrm>
            <a:off x="6064125" y="2113662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81" name="Google Shape;3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3684" y="337463"/>
            <a:ext cx="1098550" cy="12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387" name="Google Shape;387;p47"/>
          <p:cNvSpPr txBox="1">
            <a:spLocks noGrp="1"/>
          </p:cNvSpPr>
          <p:nvPr>
            <p:ph type="subTitle" idx="1"/>
          </p:nvPr>
        </p:nvSpPr>
        <p:spPr>
          <a:xfrm>
            <a:off x="720025" y="2038222"/>
            <a:ext cx="32064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[[objective_1_text]]</a:t>
            </a:r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2"/>
          </p:nvPr>
        </p:nvSpPr>
        <p:spPr>
          <a:xfrm>
            <a:off x="5217595" y="2038222"/>
            <a:ext cx="32064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[[objective_2_text]]</a:t>
            </a:r>
          </a:p>
        </p:txBody>
      </p:sp>
      <p:sp>
        <p:nvSpPr>
          <p:cNvPr id="389" name="Google Shape;389;p47"/>
          <p:cNvSpPr txBox="1">
            <a:spLocks noGrp="1"/>
          </p:cNvSpPr>
          <p:nvPr>
            <p:ph type="subTitle" idx="3"/>
          </p:nvPr>
        </p:nvSpPr>
        <p:spPr>
          <a:xfrm>
            <a:off x="720000" y="3509972"/>
            <a:ext cx="32064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[[objective_3_text]]</a:t>
            </a:r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4"/>
          </p:nvPr>
        </p:nvSpPr>
        <p:spPr>
          <a:xfrm>
            <a:off x="720024" y="1678538"/>
            <a:ext cx="3206400" cy="4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[[objective_1_heading]]</a:t>
            </a:r>
          </a:p>
        </p:txBody>
      </p:sp>
      <p:sp>
        <p:nvSpPr>
          <p:cNvPr id="391" name="Google Shape;391;p47"/>
          <p:cNvSpPr txBox="1">
            <a:spLocks noGrp="1"/>
          </p:cNvSpPr>
          <p:nvPr>
            <p:ph type="subTitle" idx="5"/>
          </p:nvPr>
        </p:nvSpPr>
        <p:spPr>
          <a:xfrm>
            <a:off x="5217589" y="1678538"/>
            <a:ext cx="3206400" cy="4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[[objective_2_heading]]</a:t>
            </a:r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6"/>
          </p:nvPr>
        </p:nvSpPr>
        <p:spPr>
          <a:xfrm>
            <a:off x="720013" y="3150288"/>
            <a:ext cx="3206400" cy="4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[[objective_3_heading]]</a:t>
            </a:r>
          </a:p>
        </p:txBody>
      </p:sp>
      <p:pic>
        <p:nvPicPr>
          <p:cNvPr id="393" name="Google Shape;39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100000">
            <a:off x="3999590" y="2238228"/>
            <a:ext cx="1144821" cy="113554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7"/>
          <p:cNvSpPr txBox="1">
            <a:spLocks noGrp="1"/>
          </p:cNvSpPr>
          <p:nvPr>
            <p:ph type="subTitle" idx="7"/>
          </p:nvPr>
        </p:nvSpPr>
        <p:spPr>
          <a:xfrm>
            <a:off x="5217575" y="3509972"/>
            <a:ext cx="32064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[[objective_4_text]]</a:t>
            </a:r>
          </a:p>
        </p:txBody>
      </p:sp>
      <p:sp>
        <p:nvSpPr>
          <p:cNvPr id="395" name="Google Shape;395;p47"/>
          <p:cNvSpPr txBox="1">
            <a:spLocks noGrp="1"/>
          </p:cNvSpPr>
          <p:nvPr>
            <p:ph type="subTitle" idx="8"/>
          </p:nvPr>
        </p:nvSpPr>
        <p:spPr>
          <a:xfrm>
            <a:off x="5217588" y="3150288"/>
            <a:ext cx="3206400" cy="4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[[objective_4_heading]]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401" name="Google Shape;401;p48"/>
          <p:cNvSpPr txBox="1">
            <a:spLocks noGrp="1"/>
          </p:cNvSpPr>
          <p:nvPr>
            <p:ph type="subTitle" idx="1"/>
          </p:nvPr>
        </p:nvSpPr>
        <p:spPr>
          <a:xfrm>
            <a:off x="2146113" y="20730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[[concept_1_text]]</a:t>
            </a:r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2"/>
          </p:nvPr>
        </p:nvSpPr>
        <p:spPr>
          <a:xfrm>
            <a:off x="5011887" y="20730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[[concept_2_text]]</a:t>
            </a:r>
          </a:p>
        </p:txBody>
      </p:sp>
      <p:sp>
        <p:nvSpPr>
          <p:cNvPr id="403" name="Google Shape;403;p48"/>
          <p:cNvSpPr txBox="1">
            <a:spLocks noGrp="1"/>
          </p:cNvSpPr>
          <p:nvPr>
            <p:ph type="subTitle" idx="8"/>
          </p:nvPr>
        </p:nvSpPr>
        <p:spPr>
          <a:xfrm>
            <a:off x="717127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[[concept_3_heading]]</a:t>
            </a:r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7"/>
          </p:nvPr>
        </p:nvSpPr>
        <p:spPr>
          <a:xfrm>
            <a:off x="5015787" y="17327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[[concept_2_heading]]</a:t>
            </a:r>
          </a:p>
        </p:txBody>
      </p:sp>
      <p:sp>
        <p:nvSpPr>
          <p:cNvPr id="405" name="Google Shape;405;p48"/>
          <p:cNvSpPr txBox="1">
            <a:spLocks noGrp="1"/>
          </p:cNvSpPr>
          <p:nvPr>
            <p:ph type="subTitle" idx="6"/>
          </p:nvPr>
        </p:nvSpPr>
        <p:spPr>
          <a:xfrm>
            <a:off x="2150013" y="17327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[[concept_1_heading]]</a:t>
            </a:r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3"/>
          </p:nvPr>
        </p:nvSpPr>
        <p:spPr>
          <a:xfrm>
            <a:off x="713227" y="3427025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[[concept_3_text]]</a:t>
            </a:r>
          </a:p>
        </p:txBody>
      </p:sp>
      <p:sp>
        <p:nvSpPr>
          <p:cNvPr id="407" name="Google Shape;407;p48"/>
          <p:cNvSpPr txBox="1">
            <a:spLocks noGrp="1"/>
          </p:cNvSpPr>
          <p:nvPr>
            <p:ph type="subTitle" idx="4"/>
          </p:nvPr>
        </p:nvSpPr>
        <p:spPr>
          <a:xfrm>
            <a:off x="3579000" y="3427025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[[concept_4_text]]</a:t>
            </a:r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5"/>
          </p:nvPr>
        </p:nvSpPr>
        <p:spPr>
          <a:xfrm>
            <a:off x="6444773" y="3427025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[[concept_5_text]]</a:t>
            </a:r>
          </a:p>
        </p:txBody>
      </p:sp>
      <p:sp>
        <p:nvSpPr>
          <p:cNvPr id="409" name="Google Shape;409;p48"/>
          <p:cNvSpPr txBox="1">
            <a:spLocks noGrp="1"/>
          </p:cNvSpPr>
          <p:nvPr>
            <p:ph type="subTitle" idx="9"/>
          </p:nvPr>
        </p:nvSpPr>
        <p:spPr>
          <a:xfrm>
            <a:off x="3582900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[[concept_4_heading]]</a:t>
            </a:r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13"/>
          </p:nvPr>
        </p:nvSpPr>
        <p:spPr>
          <a:xfrm>
            <a:off x="6448673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[[concept_5_heading]]</a:t>
            </a:r>
          </a:p>
        </p:txBody>
      </p:sp>
      <p:pic>
        <p:nvPicPr>
          <p:cNvPr id="411" name="Google Shape;41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652971" flipH="1">
            <a:off x="435906" y="1663808"/>
            <a:ext cx="970183" cy="101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90316" flipH="1">
            <a:off x="7792358" y="1669983"/>
            <a:ext cx="970183" cy="1019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418" name="Google Shape;418;p49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t>[[entry_1_ref]]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</a:pPr>
            <a:r>
              <a:t>[[entry_1_note]]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t>[[entry_2_ref]]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</a:pPr>
            <a:r>
              <a:t>[[entry_2_note]]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t>[[entry_3_ref]]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</a:pPr>
            <a:r>
              <a:t>[[entry_3_note]]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t>[[entry_4_ref]]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</a:pPr>
            <a:r>
              <a:t>[[entry_4_note]]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t>[[entry_5_ref]]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</a:pPr>
            <a:r>
              <a:t>[[entry_5_note]]</a:t>
            </a:r>
            <a:endParaRPr/>
          </a:p>
        </p:txBody>
      </p:sp>
      <p:pic>
        <p:nvPicPr>
          <p:cNvPr id="419" name="Google Shape;41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6375" y="655425"/>
            <a:ext cx="1098550" cy="12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425" name="Google Shape;425;p50"/>
          <p:cNvSpPr txBox="1"/>
          <p:nvPr/>
        </p:nvSpPr>
        <p:spPr>
          <a:xfrm>
            <a:off x="720000" y="1395675"/>
            <a:ext cx="24231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[[key_terms_heading]]</a:t>
            </a:r>
          </a:p>
        </p:txBody>
      </p:sp>
      <p:sp>
        <p:nvSpPr>
          <p:cNvPr id="426" name="Google Shape;426;p50"/>
          <p:cNvSpPr txBox="1"/>
          <p:nvPr/>
        </p:nvSpPr>
        <p:spPr>
          <a:xfrm>
            <a:off x="720000" y="1970775"/>
            <a:ext cx="2423100" cy="24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t>[[key_term_1]]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t>[[key_term_2]]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t>[[key_term_3]]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t>[[key_term_4]]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t>[[key_term_5]]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t>[[key_term_6]]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t>[[key_term_7]]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7" name="Google Shape;427;p50"/>
          <p:cNvSpPr txBox="1"/>
          <p:nvPr/>
        </p:nvSpPr>
        <p:spPr>
          <a:xfrm>
            <a:off x="3360450" y="1920866"/>
            <a:ext cx="2423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[[theory_1_heading]]</a:t>
            </a:r>
          </a:p>
        </p:txBody>
      </p:sp>
      <p:sp>
        <p:nvSpPr>
          <p:cNvPr id="428" name="Google Shape;428;p50"/>
          <p:cNvSpPr txBox="1"/>
          <p:nvPr/>
        </p:nvSpPr>
        <p:spPr>
          <a:xfrm>
            <a:off x="3360450" y="2340536"/>
            <a:ext cx="2423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[[theory_1_text]]</a:t>
            </a:r>
          </a:p>
        </p:txBody>
      </p:sp>
      <p:sp>
        <p:nvSpPr>
          <p:cNvPr id="429" name="Google Shape;429;p50"/>
          <p:cNvSpPr txBox="1"/>
          <p:nvPr/>
        </p:nvSpPr>
        <p:spPr>
          <a:xfrm>
            <a:off x="3360450" y="3145732"/>
            <a:ext cx="2423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[[theory_2_heading]]</a:t>
            </a:r>
          </a:p>
        </p:txBody>
      </p:sp>
      <p:sp>
        <p:nvSpPr>
          <p:cNvPr id="430" name="Google Shape;430;p50"/>
          <p:cNvSpPr txBox="1"/>
          <p:nvPr/>
        </p:nvSpPr>
        <p:spPr>
          <a:xfrm>
            <a:off x="3360450" y="3565402"/>
            <a:ext cx="2423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[[theory_2_text]]</a:t>
            </a:r>
          </a:p>
        </p:txBody>
      </p:sp>
      <p:sp>
        <p:nvSpPr>
          <p:cNvPr id="431" name="Google Shape;431;p50"/>
          <p:cNvSpPr txBox="1"/>
          <p:nvPr/>
        </p:nvSpPr>
        <p:spPr>
          <a:xfrm>
            <a:off x="3361200" y="1395675"/>
            <a:ext cx="24216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[[theories_heading]]</a:t>
            </a:r>
          </a:p>
        </p:txBody>
      </p:sp>
      <p:sp>
        <p:nvSpPr>
          <p:cNvPr id="432" name="Google Shape;432;p50"/>
          <p:cNvSpPr txBox="1"/>
          <p:nvPr/>
        </p:nvSpPr>
        <p:spPr>
          <a:xfrm>
            <a:off x="6000900" y="1395675"/>
            <a:ext cx="24231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[[framework_heading]]</a:t>
            </a:r>
          </a:p>
        </p:txBody>
      </p:sp>
      <p:cxnSp>
        <p:nvCxnSpPr>
          <p:cNvPr id="433" name="Google Shape;433;p50"/>
          <p:cNvCxnSpPr/>
          <p:nvPr/>
        </p:nvCxnSpPr>
        <p:spPr>
          <a:xfrm>
            <a:off x="3254900" y="1967476"/>
            <a:ext cx="0" cy="249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4" name="Google Shape;434;p50"/>
          <p:cNvCxnSpPr/>
          <p:nvPr/>
        </p:nvCxnSpPr>
        <p:spPr>
          <a:xfrm>
            <a:off x="5901500" y="1967476"/>
            <a:ext cx="0" cy="249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5" name="Google Shape;435;p50"/>
          <p:cNvSpPr txBox="1"/>
          <p:nvPr/>
        </p:nvSpPr>
        <p:spPr>
          <a:xfrm>
            <a:off x="6019450" y="1970775"/>
            <a:ext cx="2423100" cy="24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[[framework_text]]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459" name="Google Shape;459;p52"/>
          <p:cNvSpPr txBox="1"/>
          <p:nvPr/>
        </p:nvSpPr>
        <p:spPr>
          <a:xfrm>
            <a:off x="723065" y="1771475"/>
            <a:ext cx="2586300" cy="9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[[data_type_text]]</a:t>
            </a:r>
          </a:p>
        </p:txBody>
      </p:sp>
      <p:sp>
        <p:nvSpPr>
          <p:cNvPr id="460" name="Google Shape;460;p52"/>
          <p:cNvSpPr txBox="1"/>
          <p:nvPr/>
        </p:nvSpPr>
        <p:spPr>
          <a:xfrm>
            <a:off x="723065" y="3277800"/>
            <a:ext cx="2586300" cy="9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[[motives_text]]</a:t>
            </a:r>
          </a:p>
        </p:txBody>
      </p:sp>
      <p:sp>
        <p:nvSpPr>
          <p:cNvPr id="461" name="Google Shape;461;p52"/>
          <p:cNvSpPr txBox="1"/>
          <p:nvPr/>
        </p:nvSpPr>
        <p:spPr>
          <a:xfrm>
            <a:off x="3582900" y="2079950"/>
            <a:ext cx="19782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[[method_label]]</a:t>
            </a:r>
          </a:p>
        </p:txBody>
      </p:sp>
      <p:sp>
        <p:nvSpPr>
          <p:cNvPr id="462" name="Google Shape;462;p52"/>
          <p:cNvSpPr txBox="1"/>
          <p:nvPr/>
        </p:nvSpPr>
        <p:spPr>
          <a:xfrm>
            <a:off x="720000" y="1288775"/>
            <a:ext cx="25863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[[data_type_label]]</a:t>
            </a:r>
          </a:p>
        </p:txBody>
      </p:sp>
      <p:sp>
        <p:nvSpPr>
          <p:cNvPr id="463" name="Google Shape;463;p52"/>
          <p:cNvSpPr txBox="1"/>
          <p:nvPr/>
        </p:nvSpPr>
        <p:spPr>
          <a:xfrm>
            <a:off x="720000" y="2795100"/>
            <a:ext cx="25863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[[motives_label]]</a:t>
            </a:r>
          </a:p>
        </p:txBody>
      </p:sp>
      <p:sp>
        <p:nvSpPr>
          <p:cNvPr id="464" name="Google Shape;464;p52"/>
          <p:cNvSpPr txBox="1"/>
          <p:nvPr/>
        </p:nvSpPr>
        <p:spPr>
          <a:xfrm>
            <a:off x="5847536" y="1771475"/>
            <a:ext cx="2583300" cy="9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[[collection_text]]</a:t>
            </a:r>
          </a:p>
        </p:txBody>
      </p:sp>
      <p:sp>
        <p:nvSpPr>
          <p:cNvPr id="465" name="Google Shape;465;p52"/>
          <p:cNvSpPr txBox="1"/>
          <p:nvPr/>
        </p:nvSpPr>
        <p:spPr>
          <a:xfrm>
            <a:off x="5847536" y="3277800"/>
            <a:ext cx="2583300" cy="9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[[sampling_text]]</a:t>
            </a:r>
          </a:p>
        </p:txBody>
      </p:sp>
      <p:sp>
        <p:nvSpPr>
          <p:cNvPr id="466" name="Google Shape;466;p52"/>
          <p:cNvSpPr txBox="1"/>
          <p:nvPr/>
        </p:nvSpPr>
        <p:spPr>
          <a:xfrm>
            <a:off x="5844475" y="1288775"/>
            <a:ext cx="25833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[[collection_label]]</a:t>
            </a:r>
          </a:p>
        </p:txBody>
      </p:sp>
      <p:sp>
        <p:nvSpPr>
          <p:cNvPr id="467" name="Google Shape;467;p52"/>
          <p:cNvSpPr txBox="1"/>
          <p:nvPr/>
        </p:nvSpPr>
        <p:spPr>
          <a:xfrm>
            <a:off x="5844475" y="2795100"/>
            <a:ext cx="25833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[[sampling_label]]</a:t>
            </a:r>
          </a:p>
        </p:txBody>
      </p:sp>
      <p:pic>
        <p:nvPicPr>
          <p:cNvPr id="468" name="Google Shape;46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838" y="3515902"/>
            <a:ext cx="1924325" cy="14219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9" name="Google Shape;469;p52"/>
          <p:cNvCxnSpPr>
            <a:stCxn id="461" idx="1"/>
            <a:endCxn id="462" idx="3"/>
          </p:cNvCxnSpPr>
          <p:nvPr/>
        </p:nvCxnSpPr>
        <p:spPr>
          <a:xfrm rot="10800000">
            <a:off x="3306300" y="1568150"/>
            <a:ext cx="276600" cy="75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2"/>
          <p:cNvCxnSpPr>
            <a:stCxn id="461" idx="3"/>
            <a:endCxn id="466" idx="1"/>
          </p:cNvCxnSpPr>
          <p:nvPr/>
        </p:nvCxnSpPr>
        <p:spPr>
          <a:xfrm rot="10800000" flipH="1">
            <a:off x="5561100" y="1568150"/>
            <a:ext cx="283500" cy="75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2"/>
          <p:cNvCxnSpPr>
            <a:stCxn id="461" idx="1"/>
            <a:endCxn id="463" idx="3"/>
          </p:cNvCxnSpPr>
          <p:nvPr/>
        </p:nvCxnSpPr>
        <p:spPr>
          <a:xfrm flipH="1">
            <a:off x="3306300" y="2319050"/>
            <a:ext cx="276600" cy="75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2"/>
          <p:cNvCxnSpPr>
            <a:stCxn id="461" idx="3"/>
            <a:endCxn id="467" idx="1"/>
          </p:cNvCxnSpPr>
          <p:nvPr/>
        </p:nvCxnSpPr>
        <p:spPr>
          <a:xfrm>
            <a:off x="5561100" y="2319050"/>
            <a:ext cx="283500" cy="75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478" name="Google Shape;478;p53"/>
          <p:cNvSpPr txBox="1">
            <a:spLocks noGrp="1"/>
          </p:cNvSpPr>
          <p:nvPr>
            <p:ph type="subTitle" idx="1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>[[phase_2_point_1]]</a:t>
            </a:r>
            <a:endParaRPr/>
          </a:p>
          <a:p>
            <a:pPr marL="314325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t>[[phase_2_point_2]]</a:t>
            </a:r>
            <a:endParaRPr/>
          </a:p>
          <a:p>
            <a:pPr marL="314325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t>[[phase_2_point_3]]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53"/>
          <p:cNvSpPr txBox="1">
            <a:spLocks noGrp="1"/>
          </p:cNvSpPr>
          <p:nvPr>
            <p:ph type="subTitle" idx="2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57175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>[[phase_1_point_1]]</a:t>
            </a:r>
            <a:endParaRPr/>
          </a:p>
          <a:p>
            <a:pPr marL="257175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t>[[phase_1_point_2]]</a:t>
            </a:r>
            <a:endParaRPr/>
          </a:p>
          <a:p>
            <a:pPr marL="257175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t>[[phase_1_point_3]]</a:t>
            </a:r>
            <a:endParaRPr/>
          </a:p>
        </p:txBody>
      </p:sp>
      <p:sp>
        <p:nvSpPr>
          <p:cNvPr id="480" name="Google Shape;480;p53"/>
          <p:cNvSpPr txBox="1">
            <a:spLocks noGrp="1"/>
          </p:cNvSpPr>
          <p:nvPr>
            <p:ph type="subTitle" idx="3"/>
          </p:nvPr>
        </p:nvSpPr>
        <p:spPr>
          <a:xfrm>
            <a:off x="726675" y="1510850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[[phase_1_heading]]</a:t>
            </a:r>
          </a:p>
        </p:txBody>
      </p:sp>
      <p:sp>
        <p:nvSpPr>
          <p:cNvPr id="481" name="Google Shape;481;p53"/>
          <p:cNvSpPr txBox="1">
            <a:spLocks noGrp="1"/>
          </p:cNvSpPr>
          <p:nvPr>
            <p:ph type="subTitle" idx="4"/>
          </p:nvPr>
        </p:nvSpPr>
        <p:spPr>
          <a:xfrm>
            <a:off x="4747375" y="1510850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[[phase_2_heading]]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487" name="Google Shape;487;p54"/>
          <p:cNvSpPr txBox="1"/>
          <p:nvPr/>
        </p:nvSpPr>
        <p:spPr>
          <a:xfrm>
            <a:off x="713225" y="4277277"/>
            <a:ext cx="7753500" cy="2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sp>
        <p:nvSpPr>
          <p:cNvPr id="488" name="Google Shape;488;p54"/>
          <p:cNvSpPr txBox="1"/>
          <p:nvPr/>
        </p:nvSpPr>
        <p:spPr>
          <a:xfrm>
            <a:off x="4888275" y="3168387"/>
            <a:ext cx="1658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[[note_1_heading]]</a:t>
            </a:r>
          </a:p>
        </p:txBody>
      </p:sp>
      <p:sp>
        <p:nvSpPr>
          <p:cNvPr id="489" name="Google Shape;489;p54"/>
          <p:cNvSpPr txBox="1"/>
          <p:nvPr/>
        </p:nvSpPr>
        <p:spPr>
          <a:xfrm>
            <a:off x="4888275" y="3562564"/>
            <a:ext cx="165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[[note_1_text]]</a:t>
            </a:r>
          </a:p>
        </p:txBody>
      </p:sp>
      <p:sp>
        <p:nvSpPr>
          <p:cNvPr id="490" name="Google Shape;490;p54"/>
          <p:cNvSpPr txBox="1"/>
          <p:nvPr/>
        </p:nvSpPr>
        <p:spPr>
          <a:xfrm>
            <a:off x="6769466" y="3168387"/>
            <a:ext cx="1658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[[note_2_heading]]</a:t>
            </a:r>
          </a:p>
        </p:txBody>
      </p:sp>
      <p:sp>
        <p:nvSpPr>
          <p:cNvPr id="491" name="Google Shape;491;p54"/>
          <p:cNvSpPr txBox="1"/>
          <p:nvPr/>
        </p:nvSpPr>
        <p:spPr>
          <a:xfrm>
            <a:off x="6769466" y="3562564"/>
            <a:ext cx="165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[[note_2_text]]</a:t>
            </a:r>
          </a:p>
        </p:txBody>
      </p:sp>
      <p:sp>
        <p:nvSpPr>
          <p:cNvPr id="492" name="Google Shape;492;p54"/>
          <p:cNvSpPr txBox="1"/>
          <p:nvPr/>
        </p:nvSpPr>
        <p:spPr>
          <a:xfrm>
            <a:off x="713225" y="1213000"/>
            <a:ext cx="3465600" cy="29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[[graph_caption]]</a:t>
            </a:r>
          </a:p>
        </p:txBody>
      </p:sp>
      <p:pic>
        <p:nvPicPr>
          <p:cNvPr id="493" name="Google Shape;493;p54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7750" y="1257925"/>
            <a:ext cx="3539726" cy="186539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4"/>
          <p:cNvSpPr/>
          <p:nvPr/>
        </p:nvSpPr>
        <p:spPr>
          <a:xfrm>
            <a:off x="4679950" y="3314975"/>
            <a:ext cx="208500" cy="216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5" name="Google Shape;495;p54"/>
          <p:cNvCxnSpPr/>
          <p:nvPr/>
        </p:nvCxnSpPr>
        <p:spPr>
          <a:xfrm rot="10800000">
            <a:off x="4897638" y="1341749"/>
            <a:ext cx="0" cy="158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6" name="Google Shape;496;p54"/>
          <p:cNvSpPr/>
          <p:nvPr/>
        </p:nvSpPr>
        <p:spPr>
          <a:xfrm>
            <a:off x="6560975" y="3314975"/>
            <a:ext cx="208500" cy="2166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55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2044" y="2740848"/>
            <a:ext cx="6455112" cy="12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5"/>
          <p:cNvSpPr/>
          <p:nvPr/>
        </p:nvSpPr>
        <p:spPr>
          <a:xfrm>
            <a:off x="5243919" y="1518124"/>
            <a:ext cx="820200" cy="820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[[highlight_percent]]</a:t>
            </a:r>
          </a:p>
        </p:txBody>
      </p:sp>
      <p:sp>
        <p:nvSpPr>
          <p:cNvPr id="503" name="Google Shape;503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504" name="Google Shape;504;p55"/>
          <p:cNvSpPr txBox="1">
            <a:spLocks noGrp="1"/>
          </p:cNvSpPr>
          <p:nvPr>
            <p:ph type="title" idx="4294967295"/>
          </p:nvPr>
        </p:nvSpPr>
        <p:spPr>
          <a:xfrm>
            <a:off x="6152194" y="1386938"/>
            <a:ext cx="16989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[[result_3_heading]]</a:t>
            </a:r>
          </a:p>
        </p:txBody>
      </p:sp>
      <p:sp>
        <p:nvSpPr>
          <p:cNvPr id="505" name="Google Shape;505;p55"/>
          <p:cNvSpPr txBox="1">
            <a:spLocks noGrp="1"/>
          </p:cNvSpPr>
          <p:nvPr>
            <p:ph type="subTitle" idx="4294967295"/>
          </p:nvPr>
        </p:nvSpPr>
        <p:spPr>
          <a:xfrm>
            <a:off x="6152194" y="1781113"/>
            <a:ext cx="169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[[result_3_text]]</a:t>
            </a:r>
          </a:p>
        </p:txBody>
      </p:sp>
      <p:sp>
        <p:nvSpPr>
          <p:cNvPr id="506" name="Google Shape;506;p55"/>
          <p:cNvSpPr/>
          <p:nvPr/>
        </p:nvSpPr>
        <p:spPr>
          <a:xfrm flipH="1">
            <a:off x="5180854" y="1455529"/>
            <a:ext cx="945300" cy="945300"/>
          </a:xfrm>
          <a:prstGeom prst="blockArc">
            <a:avLst>
              <a:gd name="adj1" fmla="val 3614875"/>
              <a:gd name="adj2" fmla="val 16133813"/>
              <a:gd name="adj3" fmla="val 9996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55"/>
          <p:cNvSpPr txBox="1"/>
          <p:nvPr/>
        </p:nvSpPr>
        <p:spPr>
          <a:xfrm>
            <a:off x="713225" y="4277277"/>
            <a:ext cx="7753500" cy="2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  <p:cxnSp>
        <p:nvCxnSpPr>
          <p:cNvPr id="508" name="Google Shape;508;p55"/>
          <p:cNvCxnSpPr/>
          <p:nvPr/>
        </p:nvCxnSpPr>
        <p:spPr>
          <a:xfrm>
            <a:off x="1534396" y="3787337"/>
            <a:ext cx="6076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9" name="Google Shape;509;p55"/>
          <p:cNvSpPr txBox="1"/>
          <p:nvPr/>
        </p:nvSpPr>
        <p:spPr>
          <a:xfrm>
            <a:off x="1457231" y="1384512"/>
            <a:ext cx="1658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[[result_1_heading]]</a:t>
            </a:r>
          </a:p>
        </p:txBody>
      </p:sp>
      <p:sp>
        <p:nvSpPr>
          <p:cNvPr id="510" name="Google Shape;510;p55"/>
          <p:cNvSpPr txBox="1"/>
          <p:nvPr/>
        </p:nvSpPr>
        <p:spPr>
          <a:xfrm>
            <a:off x="1457231" y="1778689"/>
            <a:ext cx="165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[[result_1_text]]</a:t>
            </a:r>
          </a:p>
        </p:txBody>
      </p:sp>
      <p:sp>
        <p:nvSpPr>
          <p:cNvPr id="511" name="Google Shape;511;p55"/>
          <p:cNvSpPr txBox="1"/>
          <p:nvPr/>
        </p:nvSpPr>
        <p:spPr>
          <a:xfrm>
            <a:off x="3460847" y="1384512"/>
            <a:ext cx="1658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[[result_2_heading]]</a:t>
            </a:r>
          </a:p>
        </p:txBody>
      </p:sp>
      <p:sp>
        <p:nvSpPr>
          <p:cNvPr id="512" name="Google Shape;512;p55"/>
          <p:cNvSpPr txBox="1"/>
          <p:nvPr/>
        </p:nvSpPr>
        <p:spPr>
          <a:xfrm>
            <a:off x="3460847" y="1778689"/>
            <a:ext cx="165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[[result_2_text]]</a:t>
            </a:r>
          </a:p>
        </p:txBody>
      </p:sp>
      <p:sp>
        <p:nvSpPr>
          <p:cNvPr id="513" name="Google Shape;513;p55"/>
          <p:cNvSpPr/>
          <p:nvPr/>
        </p:nvSpPr>
        <p:spPr>
          <a:xfrm>
            <a:off x="1228675" y="1523574"/>
            <a:ext cx="208500" cy="2166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55"/>
          <p:cNvSpPr/>
          <p:nvPr/>
        </p:nvSpPr>
        <p:spPr>
          <a:xfrm>
            <a:off x="3252350" y="1523574"/>
            <a:ext cx="208500" cy="2166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600" name="Google Shape;600;p57"/>
          <p:cNvSpPr txBox="1"/>
          <p:nvPr/>
        </p:nvSpPr>
        <p:spPr>
          <a:xfrm>
            <a:off x="720000" y="1548350"/>
            <a:ext cx="3962700" cy="30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[[intro_text]]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t>[[bullet_1]]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t>[[bullet_2]]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t>[[bullet_3]]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>[[bullet_4]]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1" name="Google Shape;601;p57"/>
          <p:cNvSpPr txBox="1"/>
          <p:nvPr/>
        </p:nvSpPr>
        <p:spPr>
          <a:xfrm>
            <a:off x="720000" y="1199750"/>
            <a:ext cx="25092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[[intro_heading]]</a:t>
            </a:r>
          </a:p>
        </p:txBody>
      </p:sp>
      <p:sp>
        <p:nvSpPr>
          <p:cNvPr id="602" name="Google Shape;602;p57"/>
          <p:cNvSpPr txBox="1"/>
          <p:nvPr/>
        </p:nvSpPr>
        <p:spPr>
          <a:xfrm>
            <a:off x="5772175" y="1477780"/>
            <a:ext cx="19503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[[discussion_1_heading]]</a:t>
            </a:r>
          </a:p>
        </p:txBody>
      </p:sp>
      <p:sp>
        <p:nvSpPr>
          <p:cNvPr id="603" name="Google Shape;603;p57"/>
          <p:cNvSpPr txBox="1"/>
          <p:nvPr/>
        </p:nvSpPr>
        <p:spPr>
          <a:xfrm>
            <a:off x="5772175" y="1756599"/>
            <a:ext cx="26586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[[discussion_1_text]]</a:t>
            </a:r>
          </a:p>
        </p:txBody>
      </p:sp>
      <p:sp>
        <p:nvSpPr>
          <p:cNvPr id="604" name="Google Shape;604;p57"/>
          <p:cNvSpPr txBox="1"/>
          <p:nvPr/>
        </p:nvSpPr>
        <p:spPr>
          <a:xfrm>
            <a:off x="5772175" y="2999733"/>
            <a:ext cx="19503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[[discussion_2_heading]]</a:t>
            </a:r>
          </a:p>
        </p:txBody>
      </p:sp>
      <p:sp>
        <p:nvSpPr>
          <p:cNvPr id="605" name="Google Shape;605;p57"/>
          <p:cNvSpPr txBox="1"/>
          <p:nvPr/>
        </p:nvSpPr>
        <p:spPr>
          <a:xfrm>
            <a:off x="5772175" y="3278575"/>
            <a:ext cx="26586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[[discussion_2_text]]</a:t>
            </a:r>
          </a:p>
        </p:txBody>
      </p:sp>
      <p:sp>
        <p:nvSpPr>
          <p:cNvPr id="606" name="Google Shape;606;p57"/>
          <p:cNvSpPr txBox="1">
            <a:spLocks noGrp="1"/>
          </p:cNvSpPr>
          <p:nvPr>
            <p:ph type="title" idx="4294967295"/>
          </p:nvPr>
        </p:nvSpPr>
        <p:spPr>
          <a:xfrm>
            <a:off x="4825025" y="1325387"/>
            <a:ext cx="901200" cy="7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/>
              <a:t>01</a:t>
            </a:r>
            <a:endParaRPr sz="4500" b="1"/>
          </a:p>
        </p:txBody>
      </p:sp>
      <p:cxnSp>
        <p:nvCxnSpPr>
          <p:cNvPr id="607" name="Google Shape;607;p57"/>
          <p:cNvCxnSpPr/>
          <p:nvPr/>
        </p:nvCxnSpPr>
        <p:spPr>
          <a:xfrm>
            <a:off x="4956400" y="2190537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8" name="Google Shape;608;p57"/>
          <p:cNvSpPr txBox="1">
            <a:spLocks noGrp="1"/>
          </p:cNvSpPr>
          <p:nvPr>
            <p:ph type="title" idx="4294967295"/>
          </p:nvPr>
        </p:nvSpPr>
        <p:spPr>
          <a:xfrm>
            <a:off x="4825025" y="2847337"/>
            <a:ext cx="901200" cy="7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/>
              <a:t>02</a:t>
            </a:r>
            <a:endParaRPr sz="4500" b="1"/>
          </a:p>
        </p:txBody>
      </p:sp>
      <p:cxnSp>
        <p:nvCxnSpPr>
          <p:cNvPr id="609" name="Google Shape;609;p57"/>
          <p:cNvCxnSpPr/>
          <p:nvPr/>
        </p:nvCxnSpPr>
        <p:spPr>
          <a:xfrm>
            <a:off x="4956400" y="3712487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615" name="Google Shape;615;p58"/>
          <p:cNvSpPr txBox="1"/>
          <p:nvPr/>
        </p:nvSpPr>
        <p:spPr>
          <a:xfrm>
            <a:off x="977513" y="2202537"/>
            <a:ext cx="1658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[[step_1_heading]]</a:t>
            </a:r>
          </a:p>
        </p:txBody>
      </p:sp>
      <p:sp>
        <p:nvSpPr>
          <p:cNvPr id="616" name="Google Shape;616;p58"/>
          <p:cNvSpPr txBox="1"/>
          <p:nvPr/>
        </p:nvSpPr>
        <p:spPr>
          <a:xfrm>
            <a:off x="977513" y="1660814"/>
            <a:ext cx="165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[[step_1_text]]</a:t>
            </a:r>
          </a:p>
        </p:txBody>
      </p:sp>
      <p:sp>
        <p:nvSpPr>
          <p:cNvPr id="617" name="Google Shape;617;p58"/>
          <p:cNvSpPr txBox="1"/>
          <p:nvPr/>
        </p:nvSpPr>
        <p:spPr>
          <a:xfrm>
            <a:off x="3742800" y="2202537"/>
            <a:ext cx="1658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[[step_2_heading]]</a:t>
            </a:r>
          </a:p>
        </p:txBody>
      </p:sp>
      <p:sp>
        <p:nvSpPr>
          <p:cNvPr id="618" name="Google Shape;618;p58"/>
          <p:cNvSpPr txBox="1"/>
          <p:nvPr/>
        </p:nvSpPr>
        <p:spPr>
          <a:xfrm>
            <a:off x="3742800" y="1660814"/>
            <a:ext cx="165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[[step_2_text]]</a:t>
            </a:r>
          </a:p>
        </p:txBody>
      </p:sp>
      <p:sp>
        <p:nvSpPr>
          <p:cNvPr id="619" name="Google Shape;619;p58"/>
          <p:cNvSpPr txBox="1"/>
          <p:nvPr/>
        </p:nvSpPr>
        <p:spPr>
          <a:xfrm>
            <a:off x="6508063" y="2202537"/>
            <a:ext cx="1658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[[step_3_heading]]</a:t>
            </a:r>
          </a:p>
        </p:txBody>
      </p:sp>
      <p:sp>
        <p:nvSpPr>
          <p:cNvPr id="620" name="Google Shape;620;p58"/>
          <p:cNvSpPr txBox="1"/>
          <p:nvPr/>
        </p:nvSpPr>
        <p:spPr>
          <a:xfrm>
            <a:off x="6508063" y="1660814"/>
            <a:ext cx="165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[[step_3_text]]</a:t>
            </a:r>
          </a:p>
        </p:txBody>
      </p:sp>
      <p:sp>
        <p:nvSpPr>
          <p:cNvPr id="621" name="Google Shape;621;p58"/>
          <p:cNvSpPr txBox="1"/>
          <p:nvPr/>
        </p:nvSpPr>
        <p:spPr>
          <a:xfrm>
            <a:off x="2342538" y="3327937"/>
            <a:ext cx="1658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[[step_4_heading]]</a:t>
            </a:r>
          </a:p>
        </p:txBody>
      </p:sp>
      <p:sp>
        <p:nvSpPr>
          <p:cNvPr id="622" name="Google Shape;622;p58"/>
          <p:cNvSpPr txBox="1"/>
          <p:nvPr/>
        </p:nvSpPr>
        <p:spPr>
          <a:xfrm>
            <a:off x="2342538" y="3722114"/>
            <a:ext cx="165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[[step_4_text]]</a:t>
            </a:r>
          </a:p>
        </p:txBody>
      </p:sp>
      <p:sp>
        <p:nvSpPr>
          <p:cNvPr id="623" name="Google Shape;623;p58"/>
          <p:cNvSpPr txBox="1"/>
          <p:nvPr/>
        </p:nvSpPr>
        <p:spPr>
          <a:xfrm>
            <a:off x="5143038" y="3327937"/>
            <a:ext cx="1658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[[step_5_heading]]</a:t>
            </a:r>
          </a:p>
        </p:txBody>
      </p:sp>
      <p:sp>
        <p:nvSpPr>
          <p:cNvPr id="624" name="Google Shape;624;p58"/>
          <p:cNvSpPr txBox="1"/>
          <p:nvPr/>
        </p:nvSpPr>
        <p:spPr>
          <a:xfrm>
            <a:off x="5143038" y="3722114"/>
            <a:ext cx="1658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[[step_5_text]]</a:t>
            </a:r>
          </a:p>
        </p:txBody>
      </p:sp>
      <p:cxnSp>
        <p:nvCxnSpPr>
          <p:cNvPr id="625" name="Google Shape;625;p58"/>
          <p:cNvCxnSpPr/>
          <p:nvPr/>
        </p:nvCxnSpPr>
        <p:spPr>
          <a:xfrm>
            <a:off x="1491556" y="3567987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58"/>
          <p:cNvCxnSpPr/>
          <p:nvPr/>
        </p:nvCxnSpPr>
        <p:spPr>
          <a:xfrm>
            <a:off x="2859288" y="2958387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7" name="Google Shape;627;p58"/>
          <p:cNvCxnSpPr/>
          <p:nvPr/>
        </p:nvCxnSpPr>
        <p:spPr>
          <a:xfrm>
            <a:off x="5659806" y="2958387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8" name="Google Shape;628;p58"/>
          <p:cNvCxnSpPr/>
          <p:nvPr/>
        </p:nvCxnSpPr>
        <p:spPr>
          <a:xfrm>
            <a:off x="4259550" y="3567987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58"/>
          <p:cNvCxnSpPr/>
          <p:nvPr/>
        </p:nvCxnSpPr>
        <p:spPr>
          <a:xfrm>
            <a:off x="7024819" y="3567987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0" name="Google Shape;630;p58"/>
          <p:cNvSpPr txBox="1">
            <a:spLocks noGrp="1"/>
          </p:cNvSpPr>
          <p:nvPr>
            <p:ph type="title" idx="4294967295"/>
          </p:nvPr>
        </p:nvSpPr>
        <p:spPr>
          <a:xfrm>
            <a:off x="2721138" y="2341272"/>
            <a:ext cx="9012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02</a:t>
            </a:r>
            <a:endParaRPr sz="3000" b="1"/>
          </a:p>
        </p:txBody>
      </p:sp>
      <p:sp>
        <p:nvSpPr>
          <p:cNvPr id="631" name="Google Shape;631;p58"/>
          <p:cNvSpPr txBox="1">
            <a:spLocks noGrp="1"/>
          </p:cNvSpPr>
          <p:nvPr>
            <p:ph type="title" idx="4294967295"/>
          </p:nvPr>
        </p:nvSpPr>
        <p:spPr>
          <a:xfrm>
            <a:off x="4121400" y="2958372"/>
            <a:ext cx="9012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03</a:t>
            </a:r>
            <a:endParaRPr sz="3000" b="1"/>
          </a:p>
        </p:txBody>
      </p:sp>
      <p:sp>
        <p:nvSpPr>
          <p:cNvPr id="632" name="Google Shape;632;p58"/>
          <p:cNvSpPr txBox="1">
            <a:spLocks noGrp="1"/>
          </p:cNvSpPr>
          <p:nvPr>
            <p:ph type="title" idx="4294967295"/>
          </p:nvPr>
        </p:nvSpPr>
        <p:spPr>
          <a:xfrm>
            <a:off x="5521650" y="2341272"/>
            <a:ext cx="9012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04</a:t>
            </a:r>
            <a:endParaRPr sz="3000" b="1"/>
          </a:p>
        </p:txBody>
      </p:sp>
      <p:sp>
        <p:nvSpPr>
          <p:cNvPr id="633" name="Google Shape;633;p58"/>
          <p:cNvSpPr txBox="1">
            <a:spLocks noGrp="1"/>
          </p:cNvSpPr>
          <p:nvPr>
            <p:ph type="title" idx="4294967295"/>
          </p:nvPr>
        </p:nvSpPr>
        <p:spPr>
          <a:xfrm>
            <a:off x="6886675" y="2958372"/>
            <a:ext cx="9012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05</a:t>
            </a:r>
            <a:endParaRPr sz="3000" b="1"/>
          </a:p>
        </p:txBody>
      </p:sp>
      <p:sp>
        <p:nvSpPr>
          <p:cNvPr id="634" name="Google Shape;634;p58"/>
          <p:cNvSpPr txBox="1">
            <a:spLocks noGrp="1"/>
          </p:cNvSpPr>
          <p:nvPr>
            <p:ph type="title" idx="4294967295"/>
          </p:nvPr>
        </p:nvSpPr>
        <p:spPr>
          <a:xfrm>
            <a:off x="1356125" y="2958372"/>
            <a:ext cx="901200" cy="4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01</a:t>
            </a:r>
            <a:endParaRPr sz="3000" b="1"/>
          </a:p>
        </p:txBody>
      </p:sp>
      <p:cxnSp>
        <p:nvCxnSpPr>
          <p:cNvPr id="635" name="Google Shape;635;p58"/>
          <p:cNvCxnSpPr/>
          <p:nvPr/>
        </p:nvCxnSpPr>
        <p:spPr>
          <a:xfrm rot="10800000" flipH="1">
            <a:off x="2126375" y="2955550"/>
            <a:ext cx="723000" cy="6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36" name="Google Shape;636;p58"/>
          <p:cNvCxnSpPr/>
          <p:nvPr/>
        </p:nvCxnSpPr>
        <p:spPr>
          <a:xfrm rot="10800000" flipH="1">
            <a:off x="4910625" y="2955550"/>
            <a:ext cx="723000" cy="6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37" name="Google Shape;637;p58"/>
          <p:cNvCxnSpPr/>
          <p:nvPr/>
        </p:nvCxnSpPr>
        <p:spPr>
          <a:xfrm rot="10800000">
            <a:off x="3510363" y="2955550"/>
            <a:ext cx="723000" cy="6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38" name="Google Shape;638;p58"/>
          <p:cNvCxnSpPr/>
          <p:nvPr/>
        </p:nvCxnSpPr>
        <p:spPr>
          <a:xfrm rot="10800000">
            <a:off x="6293250" y="2955550"/>
            <a:ext cx="723000" cy="6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[[title]]</a:t>
            </a:r>
          </a:p>
        </p:txBody>
      </p:sp>
      <p:sp>
        <p:nvSpPr>
          <p:cNvPr id="644" name="Google Shape;644;p59"/>
          <p:cNvSpPr txBox="1">
            <a:spLocks noGrp="1"/>
          </p:cNvSpPr>
          <p:nvPr>
            <p:ph type="subTitle" idx="1"/>
          </p:nvPr>
        </p:nvSpPr>
        <p:spPr>
          <a:xfrm>
            <a:off x="1514175" y="1767600"/>
            <a:ext cx="255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[[point_1_text]]</a:t>
            </a:r>
          </a:p>
        </p:txBody>
      </p:sp>
      <p:sp>
        <p:nvSpPr>
          <p:cNvPr id="645" name="Google Shape;645;p59"/>
          <p:cNvSpPr txBox="1">
            <a:spLocks noGrp="1"/>
          </p:cNvSpPr>
          <p:nvPr>
            <p:ph type="subTitle" idx="2"/>
          </p:nvPr>
        </p:nvSpPr>
        <p:spPr>
          <a:xfrm>
            <a:off x="5864712" y="1767600"/>
            <a:ext cx="255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[[point_2_text]]</a:t>
            </a:r>
          </a:p>
        </p:txBody>
      </p:sp>
      <p:sp>
        <p:nvSpPr>
          <p:cNvPr id="646" name="Google Shape;646;p59"/>
          <p:cNvSpPr txBox="1">
            <a:spLocks noGrp="1"/>
          </p:cNvSpPr>
          <p:nvPr>
            <p:ph type="subTitle" idx="3"/>
          </p:nvPr>
        </p:nvSpPr>
        <p:spPr>
          <a:xfrm>
            <a:off x="1514175" y="3408262"/>
            <a:ext cx="255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[[point_3_text]]</a:t>
            </a:r>
          </a:p>
        </p:txBody>
      </p:sp>
      <p:sp>
        <p:nvSpPr>
          <p:cNvPr id="647" name="Google Shape;647;p59"/>
          <p:cNvSpPr txBox="1">
            <a:spLocks noGrp="1"/>
          </p:cNvSpPr>
          <p:nvPr>
            <p:ph type="subTitle" idx="4"/>
          </p:nvPr>
        </p:nvSpPr>
        <p:spPr>
          <a:xfrm>
            <a:off x="5864712" y="3408262"/>
            <a:ext cx="255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[[point_4_text]]</a:t>
            </a:r>
          </a:p>
        </p:txBody>
      </p:sp>
      <p:sp>
        <p:nvSpPr>
          <p:cNvPr id="648" name="Google Shape;648;p59"/>
          <p:cNvSpPr txBox="1">
            <a:spLocks noGrp="1"/>
          </p:cNvSpPr>
          <p:nvPr>
            <p:ph type="subTitle" idx="5"/>
          </p:nvPr>
        </p:nvSpPr>
        <p:spPr>
          <a:xfrm>
            <a:off x="1514175" y="1462800"/>
            <a:ext cx="25593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[[point_1_heading]]</a:t>
            </a:r>
          </a:p>
        </p:txBody>
      </p:sp>
      <p:sp>
        <p:nvSpPr>
          <p:cNvPr id="649" name="Google Shape;649;p59"/>
          <p:cNvSpPr txBox="1">
            <a:spLocks noGrp="1"/>
          </p:cNvSpPr>
          <p:nvPr>
            <p:ph type="subTitle" idx="6"/>
          </p:nvPr>
        </p:nvSpPr>
        <p:spPr>
          <a:xfrm>
            <a:off x="5864712" y="1462800"/>
            <a:ext cx="25593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[[point_2_heading]]</a:t>
            </a:r>
          </a:p>
        </p:txBody>
      </p:sp>
      <p:sp>
        <p:nvSpPr>
          <p:cNvPr id="650" name="Google Shape;650;p59"/>
          <p:cNvSpPr txBox="1">
            <a:spLocks noGrp="1"/>
          </p:cNvSpPr>
          <p:nvPr>
            <p:ph type="subTitle" idx="7"/>
          </p:nvPr>
        </p:nvSpPr>
        <p:spPr>
          <a:xfrm>
            <a:off x="1514175" y="3103462"/>
            <a:ext cx="25593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[[point_3_heading]]</a:t>
            </a:r>
          </a:p>
        </p:txBody>
      </p:sp>
      <p:sp>
        <p:nvSpPr>
          <p:cNvPr id="651" name="Google Shape;651;p59"/>
          <p:cNvSpPr txBox="1">
            <a:spLocks noGrp="1"/>
          </p:cNvSpPr>
          <p:nvPr>
            <p:ph type="subTitle" idx="8"/>
          </p:nvPr>
        </p:nvSpPr>
        <p:spPr>
          <a:xfrm>
            <a:off x="5864712" y="3103462"/>
            <a:ext cx="25593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[[point_4_heading]]</a:t>
            </a:r>
          </a:p>
        </p:txBody>
      </p:sp>
      <p:cxnSp>
        <p:nvCxnSpPr>
          <p:cNvPr id="652" name="Google Shape;652;p59"/>
          <p:cNvCxnSpPr/>
          <p:nvPr/>
        </p:nvCxnSpPr>
        <p:spPr>
          <a:xfrm>
            <a:off x="719988" y="3802998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3" name="Google Shape;653;p59"/>
          <p:cNvCxnSpPr/>
          <p:nvPr/>
        </p:nvCxnSpPr>
        <p:spPr>
          <a:xfrm>
            <a:off x="5053750" y="3802998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4" name="Google Shape;654;p59"/>
          <p:cNvCxnSpPr/>
          <p:nvPr/>
        </p:nvCxnSpPr>
        <p:spPr>
          <a:xfrm>
            <a:off x="719988" y="2162348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5" name="Google Shape;655;p59"/>
          <p:cNvCxnSpPr/>
          <p:nvPr/>
        </p:nvCxnSpPr>
        <p:spPr>
          <a:xfrm>
            <a:off x="5053750" y="2162348"/>
            <a:ext cx="624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56" name="Google Shape;656;p59"/>
          <p:cNvGrpSpPr/>
          <p:nvPr/>
        </p:nvGrpSpPr>
        <p:grpSpPr>
          <a:xfrm>
            <a:off x="5117875" y="3179541"/>
            <a:ext cx="496626" cy="456765"/>
            <a:chOff x="6195998" y="1983102"/>
            <a:chExt cx="368308" cy="338746"/>
          </a:xfrm>
        </p:grpSpPr>
        <p:sp>
          <p:nvSpPr>
            <p:cNvPr id="657" name="Google Shape;657;p59"/>
            <p:cNvSpPr/>
            <p:nvPr/>
          </p:nvSpPr>
          <p:spPr>
            <a:xfrm>
              <a:off x="6267289" y="2161012"/>
              <a:ext cx="67533" cy="67150"/>
            </a:xfrm>
            <a:custGeom>
              <a:avLst/>
              <a:gdLst/>
              <a:ahLst/>
              <a:cxnLst/>
              <a:rect l="l" t="t" r="r" b="b"/>
              <a:pathLst>
                <a:path w="2120" h="2108" extrusionOk="0">
                  <a:moveTo>
                    <a:pt x="1060" y="0"/>
                  </a:moveTo>
                  <a:cubicBezTo>
                    <a:pt x="953" y="0"/>
                    <a:pt x="882" y="71"/>
                    <a:pt x="882" y="179"/>
                  </a:cubicBezTo>
                  <a:lnTo>
                    <a:pt x="882" y="881"/>
                  </a:lnTo>
                  <a:lnTo>
                    <a:pt x="179" y="881"/>
                  </a:lnTo>
                  <a:cubicBezTo>
                    <a:pt x="84" y="881"/>
                    <a:pt x="0" y="953"/>
                    <a:pt x="0" y="1060"/>
                  </a:cubicBezTo>
                  <a:cubicBezTo>
                    <a:pt x="0" y="1143"/>
                    <a:pt x="84" y="1238"/>
                    <a:pt x="179" y="1238"/>
                  </a:cubicBezTo>
                  <a:lnTo>
                    <a:pt x="882" y="1238"/>
                  </a:lnTo>
                  <a:lnTo>
                    <a:pt x="882" y="1941"/>
                  </a:lnTo>
                  <a:cubicBezTo>
                    <a:pt x="882" y="2024"/>
                    <a:pt x="953" y="2107"/>
                    <a:pt x="1060" y="2107"/>
                  </a:cubicBezTo>
                  <a:cubicBezTo>
                    <a:pt x="1155" y="2107"/>
                    <a:pt x="1239" y="2036"/>
                    <a:pt x="1239" y="1941"/>
                  </a:cubicBezTo>
                  <a:lnTo>
                    <a:pt x="1239" y="1238"/>
                  </a:lnTo>
                  <a:lnTo>
                    <a:pt x="1941" y="1238"/>
                  </a:lnTo>
                  <a:cubicBezTo>
                    <a:pt x="2048" y="1238"/>
                    <a:pt x="2120" y="1167"/>
                    <a:pt x="2120" y="1060"/>
                  </a:cubicBezTo>
                  <a:cubicBezTo>
                    <a:pt x="2120" y="953"/>
                    <a:pt x="2036" y="881"/>
                    <a:pt x="1941" y="881"/>
                  </a:cubicBezTo>
                  <a:lnTo>
                    <a:pt x="1239" y="881"/>
                  </a:lnTo>
                  <a:lnTo>
                    <a:pt x="1239" y="179"/>
                  </a:lnTo>
                  <a:cubicBezTo>
                    <a:pt x="1239" y="95"/>
                    <a:pt x="1167" y="0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59"/>
            <p:cNvSpPr/>
            <p:nvPr/>
          </p:nvSpPr>
          <p:spPr>
            <a:xfrm>
              <a:off x="6235052" y="2128393"/>
              <a:ext cx="132007" cy="131625"/>
            </a:xfrm>
            <a:custGeom>
              <a:avLst/>
              <a:gdLst/>
              <a:ahLst/>
              <a:cxnLst/>
              <a:rect l="l" t="t" r="r" b="b"/>
              <a:pathLst>
                <a:path w="4144" h="4132" extrusionOk="0">
                  <a:moveTo>
                    <a:pt x="2072" y="357"/>
                  </a:moveTo>
                  <a:cubicBezTo>
                    <a:pt x="3013" y="357"/>
                    <a:pt x="3799" y="1131"/>
                    <a:pt x="3799" y="2084"/>
                  </a:cubicBezTo>
                  <a:cubicBezTo>
                    <a:pt x="3799" y="3024"/>
                    <a:pt x="3025" y="3798"/>
                    <a:pt x="2072" y="3798"/>
                  </a:cubicBezTo>
                  <a:cubicBezTo>
                    <a:pt x="1120" y="3798"/>
                    <a:pt x="370" y="3024"/>
                    <a:pt x="370" y="2084"/>
                  </a:cubicBezTo>
                  <a:cubicBezTo>
                    <a:pt x="370" y="1131"/>
                    <a:pt x="1143" y="357"/>
                    <a:pt x="2072" y="357"/>
                  </a:cubicBezTo>
                  <a:close/>
                  <a:moveTo>
                    <a:pt x="2072" y="0"/>
                  </a:moveTo>
                  <a:cubicBezTo>
                    <a:pt x="929" y="0"/>
                    <a:pt x="0" y="917"/>
                    <a:pt x="0" y="2072"/>
                  </a:cubicBezTo>
                  <a:cubicBezTo>
                    <a:pt x="0" y="3215"/>
                    <a:pt x="929" y="4132"/>
                    <a:pt x="2072" y="4132"/>
                  </a:cubicBezTo>
                  <a:cubicBezTo>
                    <a:pt x="3227" y="4132"/>
                    <a:pt x="4144" y="3215"/>
                    <a:pt x="4144" y="2072"/>
                  </a:cubicBezTo>
                  <a:cubicBezTo>
                    <a:pt x="4144" y="917"/>
                    <a:pt x="3227" y="0"/>
                    <a:pt x="2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59"/>
            <p:cNvSpPr/>
            <p:nvPr/>
          </p:nvSpPr>
          <p:spPr>
            <a:xfrm>
              <a:off x="6195998" y="1983102"/>
              <a:ext cx="368308" cy="338746"/>
            </a:xfrm>
            <a:custGeom>
              <a:avLst/>
              <a:gdLst/>
              <a:ahLst/>
              <a:cxnLst/>
              <a:rect l="l" t="t" r="r" b="b"/>
              <a:pathLst>
                <a:path w="11562" h="10634" extrusionOk="0">
                  <a:moveTo>
                    <a:pt x="3143" y="382"/>
                  </a:moveTo>
                  <a:lnTo>
                    <a:pt x="3143" y="1989"/>
                  </a:lnTo>
                  <a:lnTo>
                    <a:pt x="2227" y="1989"/>
                  </a:lnTo>
                  <a:lnTo>
                    <a:pt x="2227" y="382"/>
                  </a:lnTo>
                  <a:close/>
                  <a:moveTo>
                    <a:pt x="4382" y="382"/>
                  </a:moveTo>
                  <a:lnTo>
                    <a:pt x="4382" y="1989"/>
                  </a:lnTo>
                  <a:lnTo>
                    <a:pt x="3477" y="1989"/>
                  </a:lnTo>
                  <a:lnTo>
                    <a:pt x="3477" y="382"/>
                  </a:lnTo>
                  <a:close/>
                  <a:moveTo>
                    <a:pt x="5584" y="382"/>
                  </a:moveTo>
                  <a:lnTo>
                    <a:pt x="5584" y="1989"/>
                  </a:lnTo>
                  <a:lnTo>
                    <a:pt x="4727" y="1989"/>
                  </a:lnTo>
                  <a:lnTo>
                    <a:pt x="4727" y="382"/>
                  </a:lnTo>
                  <a:close/>
                  <a:moveTo>
                    <a:pt x="4846" y="2323"/>
                  </a:moveTo>
                  <a:lnTo>
                    <a:pt x="4846" y="2656"/>
                  </a:lnTo>
                  <a:lnTo>
                    <a:pt x="1750" y="2656"/>
                  </a:lnTo>
                  <a:lnTo>
                    <a:pt x="1750" y="2323"/>
                  </a:lnTo>
                  <a:close/>
                  <a:moveTo>
                    <a:pt x="7918" y="6073"/>
                  </a:moveTo>
                  <a:cubicBezTo>
                    <a:pt x="8442" y="6073"/>
                    <a:pt x="8894" y="6276"/>
                    <a:pt x="9251" y="6585"/>
                  </a:cubicBezTo>
                  <a:lnTo>
                    <a:pt x="6322" y="9514"/>
                  </a:lnTo>
                  <a:cubicBezTo>
                    <a:pt x="5144" y="8121"/>
                    <a:pt x="6203" y="6073"/>
                    <a:pt x="7918" y="6073"/>
                  </a:cubicBezTo>
                  <a:close/>
                  <a:moveTo>
                    <a:pt x="11204" y="6585"/>
                  </a:moveTo>
                  <a:lnTo>
                    <a:pt x="11204" y="7990"/>
                  </a:lnTo>
                  <a:cubicBezTo>
                    <a:pt x="11204" y="8776"/>
                    <a:pt x="10656" y="9431"/>
                    <a:pt x="9906" y="9562"/>
                  </a:cubicBezTo>
                  <a:cubicBezTo>
                    <a:pt x="10168" y="9193"/>
                    <a:pt x="10347" y="8669"/>
                    <a:pt x="10347" y="8181"/>
                  </a:cubicBezTo>
                  <a:cubicBezTo>
                    <a:pt x="10347" y="7764"/>
                    <a:pt x="10251" y="7550"/>
                    <a:pt x="10251" y="7538"/>
                  </a:cubicBezTo>
                  <a:cubicBezTo>
                    <a:pt x="10168" y="7192"/>
                    <a:pt x="10144" y="7228"/>
                    <a:pt x="10073" y="7073"/>
                  </a:cubicBezTo>
                  <a:cubicBezTo>
                    <a:pt x="9966" y="6883"/>
                    <a:pt x="9954" y="6823"/>
                    <a:pt x="9751" y="6585"/>
                  </a:cubicBezTo>
                  <a:close/>
                  <a:moveTo>
                    <a:pt x="9513" y="6823"/>
                  </a:moveTo>
                  <a:lnTo>
                    <a:pt x="9513" y="6823"/>
                  </a:lnTo>
                  <a:cubicBezTo>
                    <a:pt x="10704" y="8216"/>
                    <a:pt x="9632" y="10240"/>
                    <a:pt x="7918" y="10240"/>
                  </a:cubicBezTo>
                  <a:cubicBezTo>
                    <a:pt x="7890" y="10242"/>
                    <a:pt x="7862" y="10242"/>
                    <a:pt x="7834" y="10242"/>
                  </a:cubicBezTo>
                  <a:cubicBezTo>
                    <a:pt x="7345" y="10242"/>
                    <a:pt x="6910" y="10045"/>
                    <a:pt x="6572" y="9752"/>
                  </a:cubicBezTo>
                  <a:lnTo>
                    <a:pt x="9513" y="6823"/>
                  </a:lnTo>
                  <a:close/>
                  <a:moveTo>
                    <a:pt x="881" y="1"/>
                  </a:moveTo>
                  <a:cubicBezTo>
                    <a:pt x="786" y="1"/>
                    <a:pt x="703" y="84"/>
                    <a:pt x="703" y="180"/>
                  </a:cubicBezTo>
                  <a:lnTo>
                    <a:pt x="703" y="525"/>
                  </a:lnTo>
                  <a:cubicBezTo>
                    <a:pt x="703" y="620"/>
                    <a:pt x="774" y="703"/>
                    <a:pt x="881" y="703"/>
                  </a:cubicBezTo>
                  <a:cubicBezTo>
                    <a:pt x="976" y="703"/>
                    <a:pt x="1060" y="632"/>
                    <a:pt x="1060" y="525"/>
                  </a:cubicBezTo>
                  <a:lnTo>
                    <a:pt x="1060" y="358"/>
                  </a:lnTo>
                  <a:lnTo>
                    <a:pt x="1905" y="358"/>
                  </a:lnTo>
                  <a:lnTo>
                    <a:pt x="1905" y="1966"/>
                  </a:lnTo>
                  <a:lnTo>
                    <a:pt x="1060" y="1966"/>
                  </a:lnTo>
                  <a:lnTo>
                    <a:pt x="1060" y="1418"/>
                  </a:lnTo>
                  <a:cubicBezTo>
                    <a:pt x="1060" y="1323"/>
                    <a:pt x="976" y="1239"/>
                    <a:pt x="881" y="1239"/>
                  </a:cubicBezTo>
                  <a:cubicBezTo>
                    <a:pt x="786" y="1239"/>
                    <a:pt x="703" y="1311"/>
                    <a:pt x="703" y="1418"/>
                  </a:cubicBezTo>
                  <a:lnTo>
                    <a:pt x="703" y="2144"/>
                  </a:lnTo>
                  <a:cubicBezTo>
                    <a:pt x="703" y="2239"/>
                    <a:pt x="774" y="2323"/>
                    <a:pt x="881" y="2323"/>
                  </a:cubicBezTo>
                  <a:lnTo>
                    <a:pt x="1429" y="2323"/>
                  </a:lnTo>
                  <a:lnTo>
                    <a:pt x="1429" y="2656"/>
                  </a:lnTo>
                  <a:lnTo>
                    <a:pt x="905" y="2656"/>
                  </a:lnTo>
                  <a:cubicBezTo>
                    <a:pt x="405" y="2656"/>
                    <a:pt x="0" y="3049"/>
                    <a:pt x="0" y="3561"/>
                  </a:cubicBezTo>
                  <a:lnTo>
                    <a:pt x="0" y="9693"/>
                  </a:lnTo>
                  <a:cubicBezTo>
                    <a:pt x="0" y="10193"/>
                    <a:pt x="405" y="10598"/>
                    <a:pt x="905" y="10598"/>
                  </a:cubicBezTo>
                  <a:lnTo>
                    <a:pt x="3774" y="10598"/>
                  </a:lnTo>
                  <a:cubicBezTo>
                    <a:pt x="3882" y="10598"/>
                    <a:pt x="3953" y="10526"/>
                    <a:pt x="3953" y="10419"/>
                  </a:cubicBezTo>
                  <a:cubicBezTo>
                    <a:pt x="3953" y="10336"/>
                    <a:pt x="3882" y="10240"/>
                    <a:pt x="3774" y="10240"/>
                  </a:cubicBezTo>
                  <a:lnTo>
                    <a:pt x="905" y="10240"/>
                  </a:lnTo>
                  <a:cubicBezTo>
                    <a:pt x="595" y="10240"/>
                    <a:pt x="357" y="9990"/>
                    <a:pt x="357" y="9693"/>
                  </a:cubicBezTo>
                  <a:lnTo>
                    <a:pt x="357" y="3561"/>
                  </a:lnTo>
                  <a:cubicBezTo>
                    <a:pt x="357" y="3251"/>
                    <a:pt x="607" y="3013"/>
                    <a:pt x="905" y="3013"/>
                  </a:cubicBezTo>
                  <a:lnTo>
                    <a:pt x="5739" y="3013"/>
                  </a:lnTo>
                  <a:cubicBezTo>
                    <a:pt x="6060" y="3013"/>
                    <a:pt x="6298" y="3263"/>
                    <a:pt x="6298" y="3561"/>
                  </a:cubicBezTo>
                  <a:lnTo>
                    <a:pt x="6298" y="6359"/>
                  </a:lnTo>
                  <a:lnTo>
                    <a:pt x="6251" y="6407"/>
                  </a:lnTo>
                  <a:cubicBezTo>
                    <a:pt x="6191" y="6466"/>
                    <a:pt x="6132" y="6538"/>
                    <a:pt x="6072" y="6609"/>
                  </a:cubicBezTo>
                  <a:cubicBezTo>
                    <a:pt x="5917" y="6788"/>
                    <a:pt x="5941" y="6752"/>
                    <a:pt x="5787" y="7026"/>
                  </a:cubicBezTo>
                  <a:cubicBezTo>
                    <a:pt x="5715" y="7180"/>
                    <a:pt x="5679" y="7169"/>
                    <a:pt x="5584" y="7538"/>
                  </a:cubicBezTo>
                  <a:cubicBezTo>
                    <a:pt x="5584" y="7550"/>
                    <a:pt x="5477" y="7776"/>
                    <a:pt x="5477" y="8181"/>
                  </a:cubicBezTo>
                  <a:cubicBezTo>
                    <a:pt x="5477" y="8502"/>
                    <a:pt x="5536" y="8835"/>
                    <a:pt x="5667" y="9133"/>
                  </a:cubicBezTo>
                  <a:cubicBezTo>
                    <a:pt x="5703" y="9181"/>
                    <a:pt x="5727" y="9228"/>
                    <a:pt x="5763" y="9288"/>
                  </a:cubicBezTo>
                  <a:cubicBezTo>
                    <a:pt x="5917" y="9621"/>
                    <a:pt x="5906" y="9562"/>
                    <a:pt x="6037" y="9728"/>
                  </a:cubicBezTo>
                  <a:cubicBezTo>
                    <a:pt x="6096" y="9776"/>
                    <a:pt x="6144" y="9859"/>
                    <a:pt x="6203" y="9919"/>
                  </a:cubicBezTo>
                  <a:lnTo>
                    <a:pt x="6239" y="9943"/>
                  </a:lnTo>
                  <a:cubicBezTo>
                    <a:pt x="6144" y="10145"/>
                    <a:pt x="5953" y="10276"/>
                    <a:pt x="5727" y="10276"/>
                  </a:cubicBezTo>
                  <a:lnTo>
                    <a:pt x="4548" y="10276"/>
                  </a:lnTo>
                  <a:cubicBezTo>
                    <a:pt x="4465" y="10276"/>
                    <a:pt x="4370" y="10347"/>
                    <a:pt x="4370" y="10455"/>
                  </a:cubicBezTo>
                  <a:cubicBezTo>
                    <a:pt x="4370" y="10538"/>
                    <a:pt x="4453" y="10633"/>
                    <a:pt x="4548" y="10633"/>
                  </a:cubicBezTo>
                  <a:lnTo>
                    <a:pt x="5727" y="10633"/>
                  </a:lnTo>
                  <a:cubicBezTo>
                    <a:pt x="6060" y="10633"/>
                    <a:pt x="6358" y="10455"/>
                    <a:pt x="6501" y="10169"/>
                  </a:cubicBezTo>
                  <a:cubicBezTo>
                    <a:pt x="6931" y="10472"/>
                    <a:pt x="7425" y="10620"/>
                    <a:pt x="7915" y="10620"/>
                  </a:cubicBezTo>
                  <a:cubicBezTo>
                    <a:pt x="8523" y="10620"/>
                    <a:pt x="9123" y="10391"/>
                    <a:pt x="9585" y="9943"/>
                  </a:cubicBezTo>
                  <a:cubicBezTo>
                    <a:pt x="9606" y="9943"/>
                    <a:pt x="9627" y="9944"/>
                    <a:pt x="9648" y="9944"/>
                  </a:cubicBezTo>
                  <a:cubicBezTo>
                    <a:pt x="10702" y="9944"/>
                    <a:pt x="11549" y="9076"/>
                    <a:pt x="11549" y="8026"/>
                  </a:cubicBezTo>
                  <a:lnTo>
                    <a:pt x="11549" y="4847"/>
                  </a:lnTo>
                  <a:cubicBezTo>
                    <a:pt x="11561" y="3966"/>
                    <a:pt x="10978" y="3192"/>
                    <a:pt x="10144" y="2966"/>
                  </a:cubicBezTo>
                  <a:cubicBezTo>
                    <a:pt x="10132" y="2962"/>
                    <a:pt x="10118" y="2960"/>
                    <a:pt x="10105" y="2960"/>
                  </a:cubicBezTo>
                  <a:cubicBezTo>
                    <a:pt x="10031" y="2960"/>
                    <a:pt x="9952" y="3014"/>
                    <a:pt x="9942" y="3085"/>
                  </a:cubicBezTo>
                  <a:cubicBezTo>
                    <a:pt x="9906" y="3180"/>
                    <a:pt x="9966" y="3275"/>
                    <a:pt x="10061" y="3299"/>
                  </a:cubicBezTo>
                  <a:cubicBezTo>
                    <a:pt x="10740" y="3490"/>
                    <a:pt x="11204" y="4109"/>
                    <a:pt x="11204" y="4811"/>
                  </a:cubicBezTo>
                  <a:lnTo>
                    <a:pt x="11204" y="6228"/>
                  </a:lnTo>
                  <a:lnTo>
                    <a:pt x="9394" y="6228"/>
                  </a:lnTo>
                  <a:cubicBezTo>
                    <a:pt x="9251" y="6121"/>
                    <a:pt x="9275" y="6133"/>
                    <a:pt x="9120" y="6061"/>
                  </a:cubicBezTo>
                  <a:cubicBezTo>
                    <a:pt x="8882" y="5930"/>
                    <a:pt x="8894" y="5942"/>
                    <a:pt x="8704" y="5871"/>
                  </a:cubicBezTo>
                  <a:cubicBezTo>
                    <a:pt x="8465" y="5776"/>
                    <a:pt x="8454" y="5776"/>
                    <a:pt x="8239" y="5752"/>
                  </a:cubicBezTo>
                  <a:cubicBezTo>
                    <a:pt x="8180" y="5728"/>
                    <a:pt x="8120" y="5716"/>
                    <a:pt x="8061" y="5716"/>
                  </a:cubicBezTo>
                  <a:lnTo>
                    <a:pt x="8061" y="4799"/>
                  </a:lnTo>
                  <a:cubicBezTo>
                    <a:pt x="8061" y="4037"/>
                    <a:pt x="8620" y="3382"/>
                    <a:pt x="9358" y="3251"/>
                  </a:cubicBezTo>
                  <a:cubicBezTo>
                    <a:pt x="9454" y="3228"/>
                    <a:pt x="9525" y="3144"/>
                    <a:pt x="9513" y="3037"/>
                  </a:cubicBezTo>
                  <a:cubicBezTo>
                    <a:pt x="9491" y="2960"/>
                    <a:pt x="9418" y="2893"/>
                    <a:pt x="9322" y="2893"/>
                  </a:cubicBezTo>
                  <a:cubicBezTo>
                    <a:pt x="9315" y="2893"/>
                    <a:pt x="9307" y="2893"/>
                    <a:pt x="9299" y="2894"/>
                  </a:cubicBezTo>
                  <a:cubicBezTo>
                    <a:pt x="8382" y="3061"/>
                    <a:pt x="7727" y="3847"/>
                    <a:pt x="7727" y="4787"/>
                  </a:cubicBezTo>
                  <a:lnTo>
                    <a:pt x="7727" y="5716"/>
                  </a:lnTo>
                  <a:cubicBezTo>
                    <a:pt x="7322" y="5752"/>
                    <a:pt x="6965" y="5871"/>
                    <a:pt x="6632" y="6073"/>
                  </a:cubicBezTo>
                  <a:lnTo>
                    <a:pt x="6632" y="3549"/>
                  </a:lnTo>
                  <a:cubicBezTo>
                    <a:pt x="6632" y="3037"/>
                    <a:pt x="6239" y="2632"/>
                    <a:pt x="5727" y="2632"/>
                  </a:cubicBezTo>
                  <a:lnTo>
                    <a:pt x="5203" y="2632"/>
                  </a:lnTo>
                  <a:lnTo>
                    <a:pt x="5203" y="2311"/>
                  </a:lnTo>
                  <a:lnTo>
                    <a:pt x="5763" y="2311"/>
                  </a:lnTo>
                  <a:cubicBezTo>
                    <a:pt x="5846" y="2311"/>
                    <a:pt x="5941" y="2239"/>
                    <a:pt x="5941" y="2132"/>
                  </a:cubicBezTo>
                  <a:lnTo>
                    <a:pt x="5941" y="180"/>
                  </a:lnTo>
                  <a:cubicBezTo>
                    <a:pt x="5941" y="96"/>
                    <a:pt x="5858" y="1"/>
                    <a:pt x="5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" name="Google Shape;660;p59"/>
          <p:cNvGrpSpPr/>
          <p:nvPr/>
        </p:nvGrpSpPr>
        <p:grpSpPr>
          <a:xfrm>
            <a:off x="834015" y="3122524"/>
            <a:ext cx="396869" cy="494814"/>
            <a:chOff x="8007400" y="2902278"/>
            <a:chExt cx="285230" cy="355597"/>
          </a:xfrm>
        </p:grpSpPr>
        <p:sp>
          <p:nvSpPr>
            <p:cNvPr id="661" name="Google Shape;661;p59"/>
            <p:cNvSpPr/>
            <p:nvPr/>
          </p:nvSpPr>
          <p:spPr>
            <a:xfrm>
              <a:off x="8134820" y="3165305"/>
              <a:ext cx="39851" cy="39851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32" y="310"/>
                  </a:moveTo>
                  <a:cubicBezTo>
                    <a:pt x="799" y="310"/>
                    <a:pt x="930" y="441"/>
                    <a:pt x="930" y="608"/>
                  </a:cubicBezTo>
                  <a:cubicBezTo>
                    <a:pt x="930" y="775"/>
                    <a:pt x="799" y="906"/>
                    <a:pt x="632" y="906"/>
                  </a:cubicBezTo>
                  <a:cubicBezTo>
                    <a:pt x="465" y="906"/>
                    <a:pt x="334" y="775"/>
                    <a:pt x="334" y="608"/>
                  </a:cubicBezTo>
                  <a:cubicBezTo>
                    <a:pt x="334" y="441"/>
                    <a:pt x="465" y="310"/>
                    <a:pt x="632" y="310"/>
                  </a:cubicBezTo>
                  <a:close/>
                  <a:moveTo>
                    <a:pt x="632" y="1"/>
                  </a:moveTo>
                  <a:cubicBezTo>
                    <a:pt x="287" y="1"/>
                    <a:pt x="1" y="275"/>
                    <a:pt x="1" y="620"/>
                  </a:cubicBezTo>
                  <a:cubicBezTo>
                    <a:pt x="1" y="965"/>
                    <a:pt x="287" y="1251"/>
                    <a:pt x="632" y="1251"/>
                  </a:cubicBezTo>
                  <a:cubicBezTo>
                    <a:pt x="977" y="1251"/>
                    <a:pt x="1251" y="965"/>
                    <a:pt x="1251" y="620"/>
                  </a:cubicBezTo>
                  <a:cubicBezTo>
                    <a:pt x="1251" y="275"/>
                    <a:pt x="977" y="1"/>
                    <a:pt x="6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59"/>
            <p:cNvSpPr/>
            <p:nvPr/>
          </p:nvSpPr>
          <p:spPr>
            <a:xfrm>
              <a:off x="8007400" y="2902278"/>
              <a:ext cx="285230" cy="355597"/>
            </a:xfrm>
            <a:custGeom>
              <a:avLst/>
              <a:gdLst/>
              <a:ahLst/>
              <a:cxnLst/>
              <a:rect l="l" t="t" r="r" b="b"/>
              <a:pathLst>
                <a:path w="8954" h="11163" extrusionOk="0">
                  <a:moveTo>
                    <a:pt x="6528" y="337"/>
                  </a:moveTo>
                  <a:cubicBezTo>
                    <a:pt x="6549" y="337"/>
                    <a:pt x="6573" y="346"/>
                    <a:pt x="6596" y="364"/>
                  </a:cubicBezTo>
                  <a:lnTo>
                    <a:pt x="7632" y="1412"/>
                  </a:lnTo>
                  <a:cubicBezTo>
                    <a:pt x="7668" y="1435"/>
                    <a:pt x="7668" y="1483"/>
                    <a:pt x="7632" y="1519"/>
                  </a:cubicBezTo>
                  <a:lnTo>
                    <a:pt x="7489" y="1674"/>
                  </a:lnTo>
                  <a:cubicBezTo>
                    <a:pt x="7472" y="1691"/>
                    <a:pt x="7454" y="1700"/>
                    <a:pt x="7434" y="1700"/>
                  </a:cubicBezTo>
                  <a:cubicBezTo>
                    <a:pt x="7415" y="1700"/>
                    <a:pt x="7394" y="1691"/>
                    <a:pt x="7370" y="1674"/>
                  </a:cubicBezTo>
                  <a:lnTo>
                    <a:pt x="6323" y="626"/>
                  </a:lnTo>
                  <a:cubicBezTo>
                    <a:pt x="6299" y="590"/>
                    <a:pt x="6299" y="542"/>
                    <a:pt x="6323" y="519"/>
                  </a:cubicBezTo>
                  <a:lnTo>
                    <a:pt x="6477" y="364"/>
                  </a:lnTo>
                  <a:cubicBezTo>
                    <a:pt x="6489" y="346"/>
                    <a:pt x="6507" y="337"/>
                    <a:pt x="6528" y="337"/>
                  </a:cubicBezTo>
                  <a:close/>
                  <a:moveTo>
                    <a:pt x="6299" y="1066"/>
                  </a:moveTo>
                  <a:lnTo>
                    <a:pt x="7001" y="1769"/>
                  </a:lnTo>
                  <a:lnTo>
                    <a:pt x="6346" y="2424"/>
                  </a:lnTo>
                  <a:lnTo>
                    <a:pt x="5644" y="1721"/>
                  </a:lnTo>
                  <a:lnTo>
                    <a:pt x="6299" y="1066"/>
                  </a:lnTo>
                  <a:close/>
                  <a:moveTo>
                    <a:pt x="2155" y="4698"/>
                  </a:moveTo>
                  <a:lnTo>
                    <a:pt x="2453" y="4995"/>
                  </a:lnTo>
                  <a:lnTo>
                    <a:pt x="2215" y="5198"/>
                  </a:lnTo>
                  <a:cubicBezTo>
                    <a:pt x="2203" y="5216"/>
                    <a:pt x="2182" y="5225"/>
                    <a:pt x="2160" y="5225"/>
                  </a:cubicBezTo>
                  <a:cubicBezTo>
                    <a:pt x="2137" y="5225"/>
                    <a:pt x="2114" y="5216"/>
                    <a:pt x="2096" y="5198"/>
                  </a:cubicBezTo>
                  <a:lnTo>
                    <a:pt x="1941" y="5031"/>
                  </a:lnTo>
                  <a:cubicBezTo>
                    <a:pt x="1905" y="5007"/>
                    <a:pt x="1905" y="4948"/>
                    <a:pt x="1941" y="4924"/>
                  </a:cubicBezTo>
                  <a:lnTo>
                    <a:pt x="2155" y="4698"/>
                  </a:lnTo>
                  <a:close/>
                  <a:moveTo>
                    <a:pt x="2408" y="3865"/>
                  </a:moveTo>
                  <a:cubicBezTo>
                    <a:pt x="2416" y="3865"/>
                    <a:pt x="2422" y="3869"/>
                    <a:pt x="2429" y="3876"/>
                  </a:cubicBezTo>
                  <a:lnTo>
                    <a:pt x="2572" y="4031"/>
                  </a:lnTo>
                  <a:cubicBezTo>
                    <a:pt x="4203" y="5662"/>
                    <a:pt x="4144" y="5579"/>
                    <a:pt x="4108" y="5603"/>
                  </a:cubicBezTo>
                  <a:lnTo>
                    <a:pt x="3846" y="5876"/>
                  </a:lnTo>
                  <a:cubicBezTo>
                    <a:pt x="3842" y="5879"/>
                    <a:pt x="3839" y="5883"/>
                    <a:pt x="3835" y="5883"/>
                  </a:cubicBezTo>
                  <a:cubicBezTo>
                    <a:pt x="3804" y="5883"/>
                    <a:pt x="3678" y="5722"/>
                    <a:pt x="2120" y="4174"/>
                  </a:cubicBezTo>
                  <a:cubicBezTo>
                    <a:pt x="2096" y="4162"/>
                    <a:pt x="2096" y="4138"/>
                    <a:pt x="2120" y="4138"/>
                  </a:cubicBezTo>
                  <a:cubicBezTo>
                    <a:pt x="2328" y="3930"/>
                    <a:pt x="2378" y="3865"/>
                    <a:pt x="2408" y="3865"/>
                  </a:cubicBezTo>
                  <a:close/>
                  <a:moveTo>
                    <a:pt x="3025" y="5579"/>
                  </a:moveTo>
                  <a:lnTo>
                    <a:pt x="3322" y="5876"/>
                  </a:lnTo>
                  <a:lnTo>
                    <a:pt x="3084" y="6079"/>
                  </a:lnTo>
                  <a:cubicBezTo>
                    <a:pt x="3066" y="6097"/>
                    <a:pt x="3042" y="6106"/>
                    <a:pt x="3020" y="6106"/>
                  </a:cubicBezTo>
                  <a:cubicBezTo>
                    <a:pt x="2998" y="6106"/>
                    <a:pt x="2977" y="6097"/>
                    <a:pt x="2965" y="6079"/>
                  </a:cubicBezTo>
                  <a:lnTo>
                    <a:pt x="2798" y="5912"/>
                  </a:lnTo>
                  <a:cubicBezTo>
                    <a:pt x="2774" y="5888"/>
                    <a:pt x="2774" y="5829"/>
                    <a:pt x="2798" y="5793"/>
                  </a:cubicBezTo>
                  <a:lnTo>
                    <a:pt x="3025" y="5579"/>
                  </a:lnTo>
                  <a:close/>
                  <a:moveTo>
                    <a:pt x="3025" y="6936"/>
                  </a:moveTo>
                  <a:cubicBezTo>
                    <a:pt x="3072" y="6936"/>
                    <a:pt x="3096" y="6972"/>
                    <a:pt x="3096" y="7019"/>
                  </a:cubicBezTo>
                  <a:lnTo>
                    <a:pt x="3096" y="7269"/>
                  </a:lnTo>
                  <a:cubicBezTo>
                    <a:pt x="3096" y="7317"/>
                    <a:pt x="3072" y="7341"/>
                    <a:pt x="3025" y="7341"/>
                  </a:cubicBezTo>
                  <a:lnTo>
                    <a:pt x="405" y="7341"/>
                  </a:lnTo>
                  <a:cubicBezTo>
                    <a:pt x="369" y="7341"/>
                    <a:pt x="334" y="7305"/>
                    <a:pt x="334" y="7269"/>
                  </a:cubicBezTo>
                  <a:lnTo>
                    <a:pt x="334" y="7019"/>
                  </a:lnTo>
                  <a:cubicBezTo>
                    <a:pt x="334" y="6972"/>
                    <a:pt x="358" y="6936"/>
                    <a:pt x="405" y="6936"/>
                  </a:cubicBezTo>
                  <a:close/>
                  <a:moveTo>
                    <a:pt x="1834" y="7674"/>
                  </a:moveTo>
                  <a:cubicBezTo>
                    <a:pt x="2060" y="7960"/>
                    <a:pt x="2322" y="8210"/>
                    <a:pt x="2632" y="8401"/>
                  </a:cubicBezTo>
                  <a:cubicBezTo>
                    <a:pt x="2608" y="8448"/>
                    <a:pt x="2572" y="8496"/>
                    <a:pt x="2548" y="8520"/>
                  </a:cubicBezTo>
                  <a:cubicBezTo>
                    <a:pt x="2489" y="8591"/>
                    <a:pt x="2441" y="8663"/>
                    <a:pt x="2393" y="8746"/>
                  </a:cubicBezTo>
                  <a:cubicBezTo>
                    <a:pt x="2382" y="8770"/>
                    <a:pt x="2334" y="8805"/>
                    <a:pt x="2322" y="8853"/>
                  </a:cubicBezTo>
                  <a:cubicBezTo>
                    <a:pt x="1846" y="8555"/>
                    <a:pt x="1465" y="8151"/>
                    <a:pt x="1167" y="7674"/>
                  </a:cubicBezTo>
                  <a:close/>
                  <a:moveTo>
                    <a:pt x="4632" y="7793"/>
                  </a:moveTo>
                  <a:cubicBezTo>
                    <a:pt x="5870" y="7793"/>
                    <a:pt x="6846" y="8793"/>
                    <a:pt x="6918" y="9936"/>
                  </a:cubicBezTo>
                  <a:lnTo>
                    <a:pt x="2334" y="9936"/>
                  </a:lnTo>
                  <a:cubicBezTo>
                    <a:pt x="2417" y="8770"/>
                    <a:pt x="3406" y="7793"/>
                    <a:pt x="4632" y="7793"/>
                  </a:cubicBezTo>
                  <a:close/>
                  <a:moveTo>
                    <a:pt x="6525" y="1"/>
                  </a:moveTo>
                  <a:cubicBezTo>
                    <a:pt x="6421" y="1"/>
                    <a:pt x="6317" y="42"/>
                    <a:pt x="6239" y="126"/>
                  </a:cubicBezTo>
                  <a:lnTo>
                    <a:pt x="6084" y="269"/>
                  </a:lnTo>
                  <a:cubicBezTo>
                    <a:pt x="5942" y="423"/>
                    <a:pt x="5942" y="662"/>
                    <a:pt x="6073" y="804"/>
                  </a:cubicBezTo>
                  <a:lnTo>
                    <a:pt x="5406" y="1483"/>
                  </a:lnTo>
                  <a:lnTo>
                    <a:pt x="5251" y="1328"/>
                  </a:lnTo>
                  <a:cubicBezTo>
                    <a:pt x="5221" y="1299"/>
                    <a:pt x="5180" y="1284"/>
                    <a:pt x="5136" y="1284"/>
                  </a:cubicBezTo>
                  <a:cubicBezTo>
                    <a:pt x="5093" y="1284"/>
                    <a:pt x="5049" y="1299"/>
                    <a:pt x="5013" y="1328"/>
                  </a:cubicBezTo>
                  <a:lnTo>
                    <a:pt x="3977" y="2376"/>
                  </a:lnTo>
                  <a:cubicBezTo>
                    <a:pt x="3917" y="2436"/>
                    <a:pt x="3917" y="2531"/>
                    <a:pt x="3977" y="2614"/>
                  </a:cubicBezTo>
                  <a:cubicBezTo>
                    <a:pt x="4007" y="2644"/>
                    <a:pt x="4045" y="2659"/>
                    <a:pt x="4087" y="2659"/>
                  </a:cubicBezTo>
                  <a:cubicBezTo>
                    <a:pt x="4129" y="2659"/>
                    <a:pt x="4173" y="2644"/>
                    <a:pt x="4215" y="2614"/>
                  </a:cubicBezTo>
                  <a:lnTo>
                    <a:pt x="5132" y="1685"/>
                  </a:lnTo>
                  <a:lnTo>
                    <a:pt x="6299" y="2852"/>
                  </a:lnTo>
                  <a:lnTo>
                    <a:pt x="4060" y="5079"/>
                  </a:lnTo>
                  <a:lnTo>
                    <a:pt x="2905" y="3924"/>
                  </a:lnTo>
                  <a:lnTo>
                    <a:pt x="3739" y="3090"/>
                  </a:lnTo>
                  <a:cubicBezTo>
                    <a:pt x="3798" y="3031"/>
                    <a:pt x="3798" y="2924"/>
                    <a:pt x="3739" y="2864"/>
                  </a:cubicBezTo>
                  <a:cubicBezTo>
                    <a:pt x="3709" y="2834"/>
                    <a:pt x="3667" y="2820"/>
                    <a:pt x="3624" y="2820"/>
                  </a:cubicBezTo>
                  <a:cubicBezTo>
                    <a:pt x="3581" y="2820"/>
                    <a:pt x="3536" y="2834"/>
                    <a:pt x="3501" y="2864"/>
                  </a:cubicBezTo>
                  <a:lnTo>
                    <a:pt x="2667" y="3698"/>
                  </a:lnTo>
                  <a:lnTo>
                    <a:pt x="2632" y="3662"/>
                  </a:lnTo>
                  <a:cubicBezTo>
                    <a:pt x="2566" y="3596"/>
                    <a:pt x="2477" y="3564"/>
                    <a:pt x="2388" y="3564"/>
                  </a:cubicBezTo>
                  <a:cubicBezTo>
                    <a:pt x="2298" y="3564"/>
                    <a:pt x="2209" y="3596"/>
                    <a:pt x="2143" y="3662"/>
                  </a:cubicBezTo>
                  <a:lnTo>
                    <a:pt x="1870" y="3936"/>
                  </a:lnTo>
                  <a:cubicBezTo>
                    <a:pt x="1739" y="4067"/>
                    <a:pt x="1739" y="4293"/>
                    <a:pt x="1870" y="4424"/>
                  </a:cubicBezTo>
                  <a:lnTo>
                    <a:pt x="1905" y="4460"/>
                  </a:lnTo>
                  <a:cubicBezTo>
                    <a:pt x="1751" y="4638"/>
                    <a:pt x="1548" y="4722"/>
                    <a:pt x="1548" y="4972"/>
                  </a:cubicBezTo>
                  <a:cubicBezTo>
                    <a:pt x="1548" y="5079"/>
                    <a:pt x="1596" y="5186"/>
                    <a:pt x="1667" y="5269"/>
                  </a:cubicBezTo>
                  <a:cubicBezTo>
                    <a:pt x="1786" y="5376"/>
                    <a:pt x="1870" y="5555"/>
                    <a:pt x="2132" y="5555"/>
                  </a:cubicBezTo>
                  <a:cubicBezTo>
                    <a:pt x="2382" y="5555"/>
                    <a:pt x="2465" y="5353"/>
                    <a:pt x="2644" y="5198"/>
                  </a:cubicBezTo>
                  <a:lnTo>
                    <a:pt x="2763" y="5317"/>
                  </a:lnTo>
                  <a:cubicBezTo>
                    <a:pt x="2620" y="5495"/>
                    <a:pt x="2405" y="5591"/>
                    <a:pt x="2405" y="5841"/>
                  </a:cubicBezTo>
                  <a:cubicBezTo>
                    <a:pt x="2405" y="6079"/>
                    <a:pt x="2608" y="6186"/>
                    <a:pt x="2691" y="6305"/>
                  </a:cubicBezTo>
                  <a:cubicBezTo>
                    <a:pt x="2763" y="6377"/>
                    <a:pt x="2870" y="6424"/>
                    <a:pt x="2989" y="6424"/>
                  </a:cubicBezTo>
                  <a:cubicBezTo>
                    <a:pt x="3239" y="6424"/>
                    <a:pt x="3334" y="6210"/>
                    <a:pt x="3513" y="6067"/>
                  </a:cubicBezTo>
                  <a:cubicBezTo>
                    <a:pt x="3525" y="6079"/>
                    <a:pt x="3620" y="6198"/>
                    <a:pt x="3798" y="6198"/>
                  </a:cubicBezTo>
                  <a:cubicBezTo>
                    <a:pt x="3882" y="6198"/>
                    <a:pt x="3977" y="6162"/>
                    <a:pt x="4048" y="6091"/>
                  </a:cubicBezTo>
                  <a:lnTo>
                    <a:pt x="4310" y="5829"/>
                  </a:lnTo>
                  <a:cubicBezTo>
                    <a:pt x="4453" y="5686"/>
                    <a:pt x="4453" y="5472"/>
                    <a:pt x="4310" y="5329"/>
                  </a:cubicBezTo>
                  <a:lnTo>
                    <a:pt x="4287" y="5305"/>
                  </a:lnTo>
                  <a:lnTo>
                    <a:pt x="6239" y="3352"/>
                  </a:lnTo>
                  <a:cubicBezTo>
                    <a:pt x="6930" y="3924"/>
                    <a:pt x="7335" y="4733"/>
                    <a:pt x="7335" y="5626"/>
                  </a:cubicBezTo>
                  <a:cubicBezTo>
                    <a:pt x="7335" y="6555"/>
                    <a:pt x="6906" y="7412"/>
                    <a:pt x="6156" y="7984"/>
                  </a:cubicBezTo>
                  <a:cubicBezTo>
                    <a:pt x="5690" y="7638"/>
                    <a:pt x="5153" y="7470"/>
                    <a:pt x="4619" y="7470"/>
                  </a:cubicBezTo>
                  <a:cubicBezTo>
                    <a:pt x="3993" y="7470"/>
                    <a:pt x="3371" y="7701"/>
                    <a:pt x="2870" y="8151"/>
                  </a:cubicBezTo>
                  <a:cubicBezTo>
                    <a:pt x="2644" y="8008"/>
                    <a:pt x="2453" y="7853"/>
                    <a:pt x="2274" y="7650"/>
                  </a:cubicBezTo>
                  <a:lnTo>
                    <a:pt x="3025" y="7650"/>
                  </a:lnTo>
                  <a:cubicBezTo>
                    <a:pt x="3239" y="7650"/>
                    <a:pt x="3417" y="7472"/>
                    <a:pt x="3417" y="7258"/>
                  </a:cubicBezTo>
                  <a:lnTo>
                    <a:pt x="3417" y="6996"/>
                  </a:lnTo>
                  <a:cubicBezTo>
                    <a:pt x="3417" y="6781"/>
                    <a:pt x="3239" y="6603"/>
                    <a:pt x="3025" y="6603"/>
                  </a:cubicBezTo>
                  <a:lnTo>
                    <a:pt x="405" y="6603"/>
                  </a:lnTo>
                  <a:cubicBezTo>
                    <a:pt x="179" y="6603"/>
                    <a:pt x="0" y="6781"/>
                    <a:pt x="0" y="6996"/>
                  </a:cubicBezTo>
                  <a:lnTo>
                    <a:pt x="0" y="7258"/>
                  </a:lnTo>
                  <a:cubicBezTo>
                    <a:pt x="0" y="7472"/>
                    <a:pt x="179" y="7650"/>
                    <a:pt x="405" y="7650"/>
                  </a:cubicBezTo>
                  <a:lnTo>
                    <a:pt x="774" y="7650"/>
                  </a:lnTo>
                  <a:cubicBezTo>
                    <a:pt x="1036" y="8162"/>
                    <a:pt x="1548" y="8722"/>
                    <a:pt x="2191" y="9127"/>
                  </a:cubicBezTo>
                  <a:cubicBezTo>
                    <a:pt x="2084" y="9377"/>
                    <a:pt x="2036" y="9651"/>
                    <a:pt x="2012" y="9936"/>
                  </a:cubicBezTo>
                  <a:lnTo>
                    <a:pt x="846" y="9936"/>
                  </a:lnTo>
                  <a:cubicBezTo>
                    <a:pt x="774" y="9936"/>
                    <a:pt x="715" y="9972"/>
                    <a:pt x="703" y="10032"/>
                  </a:cubicBezTo>
                  <a:lnTo>
                    <a:pt x="346" y="10948"/>
                  </a:lnTo>
                  <a:cubicBezTo>
                    <a:pt x="298" y="11044"/>
                    <a:pt x="381" y="11163"/>
                    <a:pt x="488" y="11163"/>
                  </a:cubicBezTo>
                  <a:lnTo>
                    <a:pt x="1393" y="11163"/>
                  </a:lnTo>
                  <a:cubicBezTo>
                    <a:pt x="1489" y="11163"/>
                    <a:pt x="1560" y="11091"/>
                    <a:pt x="1560" y="11008"/>
                  </a:cubicBezTo>
                  <a:cubicBezTo>
                    <a:pt x="1560" y="10913"/>
                    <a:pt x="1489" y="10841"/>
                    <a:pt x="1393" y="10841"/>
                  </a:cubicBezTo>
                  <a:lnTo>
                    <a:pt x="739" y="10841"/>
                  </a:lnTo>
                  <a:lnTo>
                    <a:pt x="965" y="10258"/>
                  </a:lnTo>
                  <a:lnTo>
                    <a:pt x="8299" y="10258"/>
                  </a:lnTo>
                  <a:lnTo>
                    <a:pt x="8525" y="10841"/>
                  </a:lnTo>
                  <a:lnTo>
                    <a:pt x="2167" y="10841"/>
                  </a:lnTo>
                  <a:cubicBezTo>
                    <a:pt x="2084" y="10841"/>
                    <a:pt x="2012" y="10913"/>
                    <a:pt x="2012" y="11008"/>
                  </a:cubicBezTo>
                  <a:cubicBezTo>
                    <a:pt x="2012" y="11091"/>
                    <a:pt x="2084" y="11163"/>
                    <a:pt x="2167" y="11163"/>
                  </a:cubicBezTo>
                  <a:lnTo>
                    <a:pt x="8763" y="11163"/>
                  </a:lnTo>
                  <a:cubicBezTo>
                    <a:pt x="8882" y="11163"/>
                    <a:pt x="8954" y="11044"/>
                    <a:pt x="8918" y="10948"/>
                  </a:cubicBezTo>
                  <a:lnTo>
                    <a:pt x="8561" y="10044"/>
                  </a:lnTo>
                  <a:cubicBezTo>
                    <a:pt x="8525" y="9984"/>
                    <a:pt x="8466" y="9936"/>
                    <a:pt x="8406" y="9936"/>
                  </a:cubicBezTo>
                  <a:lnTo>
                    <a:pt x="7251" y="9936"/>
                  </a:lnTo>
                  <a:cubicBezTo>
                    <a:pt x="7216" y="9555"/>
                    <a:pt x="7132" y="9198"/>
                    <a:pt x="6965" y="8889"/>
                  </a:cubicBezTo>
                  <a:cubicBezTo>
                    <a:pt x="7847" y="8210"/>
                    <a:pt x="8430" y="7174"/>
                    <a:pt x="8525" y="6067"/>
                  </a:cubicBezTo>
                  <a:cubicBezTo>
                    <a:pt x="8537" y="5972"/>
                    <a:pt x="8466" y="5900"/>
                    <a:pt x="8382" y="5888"/>
                  </a:cubicBezTo>
                  <a:cubicBezTo>
                    <a:pt x="8371" y="5886"/>
                    <a:pt x="8360" y="5884"/>
                    <a:pt x="8350" y="5884"/>
                  </a:cubicBezTo>
                  <a:cubicBezTo>
                    <a:pt x="8271" y="5884"/>
                    <a:pt x="8214" y="5958"/>
                    <a:pt x="8204" y="6031"/>
                  </a:cubicBezTo>
                  <a:cubicBezTo>
                    <a:pt x="8097" y="7043"/>
                    <a:pt x="7597" y="7972"/>
                    <a:pt x="6799" y="8603"/>
                  </a:cubicBezTo>
                  <a:cubicBezTo>
                    <a:pt x="6751" y="8543"/>
                    <a:pt x="6715" y="8508"/>
                    <a:pt x="6668" y="8460"/>
                  </a:cubicBezTo>
                  <a:cubicBezTo>
                    <a:pt x="6608" y="8389"/>
                    <a:pt x="6537" y="8293"/>
                    <a:pt x="6454" y="8222"/>
                  </a:cubicBezTo>
                  <a:lnTo>
                    <a:pt x="6430" y="8186"/>
                  </a:lnTo>
                  <a:cubicBezTo>
                    <a:pt x="8037" y="6912"/>
                    <a:pt x="8097" y="4460"/>
                    <a:pt x="6477" y="3114"/>
                  </a:cubicBezTo>
                  <a:lnTo>
                    <a:pt x="6632" y="2948"/>
                  </a:lnTo>
                  <a:cubicBezTo>
                    <a:pt x="6692" y="2888"/>
                    <a:pt x="6692" y="2793"/>
                    <a:pt x="6632" y="2733"/>
                  </a:cubicBezTo>
                  <a:lnTo>
                    <a:pt x="6561" y="2650"/>
                  </a:lnTo>
                  <a:lnTo>
                    <a:pt x="6656" y="2567"/>
                  </a:lnTo>
                  <a:cubicBezTo>
                    <a:pt x="7013" y="2793"/>
                    <a:pt x="7489" y="3305"/>
                    <a:pt x="7799" y="3900"/>
                  </a:cubicBezTo>
                  <a:cubicBezTo>
                    <a:pt x="8037" y="4352"/>
                    <a:pt x="8168" y="4876"/>
                    <a:pt x="8216" y="5376"/>
                  </a:cubicBezTo>
                  <a:cubicBezTo>
                    <a:pt x="8216" y="5465"/>
                    <a:pt x="8287" y="5532"/>
                    <a:pt x="8373" y="5532"/>
                  </a:cubicBezTo>
                  <a:cubicBezTo>
                    <a:pt x="8380" y="5532"/>
                    <a:pt x="8387" y="5532"/>
                    <a:pt x="8394" y="5531"/>
                  </a:cubicBezTo>
                  <a:cubicBezTo>
                    <a:pt x="8478" y="5531"/>
                    <a:pt x="8561" y="5436"/>
                    <a:pt x="8537" y="5353"/>
                  </a:cubicBezTo>
                  <a:cubicBezTo>
                    <a:pt x="8454" y="4138"/>
                    <a:pt x="7858" y="3055"/>
                    <a:pt x="6894" y="2328"/>
                  </a:cubicBezTo>
                  <a:lnTo>
                    <a:pt x="7251" y="1971"/>
                  </a:lnTo>
                  <a:cubicBezTo>
                    <a:pt x="7317" y="2002"/>
                    <a:pt x="7384" y="2017"/>
                    <a:pt x="7446" y="2017"/>
                  </a:cubicBezTo>
                  <a:cubicBezTo>
                    <a:pt x="7551" y="2017"/>
                    <a:pt x="7644" y="1975"/>
                    <a:pt x="7704" y="1900"/>
                  </a:cubicBezTo>
                  <a:lnTo>
                    <a:pt x="7858" y="1745"/>
                  </a:lnTo>
                  <a:cubicBezTo>
                    <a:pt x="8025" y="1578"/>
                    <a:pt x="8025" y="1328"/>
                    <a:pt x="7858" y="1162"/>
                  </a:cubicBezTo>
                  <a:lnTo>
                    <a:pt x="6811" y="126"/>
                  </a:lnTo>
                  <a:cubicBezTo>
                    <a:pt x="6733" y="42"/>
                    <a:pt x="6629" y="1"/>
                    <a:pt x="6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3" name="Google Shape;663;p59"/>
          <p:cNvGrpSpPr/>
          <p:nvPr/>
        </p:nvGrpSpPr>
        <p:grpSpPr>
          <a:xfrm>
            <a:off x="799120" y="1493350"/>
            <a:ext cx="466117" cy="456742"/>
            <a:chOff x="6657194" y="2434073"/>
            <a:chExt cx="375507" cy="367925"/>
          </a:xfrm>
        </p:grpSpPr>
        <p:sp>
          <p:nvSpPr>
            <p:cNvPr id="664" name="Google Shape;664;p59"/>
            <p:cNvSpPr/>
            <p:nvPr/>
          </p:nvSpPr>
          <p:spPr>
            <a:xfrm>
              <a:off x="6657194" y="2434073"/>
              <a:ext cx="190780" cy="367925"/>
            </a:xfrm>
            <a:custGeom>
              <a:avLst/>
              <a:gdLst/>
              <a:ahLst/>
              <a:cxnLst/>
              <a:rect l="l" t="t" r="r" b="b"/>
              <a:pathLst>
                <a:path w="5989" h="11550" extrusionOk="0">
                  <a:moveTo>
                    <a:pt x="3024" y="346"/>
                  </a:moveTo>
                  <a:cubicBezTo>
                    <a:pt x="4465" y="346"/>
                    <a:pt x="5644" y="1524"/>
                    <a:pt x="5644" y="2965"/>
                  </a:cubicBezTo>
                  <a:lnTo>
                    <a:pt x="5644" y="5596"/>
                  </a:lnTo>
                  <a:lnTo>
                    <a:pt x="2977" y="5596"/>
                  </a:lnTo>
                  <a:cubicBezTo>
                    <a:pt x="2893" y="5596"/>
                    <a:pt x="2810" y="5668"/>
                    <a:pt x="2810" y="5763"/>
                  </a:cubicBezTo>
                  <a:cubicBezTo>
                    <a:pt x="2810" y="5846"/>
                    <a:pt x="2893" y="5930"/>
                    <a:pt x="2977" y="5930"/>
                  </a:cubicBezTo>
                  <a:lnTo>
                    <a:pt x="5644" y="5930"/>
                  </a:lnTo>
                  <a:lnTo>
                    <a:pt x="5644" y="8561"/>
                  </a:lnTo>
                  <a:cubicBezTo>
                    <a:pt x="5644" y="10002"/>
                    <a:pt x="4465" y="11180"/>
                    <a:pt x="3024" y="11180"/>
                  </a:cubicBezTo>
                  <a:lnTo>
                    <a:pt x="2965" y="11180"/>
                  </a:lnTo>
                  <a:cubicBezTo>
                    <a:pt x="1524" y="11180"/>
                    <a:pt x="345" y="10002"/>
                    <a:pt x="345" y="8561"/>
                  </a:cubicBezTo>
                  <a:lnTo>
                    <a:pt x="345" y="5930"/>
                  </a:lnTo>
                  <a:lnTo>
                    <a:pt x="2119" y="5930"/>
                  </a:lnTo>
                  <a:cubicBezTo>
                    <a:pt x="2203" y="5930"/>
                    <a:pt x="2274" y="5846"/>
                    <a:pt x="2274" y="5763"/>
                  </a:cubicBezTo>
                  <a:cubicBezTo>
                    <a:pt x="2274" y="5668"/>
                    <a:pt x="2203" y="5596"/>
                    <a:pt x="2119" y="5596"/>
                  </a:cubicBezTo>
                  <a:lnTo>
                    <a:pt x="345" y="5596"/>
                  </a:lnTo>
                  <a:lnTo>
                    <a:pt x="345" y="2965"/>
                  </a:lnTo>
                  <a:cubicBezTo>
                    <a:pt x="345" y="1524"/>
                    <a:pt x="1524" y="346"/>
                    <a:pt x="2965" y="346"/>
                  </a:cubicBezTo>
                  <a:close/>
                  <a:moveTo>
                    <a:pt x="2965" y="0"/>
                  </a:moveTo>
                  <a:cubicBezTo>
                    <a:pt x="1322" y="0"/>
                    <a:pt x="0" y="1322"/>
                    <a:pt x="0" y="2965"/>
                  </a:cubicBezTo>
                  <a:lnTo>
                    <a:pt x="0" y="8585"/>
                  </a:lnTo>
                  <a:cubicBezTo>
                    <a:pt x="0" y="10228"/>
                    <a:pt x="1322" y="11550"/>
                    <a:pt x="2965" y="11550"/>
                  </a:cubicBezTo>
                  <a:lnTo>
                    <a:pt x="3024" y="11550"/>
                  </a:lnTo>
                  <a:cubicBezTo>
                    <a:pt x="4655" y="11550"/>
                    <a:pt x="5989" y="10228"/>
                    <a:pt x="5989" y="8585"/>
                  </a:cubicBezTo>
                  <a:lnTo>
                    <a:pt x="5989" y="2953"/>
                  </a:lnTo>
                  <a:cubicBezTo>
                    <a:pt x="5965" y="1322"/>
                    <a:pt x="4644" y="0"/>
                    <a:pt x="3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59"/>
            <p:cNvSpPr/>
            <p:nvPr/>
          </p:nvSpPr>
          <p:spPr>
            <a:xfrm>
              <a:off x="6854409" y="2464399"/>
              <a:ext cx="178292" cy="162365"/>
            </a:xfrm>
            <a:custGeom>
              <a:avLst/>
              <a:gdLst/>
              <a:ahLst/>
              <a:cxnLst/>
              <a:rect l="l" t="t" r="r" b="b"/>
              <a:pathLst>
                <a:path w="5597" h="5097" extrusionOk="0">
                  <a:moveTo>
                    <a:pt x="2807" y="346"/>
                  </a:moveTo>
                  <a:cubicBezTo>
                    <a:pt x="3371" y="346"/>
                    <a:pt x="3933" y="564"/>
                    <a:pt x="4358" y="1001"/>
                  </a:cubicBezTo>
                  <a:cubicBezTo>
                    <a:pt x="5180" y="1835"/>
                    <a:pt x="5227" y="3132"/>
                    <a:pt x="4477" y="3990"/>
                  </a:cubicBezTo>
                  <a:lnTo>
                    <a:pt x="3441" y="2954"/>
                  </a:lnTo>
                  <a:cubicBezTo>
                    <a:pt x="3411" y="2924"/>
                    <a:pt x="3367" y="2909"/>
                    <a:pt x="3322" y="2909"/>
                  </a:cubicBezTo>
                  <a:cubicBezTo>
                    <a:pt x="3278" y="2909"/>
                    <a:pt x="3233" y="2924"/>
                    <a:pt x="3203" y="2954"/>
                  </a:cubicBezTo>
                  <a:cubicBezTo>
                    <a:pt x="3144" y="3013"/>
                    <a:pt x="3144" y="3132"/>
                    <a:pt x="3203" y="3192"/>
                  </a:cubicBezTo>
                  <a:lnTo>
                    <a:pt x="4239" y="4228"/>
                  </a:lnTo>
                  <a:cubicBezTo>
                    <a:pt x="3831" y="4584"/>
                    <a:pt x="3321" y="4763"/>
                    <a:pt x="2810" y="4763"/>
                  </a:cubicBezTo>
                  <a:cubicBezTo>
                    <a:pt x="2246" y="4763"/>
                    <a:pt x="1681" y="4546"/>
                    <a:pt x="1250" y="4109"/>
                  </a:cubicBezTo>
                  <a:cubicBezTo>
                    <a:pt x="417" y="3287"/>
                    <a:pt x="393" y="1977"/>
                    <a:pt x="1131" y="1120"/>
                  </a:cubicBezTo>
                  <a:lnTo>
                    <a:pt x="1131" y="1120"/>
                  </a:lnTo>
                  <a:lnTo>
                    <a:pt x="2679" y="2668"/>
                  </a:lnTo>
                  <a:cubicBezTo>
                    <a:pt x="2709" y="2698"/>
                    <a:pt x="2754" y="2713"/>
                    <a:pt x="2798" y="2713"/>
                  </a:cubicBezTo>
                  <a:cubicBezTo>
                    <a:pt x="2843" y="2713"/>
                    <a:pt x="2888" y="2698"/>
                    <a:pt x="2917" y="2668"/>
                  </a:cubicBezTo>
                  <a:cubicBezTo>
                    <a:pt x="2977" y="2608"/>
                    <a:pt x="2977" y="2489"/>
                    <a:pt x="2917" y="2430"/>
                  </a:cubicBezTo>
                  <a:lnTo>
                    <a:pt x="1370" y="882"/>
                  </a:lnTo>
                  <a:cubicBezTo>
                    <a:pt x="1783" y="525"/>
                    <a:pt x="2296" y="346"/>
                    <a:pt x="2807" y="346"/>
                  </a:cubicBezTo>
                  <a:close/>
                  <a:moveTo>
                    <a:pt x="2803" y="1"/>
                  </a:moveTo>
                  <a:cubicBezTo>
                    <a:pt x="2152" y="1"/>
                    <a:pt x="1501" y="251"/>
                    <a:pt x="1000" y="751"/>
                  </a:cubicBezTo>
                  <a:cubicBezTo>
                    <a:pt x="0" y="1739"/>
                    <a:pt x="0" y="3347"/>
                    <a:pt x="1000" y="4347"/>
                  </a:cubicBezTo>
                  <a:cubicBezTo>
                    <a:pt x="1501" y="4847"/>
                    <a:pt x="2152" y="5097"/>
                    <a:pt x="2803" y="5097"/>
                  </a:cubicBezTo>
                  <a:cubicBezTo>
                    <a:pt x="3453" y="5097"/>
                    <a:pt x="4102" y="4847"/>
                    <a:pt x="4596" y="4347"/>
                  </a:cubicBezTo>
                  <a:cubicBezTo>
                    <a:pt x="5596" y="3347"/>
                    <a:pt x="5596" y="1739"/>
                    <a:pt x="4596" y="751"/>
                  </a:cubicBezTo>
                  <a:cubicBezTo>
                    <a:pt x="4102" y="251"/>
                    <a:pt x="3453" y="1"/>
                    <a:pt x="2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59"/>
            <p:cNvSpPr/>
            <p:nvPr/>
          </p:nvSpPr>
          <p:spPr>
            <a:xfrm>
              <a:off x="6854409" y="2631288"/>
              <a:ext cx="177528" cy="162365"/>
            </a:xfrm>
            <a:custGeom>
              <a:avLst/>
              <a:gdLst/>
              <a:ahLst/>
              <a:cxnLst/>
              <a:rect l="l" t="t" r="r" b="b"/>
              <a:pathLst>
                <a:path w="5573" h="5097" extrusionOk="0">
                  <a:moveTo>
                    <a:pt x="2805" y="338"/>
                  </a:moveTo>
                  <a:cubicBezTo>
                    <a:pt x="3314" y="338"/>
                    <a:pt x="3821" y="515"/>
                    <a:pt x="4227" y="870"/>
                  </a:cubicBezTo>
                  <a:lnTo>
                    <a:pt x="1120" y="3977"/>
                  </a:lnTo>
                  <a:cubicBezTo>
                    <a:pt x="393" y="3108"/>
                    <a:pt x="417" y="1799"/>
                    <a:pt x="1239" y="989"/>
                  </a:cubicBezTo>
                  <a:cubicBezTo>
                    <a:pt x="1671" y="556"/>
                    <a:pt x="2239" y="338"/>
                    <a:pt x="2805" y="338"/>
                  </a:cubicBezTo>
                  <a:close/>
                  <a:moveTo>
                    <a:pt x="2803" y="1"/>
                  </a:moveTo>
                  <a:cubicBezTo>
                    <a:pt x="2152" y="1"/>
                    <a:pt x="1501" y="251"/>
                    <a:pt x="1000" y="751"/>
                  </a:cubicBezTo>
                  <a:cubicBezTo>
                    <a:pt x="0" y="1739"/>
                    <a:pt x="0" y="3346"/>
                    <a:pt x="1000" y="4346"/>
                  </a:cubicBezTo>
                  <a:cubicBezTo>
                    <a:pt x="1501" y="4847"/>
                    <a:pt x="2152" y="5097"/>
                    <a:pt x="2803" y="5097"/>
                  </a:cubicBezTo>
                  <a:cubicBezTo>
                    <a:pt x="3453" y="5097"/>
                    <a:pt x="4102" y="4847"/>
                    <a:pt x="4596" y="4346"/>
                  </a:cubicBezTo>
                  <a:cubicBezTo>
                    <a:pt x="4656" y="4287"/>
                    <a:pt x="4656" y="4168"/>
                    <a:pt x="4596" y="4108"/>
                  </a:cubicBezTo>
                  <a:cubicBezTo>
                    <a:pt x="4566" y="4079"/>
                    <a:pt x="4522" y="4064"/>
                    <a:pt x="4477" y="4064"/>
                  </a:cubicBezTo>
                  <a:cubicBezTo>
                    <a:pt x="4432" y="4064"/>
                    <a:pt x="4388" y="4079"/>
                    <a:pt x="4358" y="4108"/>
                  </a:cubicBezTo>
                  <a:cubicBezTo>
                    <a:pt x="3933" y="4540"/>
                    <a:pt x="3370" y="4754"/>
                    <a:pt x="2806" y="4754"/>
                  </a:cubicBezTo>
                  <a:cubicBezTo>
                    <a:pt x="2295" y="4754"/>
                    <a:pt x="1783" y="4578"/>
                    <a:pt x="1370" y="4227"/>
                  </a:cubicBezTo>
                  <a:lnTo>
                    <a:pt x="2417" y="3180"/>
                  </a:lnTo>
                  <a:lnTo>
                    <a:pt x="4477" y="1120"/>
                  </a:lnTo>
                  <a:cubicBezTo>
                    <a:pt x="5060" y="1799"/>
                    <a:pt x="5180" y="2775"/>
                    <a:pt x="4763" y="3573"/>
                  </a:cubicBezTo>
                  <a:cubicBezTo>
                    <a:pt x="4715" y="3668"/>
                    <a:pt x="4751" y="3751"/>
                    <a:pt x="4834" y="3799"/>
                  </a:cubicBezTo>
                  <a:cubicBezTo>
                    <a:pt x="4863" y="3813"/>
                    <a:pt x="4890" y="3820"/>
                    <a:pt x="4916" y="3820"/>
                  </a:cubicBezTo>
                  <a:cubicBezTo>
                    <a:pt x="4976" y="3820"/>
                    <a:pt x="5027" y="3782"/>
                    <a:pt x="5060" y="3715"/>
                  </a:cubicBezTo>
                  <a:cubicBezTo>
                    <a:pt x="5572" y="2739"/>
                    <a:pt x="5406" y="1537"/>
                    <a:pt x="4596" y="751"/>
                  </a:cubicBezTo>
                  <a:cubicBezTo>
                    <a:pt x="4102" y="251"/>
                    <a:pt x="3453" y="1"/>
                    <a:pt x="2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7" name="Google Shape;667;p59"/>
          <p:cNvSpPr/>
          <p:nvPr/>
        </p:nvSpPr>
        <p:spPr>
          <a:xfrm>
            <a:off x="5149458" y="1500947"/>
            <a:ext cx="496617" cy="494813"/>
          </a:xfrm>
          <a:custGeom>
            <a:avLst/>
            <a:gdLst/>
            <a:ahLst/>
            <a:cxnLst/>
            <a:rect l="l" t="t" r="r" b="b"/>
            <a:pathLst>
              <a:path w="11562" h="11520" extrusionOk="0">
                <a:moveTo>
                  <a:pt x="9204" y="402"/>
                </a:moveTo>
                <a:lnTo>
                  <a:pt x="11145" y="2343"/>
                </a:lnTo>
                <a:lnTo>
                  <a:pt x="11073" y="2414"/>
                </a:lnTo>
                <a:lnTo>
                  <a:pt x="9132" y="474"/>
                </a:lnTo>
                <a:lnTo>
                  <a:pt x="9204" y="402"/>
                </a:lnTo>
                <a:close/>
                <a:moveTo>
                  <a:pt x="7049" y="1712"/>
                </a:moveTo>
                <a:lnTo>
                  <a:pt x="9823" y="4486"/>
                </a:lnTo>
                <a:lnTo>
                  <a:pt x="9668" y="4629"/>
                </a:lnTo>
                <a:lnTo>
                  <a:pt x="6906" y="1855"/>
                </a:lnTo>
                <a:lnTo>
                  <a:pt x="7049" y="1712"/>
                </a:lnTo>
                <a:close/>
                <a:moveTo>
                  <a:pt x="5025" y="4927"/>
                </a:moveTo>
                <a:lnTo>
                  <a:pt x="5025" y="4927"/>
                </a:lnTo>
                <a:cubicBezTo>
                  <a:pt x="5192" y="5022"/>
                  <a:pt x="5465" y="5224"/>
                  <a:pt x="5703" y="5760"/>
                </a:cubicBezTo>
                <a:cubicBezTo>
                  <a:pt x="5965" y="6367"/>
                  <a:pt x="6323" y="6629"/>
                  <a:pt x="6596" y="6724"/>
                </a:cubicBezTo>
                <a:lnTo>
                  <a:pt x="5489" y="7832"/>
                </a:lnTo>
                <a:cubicBezTo>
                  <a:pt x="5048" y="8272"/>
                  <a:pt x="4462" y="8519"/>
                  <a:pt x="3836" y="8519"/>
                </a:cubicBezTo>
                <a:cubicBezTo>
                  <a:pt x="3768" y="8519"/>
                  <a:pt x="3700" y="8516"/>
                  <a:pt x="3632" y="8510"/>
                </a:cubicBezTo>
                <a:cubicBezTo>
                  <a:pt x="3298" y="8487"/>
                  <a:pt x="3048" y="8237"/>
                  <a:pt x="3025" y="7903"/>
                </a:cubicBezTo>
                <a:cubicBezTo>
                  <a:pt x="2977" y="7308"/>
                  <a:pt x="3156" y="6713"/>
                  <a:pt x="3525" y="6248"/>
                </a:cubicBezTo>
                <a:cubicBezTo>
                  <a:pt x="4358" y="7058"/>
                  <a:pt x="4334" y="7117"/>
                  <a:pt x="4465" y="7117"/>
                </a:cubicBezTo>
                <a:cubicBezTo>
                  <a:pt x="4608" y="7117"/>
                  <a:pt x="4691" y="6939"/>
                  <a:pt x="4584" y="6832"/>
                </a:cubicBezTo>
                <a:lnTo>
                  <a:pt x="3763" y="6010"/>
                </a:lnTo>
                <a:lnTo>
                  <a:pt x="4120" y="5653"/>
                </a:lnTo>
                <a:cubicBezTo>
                  <a:pt x="4477" y="5998"/>
                  <a:pt x="4489" y="6093"/>
                  <a:pt x="4608" y="6093"/>
                </a:cubicBezTo>
                <a:cubicBezTo>
                  <a:pt x="4763" y="6093"/>
                  <a:pt x="4834" y="5915"/>
                  <a:pt x="4727" y="5808"/>
                </a:cubicBezTo>
                <a:lnTo>
                  <a:pt x="4358" y="5439"/>
                </a:lnTo>
                <a:lnTo>
                  <a:pt x="4715" y="5081"/>
                </a:lnTo>
                <a:cubicBezTo>
                  <a:pt x="5072" y="5415"/>
                  <a:pt x="5084" y="5510"/>
                  <a:pt x="5203" y="5510"/>
                </a:cubicBezTo>
                <a:cubicBezTo>
                  <a:pt x="5358" y="5510"/>
                  <a:pt x="5430" y="5331"/>
                  <a:pt x="5322" y="5224"/>
                </a:cubicBezTo>
                <a:lnTo>
                  <a:pt x="5025" y="4927"/>
                </a:lnTo>
                <a:close/>
                <a:moveTo>
                  <a:pt x="2751" y="8248"/>
                </a:moveTo>
                <a:cubicBezTo>
                  <a:pt x="2858" y="8487"/>
                  <a:pt x="3048" y="8677"/>
                  <a:pt x="3287" y="8784"/>
                </a:cubicBezTo>
                <a:cubicBezTo>
                  <a:pt x="3036" y="9022"/>
                  <a:pt x="3001" y="9106"/>
                  <a:pt x="2882" y="9106"/>
                </a:cubicBezTo>
                <a:cubicBezTo>
                  <a:pt x="2763" y="9106"/>
                  <a:pt x="2727" y="9010"/>
                  <a:pt x="2477" y="8784"/>
                </a:cubicBezTo>
                <a:cubicBezTo>
                  <a:pt x="2405" y="8713"/>
                  <a:pt x="2405" y="8594"/>
                  <a:pt x="2477" y="8510"/>
                </a:cubicBezTo>
                <a:lnTo>
                  <a:pt x="2751" y="8248"/>
                </a:lnTo>
                <a:close/>
                <a:moveTo>
                  <a:pt x="9216" y="0"/>
                </a:moveTo>
                <a:cubicBezTo>
                  <a:pt x="9171" y="0"/>
                  <a:pt x="9127" y="15"/>
                  <a:pt x="9097" y="45"/>
                </a:cubicBezTo>
                <a:lnTo>
                  <a:pt x="8775" y="355"/>
                </a:lnTo>
                <a:cubicBezTo>
                  <a:pt x="8716" y="414"/>
                  <a:pt x="8716" y="533"/>
                  <a:pt x="8775" y="593"/>
                </a:cubicBezTo>
                <a:lnTo>
                  <a:pt x="9037" y="855"/>
                </a:lnTo>
                <a:lnTo>
                  <a:pt x="8775" y="1105"/>
                </a:lnTo>
                <a:cubicBezTo>
                  <a:pt x="8716" y="1164"/>
                  <a:pt x="8716" y="1283"/>
                  <a:pt x="8775" y="1343"/>
                </a:cubicBezTo>
                <a:cubicBezTo>
                  <a:pt x="8805" y="1373"/>
                  <a:pt x="8850" y="1387"/>
                  <a:pt x="8894" y="1387"/>
                </a:cubicBezTo>
                <a:cubicBezTo>
                  <a:pt x="8939" y="1387"/>
                  <a:pt x="8984" y="1373"/>
                  <a:pt x="9013" y="1343"/>
                </a:cubicBezTo>
                <a:lnTo>
                  <a:pt x="9275" y="1093"/>
                </a:lnTo>
                <a:lnTo>
                  <a:pt x="10466" y="2283"/>
                </a:lnTo>
                <a:lnTo>
                  <a:pt x="9275" y="3474"/>
                </a:lnTo>
                <a:lnTo>
                  <a:pt x="8085" y="2283"/>
                </a:lnTo>
                <a:lnTo>
                  <a:pt x="8406" y="1950"/>
                </a:lnTo>
                <a:cubicBezTo>
                  <a:pt x="8466" y="1890"/>
                  <a:pt x="8466" y="1771"/>
                  <a:pt x="8406" y="1712"/>
                </a:cubicBezTo>
                <a:cubicBezTo>
                  <a:pt x="8376" y="1682"/>
                  <a:pt x="8332" y="1667"/>
                  <a:pt x="8287" y="1667"/>
                </a:cubicBezTo>
                <a:cubicBezTo>
                  <a:pt x="8242" y="1667"/>
                  <a:pt x="8198" y="1682"/>
                  <a:pt x="8168" y="1712"/>
                </a:cubicBezTo>
                <a:lnTo>
                  <a:pt x="7847" y="2045"/>
                </a:lnTo>
                <a:cubicBezTo>
                  <a:pt x="7168" y="1390"/>
                  <a:pt x="7168" y="1331"/>
                  <a:pt x="7049" y="1331"/>
                </a:cubicBezTo>
                <a:cubicBezTo>
                  <a:pt x="6930" y="1331"/>
                  <a:pt x="6906" y="1414"/>
                  <a:pt x="6549" y="1760"/>
                </a:cubicBezTo>
                <a:cubicBezTo>
                  <a:pt x="6489" y="1819"/>
                  <a:pt x="6489" y="1938"/>
                  <a:pt x="6549" y="1998"/>
                </a:cubicBezTo>
                <a:lnTo>
                  <a:pt x="6918" y="2367"/>
                </a:lnTo>
                <a:lnTo>
                  <a:pt x="3346" y="5939"/>
                </a:lnTo>
                <a:cubicBezTo>
                  <a:pt x="2870" y="6462"/>
                  <a:pt x="2620" y="7165"/>
                  <a:pt x="2644" y="7879"/>
                </a:cubicBezTo>
                <a:lnTo>
                  <a:pt x="2215" y="8308"/>
                </a:lnTo>
                <a:cubicBezTo>
                  <a:pt x="2108" y="8403"/>
                  <a:pt x="2072" y="8534"/>
                  <a:pt x="2072" y="8677"/>
                </a:cubicBezTo>
                <a:cubicBezTo>
                  <a:pt x="2072" y="8915"/>
                  <a:pt x="2227" y="9070"/>
                  <a:pt x="2227" y="9070"/>
                </a:cubicBezTo>
                <a:lnTo>
                  <a:pt x="60" y="11237"/>
                </a:lnTo>
                <a:cubicBezTo>
                  <a:pt x="0" y="11296"/>
                  <a:pt x="0" y="11415"/>
                  <a:pt x="60" y="11475"/>
                </a:cubicBezTo>
                <a:cubicBezTo>
                  <a:pt x="90" y="11505"/>
                  <a:pt x="134" y="11520"/>
                  <a:pt x="179" y="11520"/>
                </a:cubicBezTo>
                <a:cubicBezTo>
                  <a:pt x="224" y="11520"/>
                  <a:pt x="268" y="11505"/>
                  <a:pt x="298" y="11475"/>
                </a:cubicBezTo>
                <a:lnTo>
                  <a:pt x="2465" y="9296"/>
                </a:lnTo>
                <a:lnTo>
                  <a:pt x="2477" y="9320"/>
                </a:lnTo>
                <a:cubicBezTo>
                  <a:pt x="2584" y="9421"/>
                  <a:pt x="2718" y="9472"/>
                  <a:pt x="2852" y="9472"/>
                </a:cubicBezTo>
                <a:cubicBezTo>
                  <a:pt x="2986" y="9472"/>
                  <a:pt x="3120" y="9421"/>
                  <a:pt x="3227" y="9320"/>
                </a:cubicBezTo>
                <a:lnTo>
                  <a:pt x="3656" y="8891"/>
                </a:lnTo>
                <a:cubicBezTo>
                  <a:pt x="3685" y="8892"/>
                  <a:pt x="3715" y="8893"/>
                  <a:pt x="3745" y="8893"/>
                </a:cubicBezTo>
                <a:cubicBezTo>
                  <a:pt x="4485" y="8893"/>
                  <a:pt x="5176" y="8609"/>
                  <a:pt x="5680" y="8094"/>
                </a:cubicBezTo>
                <a:lnTo>
                  <a:pt x="7835" y="5939"/>
                </a:lnTo>
                <a:cubicBezTo>
                  <a:pt x="7906" y="5879"/>
                  <a:pt x="7906" y="5760"/>
                  <a:pt x="7835" y="5700"/>
                </a:cubicBezTo>
                <a:cubicBezTo>
                  <a:pt x="7805" y="5671"/>
                  <a:pt x="7760" y="5656"/>
                  <a:pt x="7717" y="5656"/>
                </a:cubicBezTo>
                <a:cubicBezTo>
                  <a:pt x="7674" y="5656"/>
                  <a:pt x="7632" y="5671"/>
                  <a:pt x="7608" y="5700"/>
                </a:cubicBezTo>
                <a:lnTo>
                  <a:pt x="6811" y="6486"/>
                </a:lnTo>
                <a:cubicBezTo>
                  <a:pt x="6668" y="6462"/>
                  <a:pt x="6275" y="6343"/>
                  <a:pt x="5965" y="5641"/>
                </a:cubicBezTo>
                <a:cubicBezTo>
                  <a:pt x="5680" y="5022"/>
                  <a:pt x="5358" y="4748"/>
                  <a:pt x="5120" y="4629"/>
                </a:cubicBezTo>
                <a:lnTo>
                  <a:pt x="5251" y="4498"/>
                </a:lnTo>
                <a:lnTo>
                  <a:pt x="6073" y="5319"/>
                </a:lnTo>
                <a:cubicBezTo>
                  <a:pt x="6102" y="5349"/>
                  <a:pt x="6147" y="5364"/>
                  <a:pt x="6192" y="5364"/>
                </a:cubicBezTo>
                <a:cubicBezTo>
                  <a:pt x="6236" y="5364"/>
                  <a:pt x="6281" y="5349"/>
                  <a:pt x="6311" y="5319"/>
                </a:cubicBezTo>
                <a:cubicBezTo>
                  <a:pt x="6370" y="5260"/>
                  <a:pt x="6370" y="5141"/>
                  <a:pt x="6311" y="5081"/>
                </a:cubicBezTo>
                <a:lnTo>
                  <a:pt x="5489" y="4260"/>
                </a:lnTo>
                <a:lnTo>
                  <a:pt x="5846" y="3903"/>
                </a:lnTo>
                <a:lnTo>
                  <a:pt x="6215" y="4272"/>
                </a:lnTo>
                <a:cubicBezTo>
                  <a:pt x="6245" y="4301"/>
                  <a:pt x="6290" y="4316"/>
                  <a:pt x="6335" y="4316"/>
                </a:cubicBezTo>
                <a:cubicBezTo>
                  <a:pt x="6379" y="4316"/>
                  <a:pt x="6424" y="4301"/>
                  <a:pt x="6454" y="4272"/>
                </a:cubicBezTo>
                <a:cubicBezTo>
                  <a:pt x="6513" y="4212"/>
                  <a:pt x="6513" y="4093"/>
                  <a:pt x="6454" y="4034"/>
                </a:cubicBezTo>
                <a:lnTo>
                  <a:pt x="6084" y="3665"/>
                </a:lnTo>
                <a:lnTo>
                  <a:pt x="6442" y="3307"/>
                </a:lnTo>
                <a:lnTo>
                  <a:pt x="6811" y="3676"/>
                </a:lnTo>
                <a:cubicBezTo>
                  <a:pt x="6841" y="3706"/>
                  <a:pt x="6885" y="3721"/>
                  <a:pt x="6930" y="3721"/>
                </a:cubicBezTo>
                <a:cubicBezTo>
                  <a:pt x="6974" y="3721"/>
                  <a:pt x="7019" y="3706"/>
                  <a:pt x="7049" y="3676"/>
                </a:cubicBezTo>
                <a:cubicBezTo>
                  <a:pt x="7108" y="3617"/>
                  <a:pt x="7108" y="3498"/>
                  <a:pt x="7049" y="3438"/>
                </a:cubicBezTo>
                <a:lnTo>
                  <a:pt x="6680" y="3069"/>
                </a:lnTo>
                <a:lnTo>
                  <a:pt x="7144" y="2605"/>
                </a:lnTo>
                <a:lnTo>
                  <a:pt x="8906" y="4379"/>
                </a:lnTo>
                <a:lnTo>
                  <a:pt x="8287" y="4998"/>
                </a:lnTo>
                <a:cubicBezTo>
                  <a:pt x="8228" y="5058"/>
                  <a:pt x="8228" y="5177"/>
                  <a:pt x="8287" y="5236"/>
                </a:cubicBezTo>
                <a:cubicBezTo>
                  <a:pt x="8317" y="5266"/>
                  <a:pt x="8362" y="5281"/>
                  <a:pt x="8406" y="5281"/>
                </a:cubicBezTo>
                <a:cubicBezTo>
                  <a:pt x="8451" y="5281"/>
                  <a:pt x="8495" y="5266"/>
                  <a:pt x="8525" y="5236"/>
                </a:cubicBezTo>
                <a:lnTo>
                  <a:pt x="9144" y="4617"/>
                </a:lnTo>
                <a:cubicBezTo>
                  <a:pt x="9502" y="4962"/>
                  <a:pt x="9525" y="5034"/>
                  <a:pt x="9644" y="5034"/>
                </a:cubicBezTo>
                <a:cubicBezTo>
                  <a:pt x="9680" y="5034"/>
                  <a:pt x="9728" y="5010"/>
                  <a:pt x="9764" y="4986"/>
                </a:cubicBezTo>
                <a:cubicBezTo>
                  <a:pt x="10121" y="4617"/>
                  <a:pt x="10192" y="4593"/>
                  <a:pt x="10192" y="4486"/>
                </a:cubicBezTo>
                <a:cubicBezTo>
                  <a:pt x="10192" y="4367"/>
                  <a:pt x="10133" y="4379"/>
                  <a:pt x="9478" y="3688"/>
                </a:cubicBezTo>
                <a:lnTo>
                  <a:pt x="10668" y="2498"/>
                </a:lnTo>
                <a:cubicBezTo>
                  <a:pt x="10907" y="2724"/>
                  <a:pt x="10930" y="2819"/>
                  <a:pt x="11037" y="2819"/>
                </a:cubicBezTo>
                <a:cubicBezTo>
                  <a:pt x="11085" y="2819"/>
                  <a:pt x="11133" y="2795"/>
                  <a:pt x="11157" y="2772"/>
                </a:cubicBezTo>
                <a:lnTo>
                  <a:pt x="11502" y="2462"/>
                </a:lnTo>
                <a:cubicBezTo>
                  <a:pt x="11561" y="2402"/>
                  <a:pt x="11561" y="2283"/>
                  <a:pt x="11502" y="2224"/>
                </a:cubicBezTo>
                <a:lnTo>
                  <a:pt x="9335" y="45"/>
                </a:lnTo>
                <a:cubicBezTo>
                  <a:pt x="9305" y="15"/>
                  <a:pt x="9260" y="0"/>
                  <a:pt x="921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1"/>
          <p:cNvSpPr txBox="1">
            <a:spLocks noGrp="1"/>
          </p:cNvSpPr>
          <p:nvPr>
            <p:ph type="title"/>
          </p:nvPr>
        </p:nvSpPr>
        <p:spPr>
          <a:xfrm>
            <a:off x="720000" y="1188163"/>
            <a:ext cx="2770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Mockups</a:t>
            </a:r>
            <a:endParaRPr/>
          </a:p>
        </p:txBody>
      </p:sp>
      <p:sp>
        <p:nvSpPr>
          <p:cNvPr id="680" name="Google Shape;680;p61"/>
          <p:cNvSpPr txBox="1">
            <a:spLocks noGrp="1"/>
          </p:cNvSpPr>
          <p:nvPr>
            <p:ph type="subTitle" idx="1"/>
          </p:nvPr>
        </p:nvSpPr>
        <p:spPr>
          <a:xfrm>
            <a:off x="720000" y="1943888"/>
            <a:ext cx="2770800" cy="11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images on the screen with your own work. Just right-click on it and select “Replace images”</a:t>
            </a:r>
            <a:endParaRPr/>
          </a:p>
        </p:txBody>
      </p:sp>
      <p:grpSp>
        <p:nvGrpSpPr>
          <p:cNvPr id="681" name="Google Shape;681;p61"/>
          <p:cNvGrpSpPr/>
          <p:nvPr/>
        </p:nvGrpSpPr>
        <p:grpSpPr>
          <a:xfrm>
            <a:off x="4834330" y="1824008"/>
            <a:ext cx="3432984" cy="2496295"/>
            <a:chOff x="331763" y="414153"/>
            <a:chExt cx="6903246" cy="5019697"/>
          </a:xfrm>
        </p:grpSpPr>
        <p:sp>
          <p:nvSpPr>
            <p:cNvPr id="682" name="Google Shape;682;p61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61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61"/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61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61"/>
          <p:cNvGrpSpPr/>
          <p:nvPr/>
        </p:nvGrpSpPr>
        <p:grpSpPr>
          <a:xfrm>
            <a:off x="4190644" y="1159218"/>
            <a:ext cx="1214752" cy="2465737"/>
            <a:chOff x="5186401" y="494525"/>
            <a:chExt cx="1834973" cy="3724678"/>
          </a:xfrm>
        </p:grpSpPr>
        <p:sp>
          <p:nvSpPr>
            <p:cNvPr id="688" name="Google Shape;688;p61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61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90" name="Google Shape;690;p61"/>
          <p:cNvPicPr preferRelativeResize="0"/>
          <p:nvPr/>
        </p:nvPicPr>
        <p:blipFill rotWithShape="1">
          <a:blip r:embed="rId3">
            <a:alphaModFix/>
          </a:blip>
          <a:srcRect l="8741" r="61780"/>
          <a:stretch/>
        </p:blipFill>
        <p:spPr>
          <a:xfrm>
            <a:off x="4246815" y="1280025"/>
            <a:ext cx="1101895" cy="210252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91" name="Google Shape;69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02185" flipH="1">
            <a:off x="5990033" y="452233"/>
            <a:ext cx="970183" cy="1019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pidemiology Study on Infectious Diseases Thesis Defense by Slidesgo">
  <a:themeElements>
    <a:clrScheme name="Simple Light">
      <a:dk1>
        <a:srgbClr val="345CAC"/>
      </a:dk1>
      <a:lt1>
        <a:srgbClr val="F4F2E6"/>
      </a:lt1>
      <a:dk2>
        <a:srgbClr val="B2D6E6"/>
      </a:dk2>
      <a:lt2>
        <a:srgbClr val="D0E7E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45CA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521</Words>
  <Application>Microsoft Office PowerPoint</Application>
  <PresentationFormat>Экран (16:9)</PresentationFormat>
  <Paragraphs>182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Nunito</vt:lpstr>
      <vt:lpstr>Bebas Neue</vt:lpstr>
      <vt:lpstr>Nunito Light</vt:lpstr>
      <vt:lpstr>Roboto Slab</vt:lpstr>
      <vt:lpstr>Arial</vt:lpstr>
      <vt:lpstr>IBM Plex Sans</vt:lpstr>
      <vt:lpstr>Epidemiology Study on Infectious Diseases Thesis Defense by Slidesgo</vt:lpstr>
      <vt:lpstr>[[title]]</vt:lpstr>
      <vt:lpstr>[[toc_title]]</vt:lpstr>
      <vt:lpstr>[[section_title]]</vt:lpstr>
      <vt:lpstr>[[title]]</vt:lpstr>
      <vt:lpstr>[[title]]</vt:lpstr>
      <vt:lpstr>[[author]]</vt:lpstr>
      <vt:lpstr>[[title]]</vt:lpstr>
      <vt:lpstr>[[section_title]]</vt:lpstr>
      <vt:lpstr>[[title]]</vt:lpstr>
      <vt:lpstr>[[title]]</vt:lpstr>
      <vt:lpstr>[[title]]</vt:lpstr>
      <vt:lpstr>[[title]]</vt:lpstr>
      <vt:lpstr>[[title]]</vt:lpstr>
      <vt:lpstr>[[title]]</vt:lpstr>
      <vt:lpstr>[[title]]</vt:lpstr>
      <vt:lpstr>[[title]]</vt:lpstr>
      <vt:lpstr>[[title]]</vt:lpstr>
      <vt:lpstr>[[title]]</vt:lpstr>
      <vt:lpstr>[[title]]</vt:lpstr>
      <vt:lpstr>[[title]]</vt:lpstr>
      <vt:lpstr>Mockups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Epidemiology Study on Infectious Diseases Thesis Defense</dc:title>
  <dc:creator>Oribjonov Afzalbek</dc:creator>
  <cp:lastModifiedBy>Oribjonov Afzalbek</cp:lastModifiedBy>
  <cp:revision>3</cp:revision>
  <dcterms:modified xsi:type="dcterms:W3CDTF">2026-04-02T10:33:17Z</dcterms:modified>
</cp:coreProperties>
</file>