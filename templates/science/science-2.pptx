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23"/>
  </p:notesMasterIdLst>
  <p:sldIdLst>
    <p:sldId id="256" r:id="rId2"/>
    <p:sldId id="258" r:id="rId3"/>
    <p:sldId id="259" r:id="rId4"/>
    <p:sldId id="260" r:id="rId5"/>
    <p:sldId id="261" r:id="rId6"/>
    <p:sldId id="262" r:id="rId7"/>
    <p:sldId id="268" r:id="rId8"/>
    <p:sldId id="269" r:id="rId9"/>
    <p:sldId id="270" r:id="rId10"/>
    <p:sldId id="271" r:id="rId11"/>
    <p:sldId id="272" r:id="rId12"/>
    <p:sldId id="273" r:id="rId13"/>
    <p:sldId id="274" r:id="rId14"/>
    <p:sldId id="276" r:id="rId15"/>
    <p:sldId id="277" r:id="rId16"/>
    <p:sldId id="278" r:id="rId17"/>
    <p:sldId id="279" r:id="rId18"/>
    <p:sldId id="281" r:id="rId19"/>
    <p:sldId id="282" r:id="rId20"/>
    <p:sldId id="283" r:id="rId21"/>
    <p:sldId id="285" r:id="rId22"/>
  </p:sldIdLst>
  <p:sldSz cx="9144000" cy="5143500" type="screen16x9"/>
  <p:notesSz cx="6858000" cy="9144000"/>
  <p:embeddedFontLst>
    <p:embeddedFont>
      <p:font typeface="Roboto Slab" panose="020B0604020202020204" charset="0"/>
      <p:regular r:id="rId24"/>
      <p:bold r:id="rId25"/>
    </p:embeddedFont>
    <p:embeddedFont>
      <p:font typeface="IBM Plex Sans" panose="020B0604020202020204" charset="0"/>
      <p:regular r:id="rId26"/>
      <p:bold r:id="rId27"/>
      <p:italic r:id="rId28"/>
      <p:boldItalic r:id="rId29"/>
    </p:embeddedFont>
    <p:embeddedFont>
      <p:font typeface="Bebas Neue" panose="020B0604020202020204" charset="0"/>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D7AB0E-5B80-4150-B330-EE2EDAFC962B}">
  <a:tblStyle styleId="{3CD7AB0E-5B80-4150-B330-EE2EDAFC962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396" y="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17231480ab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17231480a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17231480ab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17231480ab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d123962f5a_1_277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d123962f5a_1_27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17b871a42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117b871a42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1d123962f5a_1_27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1d123962f5a_1_27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133f6155f6d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133f6155f6d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1dd46dd1d67_2_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1dd46dd1d67_2_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117b8719ecc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117b8719ecc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1340135a080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1340135a080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113dfeee943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113dfeee943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54dda1946d_4_26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54dda1946d_4_2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117d1415e74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117d1415e7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1d123962f5a_1_276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1d123962f5a_1_27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1dd46dd1d67_2_10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1dd46dd1d67_2_10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740375"/>
            <a:ext cx="5958900" cy="21411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000" b="0">
                <a:latin typeface="Roboto Slab"/>
                <a:ea typeface="Roboto Slab"/>
                <a:cs typeface="Roboto Slab"/>
                <a:sym typeface="Roboto Slab"/>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3225" y="2922176"/>
            <a:ext cx="4528800" cy="475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1"/>
              </a:buClr>
              <a:buSzPts val="1400"/>
              <a:buNone/>
              <a:defRPr sz="1600">
                <a:solidFill>
                  <a:schemeClr val="dk1"/>
                </a:solidFill>
                <a:latin typeface="IBM Plex Sans"/>
                <a:ea typeface="IBM Plex Sans"/>
                <a:cs typeface="IBM Plex Sans"/>
                <a:sym typeface="IBM Plex Sans"/>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
        <p:nvSpPr>
          <p:cNvPr id="11" name="Google Shape;11;p2"/>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2"/>
          <p:cNvPicPr preferRelativeResize="0"/>
          <p:nvPr/>
        </p:nvPicPr>
        <p:blipFill>
          <a:blip r:embed="rId2">
            <a:alphaModFix/>
          </a:blip>
          <a:stretch>
            <a:fillRect/>
          </a:stretch>
        </p:blipFill>
        <p:spPr>
          <a:xfrm rot="-5400003" flipH="1">
            <a:off x="7435183" y="207109"/>
            <a:ext cx="970183" cy="101973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246350" y="2147650"/>
            <a:ext cx="4184400" cy="841800"/>
          </a:xfrm>
          <a:prstGeom prst="rect">
            <a:avLst/>
          </a:prstGeom>
        </p:spPr>
        <p:txBody>
          <a:bodyPr spcFirstLastPara="1" wrap="square" lIns="91425" tIns="91425" rIns="91425" bIns="91425" anchor="t" anchorCtr="0">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6994975" y="1025775"/>
            <a:ext cx="1435800" cy="1276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000"/>
              <a:buNone/>
              <a:defRPr sz="8000" b="1"/>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 name="Google Shape;17;p3"/>
          <p:cNvSpPr txBox="1">
            <a:spLocks noGrp="1"/>
          </p:cNvSpPr>
          <p:nvPr>
            <p:ph type="subTitle" idx="1"/>
          </p:nvPr>
        </p:nvSpPr>
        <p:spPr>
          <a:xfrm>
            <a:off x="5404025" y="3079825"/>
            <a:ext cx="3026700" cy="7134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1"/>
              </a:buClr>
              <a:buSzPts val="1400"/>
              <a:buNone/>
              <a:defRPr sz="1600">
                <a:solidFill>
                  <a:schemeClr val="dk1"/>
                </a:solidFill>
              </a:defRPr>
            </a:lvl1pPr>
            <a:lvl2pPr lvl="1" algn="ctr" rtl="0">
              <a:lnSpc>
                <a:spcPct val="100000"/>
              </a:lnSpc>
              <a:spcBef>
                <a:spcPts val="160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sp>
        <p:nvSpPr>
          <p:cNvPr id="18" name="Google Shape;18;p3"/>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2" name="Google Shape;22;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Clr>
                <a:schemeClr val="dk2"/>
              </a:buClr>
              <a:buSzPts val="800"/>
              <a:buFont typeface="Nunito Light"/>
              <a:buChar char="●"/>
              <a:defRPr/>
            </a:lvl1pPr>
            <a:lvl2pPr marL="914400" lvl="1" indent="-304800" rtl="0">
              <a:spcBef>
                <a:spcPts val="0"/>
              </a:spcBef>
              <a:spcAft>
                <a:spcPts val="0"/>
              </a:spcAft>
              <a:buSzPts val="1200"/>
              <a:buFont typeface="Nunito Light"/>
              <a:buChar char="○"/>
              <a:defRPr/>
            </a:lvl2pPr>
            <a:lvl3pPr marL="1371600" lvl="2" indent="-304800" rtl="0">
              <a:lnSpc>
                <a:spcPct val="115000"/>
              </a:lnSpc>
              <a:spcBef>
                <a:spcPts val="0"/>
              </a:spcBef>
              <a:spcAft>
                <a:spcPts val="0"/>
              </a:spcAft>
              <a:buClr>
                <a:srgbClr val="FFC800"/>
              </a:buClr>
              <a:buSzPts val="1200"/>
              <a:buFont typeface="Nunito Light"/>
              <a:buChar char="■"/>
              <a:defRPr/>
            </a:lvl3pPr>
            <a:lvl4pPr marL="1828800" lvl="3" indent="-304800" rtl="0">
              <a:lnSpc>
                <a:spcPct val="115000"/>
              </a:lnSpc>
              <a:spcBef>
                <a:spcPts val="1600"/>
              </a:spcBef>
              <a:spcAft>
                <a:spcPts val="0"/>
              </a:spcAft>
              <a:buClr>
                <a:srgbClr val="FFC800"/>
              </a:buClr>
              <a:buSzPts val="1200"/>
              <a:buFont typeface="Nunito Light"/>
              <a:buChar char="●"/>
              <a:defRPr/>
            </a:lvl4pPr>
            <a:lvl5pPr marL="2286000" lvl="4" indent="-304800" rtl="0">
              <a:lnSpc>
                <a:spcPct val="115000"/>
              </a:lnSpc>
              <a:spcBef>
                <a:spcPts val="1600"/>
              </a:spcBef>
              <a:spcAft>
                <a:spcPts val="0"/>
              </a:spcAft>
              <a:buClr>
                <a:srgbClr val="434343"/>
              </a:buClr>
              <a:buSzPts val="1200"/>
              <a:buFont typeface="Nunito Light"/>
              <a:buChar char="○"/>
              <a:defRPr/>
            </a:lvl5pPr>
            <a:lvl6pPr marL="2743200" lvl="5" indent="-304800" rtl="0">
              <a:lnSpc>
                <a:spcPct val="115000"/>
              </a:lnSpc>
              <a:spcBef>
                <a:spcPts val="1600"/>
              </a:spcBef>
              <a:spcAft>
                <a:spcPts val="0"/>
              </a:spcAft>
              <a:buClr>
                <a:srgbClr val="434343"/>
              </a:buClr>
              <a:buSzPts val="1200"/>
              <a:buFont typeface="Nunito Light"/>
              <a:buChar char="■"/>
              <a:defRPr/>
            </a:lvl6pPr>
            <a:lvl7pPr marL="3200400" lvl="6" indent="-304800" rtl="0">
              <a:lnSpc>
                <a:spcPct val="115000"/>
              </a:lnSpc>
              <a:spcBef>
                <a:spcPts val="1600"/>
              </a:spcBef>
              <a:spcAft>
                <a:spcPts val="0"/>
              </a:spcAft>
              <a:buClr>
                <a:srgbClr val="434343"/>
              </a:buClr>
              <a:buSzPts val="1200"/>
              <a:buFont typeface="Nunito Light"/>
              <a:buChar char="●"/>
              <a:defRPr/>
            </a:lvl7pPr>
            <a:lvl8pPr marL="3657600" lvl="7" indent="-304800" rtl="0">
              <a:lnSpc>
                <a:spcPct val="115000"/>
              </a:lnSpc>
              <a:spcBef>
                <a:spcPts val="1600"/>
              </a:spcBef>
              <a:spcAft>
                <a:spcPts val="0"/>
              </a:spcAft>
              <a:buClr>
                <a:srgbClr val="434343"/>
              </a:buClr>
              <a:buSzPts val="1200"/>
              <a:buFont typeface="Nunito Light"/>
              <a:buChar char="○"/>
              <a:defRPr/>
            </a:lvl8pPr>
            <a:lvl9pPr marL="4114800" lvl="8" indent="-304800" rtl="0">
              <a:lnSpc>
                <a:spcPct val="115000"/>
              </a:lnSpc>
              <a:spcBef>
                <a:spcPts val="1600"/>
              </a:spcBef>
              <a:spcAft>
                <a:spcPts val="1600"/>
              </a:spcAft>
              <a:buClr>
                <a:srgbClr val="434343"/>
              </a:buClr>
              <a:buSzPts val="1200"/>
              <a:buFont typeface="Nunito Light"/>
              <a:buChar char="■"/>
              <a:defRPr/>
            </a:lvl9pPr>
          </a:lstStyle>
          <a:p>
            <a:endParaRPr/>
          </a:p>
        </p:txBody>
      </p:sp>
      <p:sp>
        <p:nvSpPr>
          <p:cNvPr id="23" name="Google Shape;23;p4"/>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 name="Google Shape;27;p5"/>
          <p:cNvSpPr txBox="1">
            <a:spLocks noGrp="1"/>
          </p:cNvSpPr>
          <p:nvPr>
            <p:ph type="subTitle" idx="1"/>
          </p:nvPr>
        </p:nvSpPr>
        <p:spPr>
          <a:xfrm>
            <a:off x="4747387" y="1872353"/>
            <a:ext cx="3698100" cy="2736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sz="1400" b="0"/>
            </a:lvl1pPr>
            <a:lvl2pPr lvl="1" algn="ctr" rtl="0">
              <a:lnSpc>
                <a:spcPct val="100000"/>
              </a:lnSpc>
              <a:spcBef>
                <a:spcPts val="0"/>
              </a:spcBef>
              <a:spcAft>
                <a:spcPts val="0"/>
              </a:spcAft>
              <a:buSzPts val="2800"/>
              <a:buChar char="○"/>
              <a:defRPr sz="2800"/>
            </a:lvl2pPr>
            <a:lvl3pPr lvl="2" algn="ctr" rtl="0">
              <a:lnSpc>
                <a:spcPct val="100000"/>
              </a:lnSpc>
              <a:spcBef>
                <a:spcPts val="0"/>
              </a:spcBef>
              <a:spcAft>
                <a:spcPts val="0"/>
              </a:spcAft>
              <a:buSzPts val="2800"/>
              <a:buChar char="■"/>
              <a:defRPr sz="2800"/>
            </a:lvl3pPr>
            <a:lvl4pPr lvl="3" algn="ctr" rtl="0">
              <a:lnSpc>
                <a:spcPct val="100000"/>
              </a:lnSpc>
              <a:spcBef>
                <a:spcPts val="0"/>
              </a:spcBef>
              <a:spcAft>
                <a:spcPts val="0"/>
              </a:spcAft>
              <a:buSzPts val="2800"/>
              <a:buChar char="●"/>
              <a:defRPr sz="2800"/>
            </a:lvl4pPr>
            <a:lvl5pPr lvl="4" algn="ctr" rtl="0">
              <a:lnSpc>
                <a:spcPct val="100000"/>
              </a:lnSpc>
              <a:spcBef>
                <a:spcPts val="0"/>
              </a:spcBef>
              <a:spcAft>
                <a:spcPts val="0"/>
              </a:spcAft>
              <a:buSzPts val="2800"/>
              <a:buChar char="○"/>
              <a:defRPr sz="2800"/>
            </a:lvl5pPr>
            <a:lvl6pPr lvl="5" algn="ctr" rtl="0">
              <a:lnSpc>
                <a:spcPct val="100000"/>
              </a:lnSpc>
              <a:spcBef>
                <a:spcPts val="0"/>
              </a:spcBef>
              <a:spcAft>
                <a:spcPts val="0"/>
              </a:spcAft>
              <a:buSzPts val="2800"/>
              <a:buChar char="■"/>
              <a:defRPr sz="2800"/>
            </a:lvl6pPr>
            <a:lvl7pPr lvl="6" algn="ctr" rtl="0">
              <a:lnSpc>
                <a:spcPct val="100000"/>
              </a:lnSpc>
              <a:spcBef>
                <a:spcPts val="0"/>
              </a:spcBef>
              <a:spcAft>
                <a:spcPts val="0"/>
              </a:spcAft>
              <a:buSzPts val="2800"/>
              <a:buChar char="●"/>
              <a:defRPr sz="2800"/>
            </a:lvl7pPr>
            <a:lvl8pPr lvl="7" algn="ctr" rtl="0">
              <a:lnSpc>
                <a:spcPct val="100000"/>
              </a:lnSpc>
              <a:spcBef>
                <a:spcPts val="0"/>
              </a:spcBef>
              <a:spcAft>
                <a:spcPts val="0"/>
              </a:spcAft>
              <a:buSzPts val="2800"/>
              <a:buChar char="○"/>
              <a:defRPr sz="2800"/>
            </a:lvl8pPr>
            <a:lvl9pPr lvl="8" algn="ctr" rtl="0">
              <a:lnSpc>
                <a:spcPct val="100000"/>
              </a:lnSpc>
              <a:spcBef>
                <a:spcPts val="0"/>
              </a:spcBef>
              <a:spcAft>
                <a:spcPts val="0"/>
              </a:spcAft>
              <a:buSzPts val="2800"/>
              <a:buChar char="■"/>
              <a:defRPr sz="2800"/>
            </a:lvl9pPr>
          </a:lstStyle>
          <a:p>
            <a:endParaRPr/>
          </a:p>
        </p:txBody>
      </p:sp>
      <p:sp>
        <p:nvSpPr>
          <p:cNvPr id="28" name="Google Shape;28;p5"/>
          <p:cNvSpPr txBox="1">
            <a:spLocks noGrp="1"/>
          </p:cNvSpPr>
          <p:nvPr>
            <p:ph type="subTitle" idx="2"/>
          </p:nvPr>
        </p:nvSpPr>
        <p:spPr>
          <a:xfrm>
            <a:off x="726675" y="1872353"/>
            <a:ext cx="3698100" cy="2736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sz="1400" b="0"/>
            </a:lvl1pPr>
            <a:lvl2pPr lvl="1" algn="ctr" rtl="0">
              <a:lnSpc>
                <a:spcPct val="100000"/>
              </a:lnSpc>
              <a:spcBef>
                <a:spcPts val="1600"/>
              </a:spcBef>
              <a:spcAft>
                <a:spcPts val="0"/>
              </a:spcAft>
              <a:buSzPts val="1400"/>
              <a:buChar char="○"/>
              <a:defRPr sz="2800"/>
            </a:lvl2pPr>
            <a:lvl3pPr lvl="2" algn="ctr" rtl="0">
              <a:lnSpc>
                <a:spcPct val="100000"/>
              </a:lnSpc>
              <a:spcBef>
                <a:spcPts val="0"/>
              </a:spcBef>
              <a:spcAft>
                <a:spcPts val="0"/>
              </a:spcAft>
              <a:buSzPts val="1400"/>
              <a:buChar char="■"/>
              <a:defRPr sz="2800"/>
            </a:lvl3pPr>
            <a:lvl4pPr lvl="3" algn="ctr" rtl="0">
              <a:lnSpc>
                <a:spcPct val="100000"/>
              </a:lnSpc>
              <a:spcBef>
                <a:spcPts val="0"/>
              </a:spcBef>
              <a:spcAft>
                <a:spcPts val="0"/>
              </a:spcAft>
              <a:buSzPts val="1400"/>
              <a:buChar char="●"/>
              <a:defRPr sz="2800"/>
            </a:lvl4pPr>
            <a:lvl5pPr lvl="4" algn="ctr" rtl="0">
              <a:lnSpc>
                <a:spcPct val="100000"/>
              </a:lnSpc>
              <a:spcBef>
                <a:spcPts val="0"/>
              </a:spcBef>
              <a:spcAft>
                <a:spcPts val="0"/>
              </a:spcAft>
              <a:buSzPts val="1400"/>
              <a:buChar char="○"/>
              <a:defRPr sz="2800"/>
            </a:lvl5pPr>
            <a:lvl6pPr lvl="5" algn="ctr" rtl="0">
              <a:lnSpc>
                <a:spcPct val="100000"/>
              </a:lnSpc>
              <a:spcBef>
                <a:spcPts val="0"/>
              </a:spcBef>
              <a:spcAft>
                <a:spcPts val="0"/>
              </a:spcAft>
              <a:buSzPts val="1400"/>
              <a:buChar char="■"/>
              <a:defRPr sz="2800"/>
            </a:lvl6pPr>
            <a:lvl7pPr lvl="6" algn="ctr" rtl="0">
              <a:lnSpc>
                <a:spcPct val="100000"/>
              </a:lnSpc>
              <a:spcBef>
                <a:spcPts val="0"/>
              </a:spcBef>
              <a:spcAft>
                <a:spcPts val="0"/>
              </a:spcAft>
              <a:buSzPts val="1400"/>
              <a:buChar char="●"/>
              <a:defRPr sz="2800"/>
            </a:lvl7pPr>
            <a:lvl8pPr lvl="7" algn="ctr" rtl="0">
              <a:lnSpc>
                <a:spcPct val="100000"/>
              </a:lnSpc>
              <a:spcBef>
                <a:spcPts val="0"/>
              </a:spcBef>
              <a:spcAft>
                <a:spcPts val="0"/>
              </a:spcAft>
              <a:buSzPts val="1400"/>
              <a:buChar char="○"/>
              <a:defRPr sz="2800"/>
            </a:lvl8pPr>
            <a:lvl9pPr lvl="8" algn="ctr" rtl="0">
              <a:lnSpc>
                <a:spcPct val="100000"/>
              </a:lnSpc>
              <a:spcBef>
                <a:spcPts val="0"/>
              </a:spcBef>
              <a:spcAft>
                <a:spcPts val="0"/>
              </a:spcAft>
              <a:buSzPts val="1400"/>
              <a:buChar char="■"/>
              <a:defRPr sz="2800"/>
            </a:lvl9pPr>
          </a:lstStyle>
          <a:p>
            <a:endParaRPr/>
          </a:p>
        </p:txBody>
      </p:sp>
      <p:sp>
        <p:nvSpPr>
          <p:cNvPr id="29" name="Google Shape;29;p5"/>
          <p:cNvSpPr txBox="1">
            <a:spLocks noGrp="1"/>
          </p:cNvSpPr>
          <p:nvPr>
            <p:ph type="subTitle" idx="3"/>
          </p:nvPr>
        </p:nvSpPr>
        <p:spPr>
          <a:xfrm>
            <a:off x="726675" y="1510850"/>
            <a:ext cx="3698100" cy="361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Bebas Neue"/>
              <a:buNone/>
              <a:defRPr sz="2000">
                <a:latin typeface="Roboto Slab"/>
                <a:ea typeface="Roboto Slab"/>
                <a:cs typeface="Roboto Slab"/>
                <a:sym typeface="Roboto Slab"/>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30" name="Google Shape;30;p5"/>
          <p:cNvSpPr txBox="1">
            <a:spLocks noGrp="1"/>
          </p:cNvSpPr>
          <p:nvPr>
            <p:ph type="subTitle" idx="4"/>
          </p:nvPr>
        </p:nvSpPr>
        <p:spPr>
          <a:xfrm>
            <a:off x="4747375" y="1510850"/>
            <a:ext cx="3698100" cy="361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latin typeface="Roboto Slab"/>
                <a:ea typeface="Roboto Slab"/>
                <a:cs typeface="Roboto Slab"/>
                <a:sym typeface="Roboto Slab"/>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1" name="Google Shape;31;p5"/>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5"/>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 name="Google Shape;35;p6"/>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
        <p:cNvGrpSpPr/>
        <p:nvPr/>
      </p:nvGrpSpPr>
      <p:grpSpPr>
        <a:xfrm>
          <a:off x="0" y="0"/>
          <a:ext cx="0" cy="0"/>
          <a:chOff x="0" y="0"/>
          <a:chExt cx="0" cy="0"/>
        </a:xfrm>
      </p:grpSpPr>
      <p:sp>
        <p:nvSpPr>
          <p:cNvPr id="47" name="Google Shape;47;p9"/>
          <p:cNvSpPr txBox="1">
            <a:spLocks noGrp="1"/>
          </p:cNvSpPr>
          <p:nvPr>
            <p:ph type="title"/>
          </p:nvPr>
        </p:nvSpPr>
        <p:spPr>
          <a:xfrm>
            <a:off x="2116650" y="993150"/>
            <a:ext cx="4910700" cy="970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4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8" name="Google Shape;48;p9"/>
          <p:cNvSpPr txBox="1">
            <a:spLocks noGrp="1"/>
          </p:cNvSpPr>
          <p:nvPr>
            <p:ph type="subTitle" idx="1"/>
          </p:nvPr>
        </p:nvSpPr>
        <p:spPr>
          <a:xfrm>
            <a:off x="2116650" y="1822650"/>
            <a:ext cx="4910700" cy="150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9" name="Google Shape;49;p9"/>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0"/>
        <p:cNvGrpSpPr/>
        <p:nvPr/>
      </p:nvGrpSpPr>
      <p:grpSpPr>
        <a:xfrm>
          <a:off x="0" y="0"/>
          <a:ext cx="0" cy="0"/>
          <a:chOff x="0" y="0"/>
          <a:chExt cx="0" cy="0"/>
        </a:xfrm>
      </p:grpSpPr>
      <p:sp>
        <p:nvSpPr>
          <p:cNvPr id="61" name="Google Shape;61;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2" name="Google Shape;62;p13"/>
          <p:cNvSpPr txBox="1">
            <a:spLocks noGrp="1"/>
          </p:cNvSpPr>
          <p:nvPr>
            <p:ph type="subTitle" idx="1"/>
          </p:nvPr>
        </p:nvSpPr>
        <p:spPr>
          <a:xfrm>
            <a:off x="1622449" y="1801113"/>
            <a:ext cx="23055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3" name="Google Shape;63;p13"/>
          <p:cNvSpPr txBox="1">
            <a:spLocks noGrp="1"/>
          </p:cNvSpPr>
          <p:nvPr>
            <p:ph type="title" idx="2" hasCustomPrompt="1"/>
          </p:nvPr>
        </p:nvSpPr>
        <p:spPr>
          <a:xfrm>
            <a:off x="713225" y="1420125"/>
            <a:ext cx="901200" cy="6771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5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 name="Google Shape;64;p13"/>
          <p:cNvSpPr txBox="1">
            <a:spLocks noGrp="1"/>
          </p:cNvSpPr>
          <p:nvPr>
            <p:ph type="subTitle" idx="3"/>
          </p:nvPr>
        </p:nvSpPr>
        <p:spPr>
          <a:xfrm>
            <a:off x="1622450" y="1420113"/>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65" name="Google Shape;65;p13"/>
          <p:cNvSpPr txBox="1">
            <a:spLocks noGrp="1"/>
          </p:cNvSpPr>
          <p:nvPr>
            <p:ph type="subTitle" idx="4"/>
          </p:nvPr>
        </p:nvSpPr>
        <p:spPr>
          <a:xfrm>
            <a:off x="1622449" y="2829263"/>
            <a:ext cx="23055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6" name="Google Shape;66;p13"/>
          <p:cNvSpPr txBox="1">
            <a:spLocks noGrp="1"/>
          </p:cNvSpPr>
          <p:nvPr>
            <p:ph type="title" idx="5" hasCustomPrompt="1"/>
          </p:nvPr>
        </p:nvSpPr>
        <p:spPr>
          <a:xfrm>
            <a:off x="713225" y="2448275"/>
            <a:ext cx="901200" cy="6771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5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a:spLocks noGrp="1"/>
          </p:cNvSpPr>
          <p:nvPr>
            <p:ph type="subTitle" idx="6"/>
          </p:nvPr>
        </p:nvSpPr>
        <p:spPr>
          <a:xfrm>
            <a:off x="1622450" y="2448263"/>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68" name="Google Shape;68;p13"/>
          <p:cNvSpPr txBox="1">
            <a:spLocks noGrp="1"/>
          </p:cNvSpPr>
          <p:nvPr>
            <p:ph type="subTitle" idx="7"/>
          </p:nvPr>
        </p:nvSpPr>
        <p:spPr>
          <a:xfrm>
            <a:off x="1622449" y="3857413"/>
            <a:ext cx="23055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9" name="Google Shape;69;p13"/>
          <p:cNvSpPr txBox="1">
            <a:spLocks noGrp="1"/>
          </p:cNvSpPr>
          <p:nvPr>
            <p:ph type="title" idx="8" hasCustomPrompt="1"/>
          </p:nvPr>
        </p:nvSpPr>
        <p:spPr>
          <a:xfrm>
            <a:off x="713225" y="3476425"/>
            <a:ext cx="901200" cy="6771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5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0" name="Google Shape;70;p13"/>
          <p:cNvSpPr txBox="1">
            <a:spLocks noGrp="1"/>
          </p:cNvSpPr>
          <p:nvPr>
            <p:ph type="subTitle" idx="9"/>
          </p:nvPr>
        </p:nvSpPr>
        <p:spPr>
          <a:xfrm>
            <a:off x="1622450" y="3476413"/>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71" name="Google Shape;71;p13"/>
          <p:cNvSpPr txBox="1">
            <a:spLocks noGrp="1"/>
          </p:cNvSpPr>
          <p:nvPr>
            <p:ph type="subTitle" idx="13"/>
          </p:nvPr>
        </p:nvSpPr>
        <p:spPr>
          <a:xfrm>
            <a:off x="5373024" y="1801113"/>
            <a:ext cx="23055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2" name="Google Shape;72;p13"/>
          <p:cNvSpPr txBox="1">
            <a:spLocks noGrp="1"/>
          </p:cNvSpPr>
          <p:nvPr>
            <p:ph type="title" idx="14" hasCustomPrompt="1"/>
          </p:nvPr>
        </p:nvSpPr>
        <p:spPr>
          <a:xfrm>
            <a:off x="4463800" y="1420125"/>
            <a:ext cx="901200" cy="6771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5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3" name="Google Shape;73;p13"/>
          <p:cNvSpPr txBox="1">
            <a:spLocks noGrp="1"/>
          </p:cNvSpPr>
          <p:nvPr>
            <p:ph type="subTitle" idx="15"/>
          </p:nvPr>
        </p:nvSpPr>
        <p:spPr>
          <a:xfrm>
            <a:off x="5373025" y="1420113"/>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74" name="Google Shape;74;p13"/>
          <p:cNvSpPr txBox="1">
            <a:spLocks noGrp="1"/>
          </p:cNvSpPr>
          <p:nvPr>
            <p:ph type="subTitle" idx="16"/>
          </p:nvPr>
        </p:nvSpPr>
        <p:spPr>
          <a:xfrm>
            <a:off x="5373024" y="2829263"/>
            <a:ext cx="23055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5" name="Google Shape;75;p13"/>
          <p:cNvSpPr txBox="1">
            <a:spLocks noGrp="1"/>
          </p:cNvSpPr>
          <p:nvPr>
            <p:ph type="title" idx="17" hasCustomPrompt="1"/>
          </p:nvPr>
        </p:nvSpPr>
        <p:spPr>
          <a:xfrm>
            <a:off x="4463800" y="2448275"/>
            <a:ext cx="901200" cy="6771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5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6" name="Google Shape;76;p13"/>
          <p:cNvSpPr txBox="1">
            <a:spLocks noGrp="1"/>
          </p:cNvSpPr>
          <p:nvPr>
            <p:ph type="subTitle" idx="18"/>
          </p:nvPr>
        </p:nvSpPr>
        <p:spPr>
          <a:xfrm>
            <a:off x="5373025" y="2448263"/>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77" name="Google Shape;77;p13"/>
          <p:cNvSpPr txBox="1">
            <a:spLocks noGrp="1"/>
          </p:cNvSpPr>
          <p:nvPr>
            <p:ph type="subTitle" idx="19"/>
          </p:nvPr>
        </p:nvSpPr>
        <p:spPr>
          <a:xfrm>
            <a:off x="5373024" y="3857413"/>
            <a:ext cx="23055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8" name="Google Shape;78;p13"/>
          <p:cNvSpPr txBox="1">
            <a:spLocks noGrp="1"/>
          </p:cNvSpPr>
          <p:nvPr>
            <p:ph type="title" idx="20" hasCustomPrompt="1"/>
          </p:nvPr>
        </p:nvSpPr>
        <p:spPr>
          <a:xfrm>
            <a:off x="4463800" y="3476425"/>
            <a:ext cx="901200" cy="6771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5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a:spLocks noGrp="1"/>
          </p:cNvSpPr>
          <p:nvPr>
            <p:ph type="subTitle" idx="21"/>
          </p:nvPr>
        </p:nvSpPr>
        <p:spPr>
          <a:xfrm>
            <a:off x="5373025" y="3476413"/>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80" name="Google Shape;80;p13"/>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3"/>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82"/>
        <p:cNvGrpSpPr/>
        <p:nvPr/>
      </p:nvGrpSpPr>
      <p:grpSpPr>
        <a:xfrm>
          <a:off x="0" y="0"/>
          <a:ext cx="0" cy="0"/>
          <a:chOff x="0" y="0"/>
          <a:chExt cx="0" cy="0"/>
        </a:xfrm>
      </p:grpSpPr>
      <p:sp>
        <p:nvSpPr>
          <p:cNvPr id="83" name="Google Shape;83;p14"/>
          <p:cNvSpPr txBox="1">
            <a:spLocks noGrp="1"/>
          </p:cNvSpPr>
          <p:nvPr>
            <p:ph type="title"/>
          </p:nvPr>
        </p:nvSpPr>
        <p:spPr>
          <a:xfrm>
            <a:off x="713225" y="3100300"/>
            <a:ext cx="5317800" cy="531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3000"/>
              <a:buNone/>
              <a:defRPr sz="2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84" name="Google Shape;84;p14"/>
          <p:cNvSpPr txBox="1">
            <a:spLocks noGrp="1"/>
          </p:cNvSpPr>
          <p:nvPr>
            <p:ph type="subTitle" idx="1"/>
          </p:nvPr>
        </p:nvSpPr>
        <p:spPr>
          <a:xfrm>
            <a:off x="713225" y="691900"/>
            <a:ext cx="5317800" cy="24501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
        <p:nvSpPr>
          <p:cNvPr id="85" name="Google Shape;85;p14"/>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93"/>
        <p:cNvGrpSpPr/>
        <p:nvPr/>
      </p:nvGrpSpPr>
      <p:grpSpPr>
        <a:xfrm>
          <a:off x="0" y="0"/>
          <a:ext cx="0" cy="0"/>
          <a:chOff x="0" y="0"/>
          <a:chExt cx="0" cy="0"/>
        </a:xfrm>
      </p:grpSpPr>
      <p:sp>
        <p:nvSpPr>
          <p:cNvPr id="94" name="Google Shape;94;p16"/>
          <p:cNvSpPr txBox="1">
            <a:spLocks noGrp="1"/>
          </p:cNvSpPr>
          <p:nvPr>
            <p:ph type="title"/>
          </p:nvPr>
        </p:nvSpPr>
        <p:spPr>
          <a:xfrm>
            <a:off x="720000" y="1188163"/>
            <a:ext cx="27708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5" name="Google Shape;95;p16"/>
          <p:cNvSpPr txBox="1">
            <a:spLocks noGrp="1"/>
          </p:cNvSpPr>
          <p:nvPr>
            <p:ph type="subTitle" idx="1"/>
          </p:nvPr>
        </p:nvSpPr>
        <p:spPr>
          <a:xfrm>
            <a:off x="720000" y="1943888"/>
            <a:ext cx="2770800" cy="118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6" name="Google Shape;96;p16"/>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a:t>
            </a:r>
            <a:endParaRPr/>
          </a:p>
        </p:txBody>
      </p:sp>
      <p:sp>
        <p:nvSpPr>
          <p:cNvPr id="97" name="Google Shape;97;p16"/>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08"/>
        <p:cNvGrpSpPr/>
        <p:nvPr/>
      </p:nvGrpSpPr>
      <p:grpSpPr>
        <a:xfrm>
          <a:off x="0" y="0"/>
          <a:ext cx="0" cy="0"/>
          <a:chOff x="0" y="0"/>
          <a:chExt cx="0" cy="0"/>
        </a:xfrm>
      </p:grpSpPr>
      <p:sp>
        <p:nvSpPr>
          <p:cNvPr id="109" name="Google Shape;109;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0" name="Google Shape;110;p19"/>
          <p:cNvSpPr txBox="1">
            <a:spLocks noGrp="1"/>
          </p:cNvSpPr>
          <p:nvPr>
            <p:ph type="subTitle" idx="1"/>
          </p:nvPr>
        </p:nvSpPr>
        <p:spPr>
          <a:xfrm>
            <a:off x="720025" y="1584891"/>
            <a:ext cx="7704000" cy="530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11" name="Google Shape;111;p19"/>
          <p:cNvSpPr txBox="1">
            <a:spLocks noGrp="1"/>
          </p:cNvSpPr>
          <p:nvPr>
            <p:ph type="subTitle" idx="2"/>
          </p:nvPr>
        </p:nvSpPr>
        <p:spPr>
          <a:xfrm>
            <a:off x="720025" y="2781274"/>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12" name="Google Shape;112;p19"/>
          <p:cNvSpPr txBox="1">
            <a:spLocks noGrp="1"/>
          </p:cNvSpPr>
          <p:nvPr>
            <p:ph type="subTitle" idx="3"/>
          </p:nvPr>
        </p:nvSpPr>
        <p:spPr>
          <a:xfrm>
            <a:off x="720025" y="3977974"/>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13" name="Google Shape;113;p19"/>
          <p:cNvSpPr txBox="1">
            <a:spLocks noGrp="1"/>
          </p:cNvSpPr>
          <p:nvPr>
            <p:ph type="subTitle" idx="4"/>
          </p:nvPr>
        </p:nvSpPr>
        <p:spPr>
          <a:xfrm>
            <a:off x="720025" y="1215220"/>
            <a:ext cx="7704000" cy="530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4" name="Google Shape;114;p19"/>
          <p:cNvSpPr txBox="1">
            <a:spLocks noGrp="1"/>
          </p:cNvSpPr>
          <p:nvPr>
            <p:ph type="subTitle" idx="5"/>
          </p:nvPr>
        </p:nvSpPr>
        <p:spPr>
          <a:xfrm>
            <a:off x="720025" y="2400274"/>
            <a:ext cx="77040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5" name="Google Shape;115;p19"/>
          <p:cNvSpPr txBox="1">
            <a:spLocks noGrp="1"/>
          </p:cNvSpPr>
          <p:nvPr>
            <p:ph type="subTitle" idx="6"/>
          </p:nvPr>
        </p:nvSpPr>
        <p:spPr>
          <a:xfrm>
            <a:off x="720025" y="3596974"/>
            <a:ext cx="77040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6" name="Google Shape;116;p19"/>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9"/>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2">
  <p:cSld name="CUSTOM_6_1_1">
    <p:spTree>
      <p:nvGrpSpPr>
        <p:cNvPr id="1" name="Shape 118"/>
        <p:cNvGrpSpPr/>
        <p:nvPr/>
      </p:nvGrpSpPr>
      <p:grpSpPr>
        <a:xfrm>
          <a:off x="0" y="0"/>
          <a:ext cx="0" cy="0"/>
          <a:chOff x="0" y="0"/>
          <a:chExt cx="0" cy="0"/>
        </a:xfrm>
      </p:grpSpPr>
      <p:sp>
        <p:nvSpPr>
          <p:cNvPr id="119" name="Google Shape;119;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0" name="Google Shape;120;p20"/>
          <p:cNvSpPr txBox="1">
            <a:spLocks noGrp="1"/>
          </p:cNvSpPr>
          <p:nvPr>
            <p:ph type="subTitle" idx="1"/>
          </p:nvPr>
        </p:nvSpPr>
        <p:spPr>
          <a:xfrm>
            <a:off x="713225" y="2590750"/>
            <a:ext cx="2393400" cy="1925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21" name="Google Shape;121;p20"/>
          <p:cNvSpPr txBox="1">
            <a:spLocks noGrp="1"/>
          </p:cNvSpPr>
          <p:nvPr>
            <p:ph type="subTitle" idx="2"/>
          </p:nvPr>
        </p:nvSpPr>
        <p:spPr>
          <a:xfrm>
            <a:off x="3326375" y="2590750"/>
            <a:ext cx="2393400" cy="1925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22" name="Google Shape;122;p20"/>
          <p:cNvSpPr txBox="1">
            <a:spLocks noGrp="1"/>
          </p:cNvSpPr>
          <p:nvPr>
            <p:ph type="subTitle" idx="3"/>
          </p:nvPr>
        </p:nvSpPr>
        <p:spPr>
          <a:xfrm>
            <a:off x="5939525" y="2590750"/>
            <a:ext cx="2393400" cy="1925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23" name="Google Shape;123;p20"/>
          <p:cNvSpPr txBox="1">
            <a:spLocks noGrp="1"/>
          </p:cNvSpPr>
          <p:nvPr>
            <p:ph type="subTitle" idx="4"/>
          </p:nvPr>
        </p:nvSpPr>
        <p:spPr>
          <a:xfrm>
            <a:off x="713225" y="2243750"/>
            <a:ext cx="23934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Bebas Neue"/>
              <a:buNone/>
              <a:defRPr sz="2000">
                <a:latin typeface="Roboto Slab"/>
                <a:ea typeface="Roboto Slab"/>
                <a:cs typeface="Roboto Slab"/>
                <a:sym typeface="Roboto Slab"/>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24" name="Google Shape;124;p20"/>
          <p:cNvSpPr txBox="1">
            <a:spLocks noGrp="1"/>
          </p:cNvSpPr>
          <p:nvPr>
            <p:ph type="subTitle" idx="5"/>
          </p:nvPr>
        </p:nvSpPr>
        <p:spPr>
          <a:xfrm>
            <a:off x="3326375" y="2243750"/>
            <a:ext cx="23934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Bebas Neue"/>
              <a:buNone/>
              <a:defRPr sz="2000">
                <a:latin typeface="Roboto Slab"/>
                <a:ea typeface="Roboto Slab"/>
                <a:cs typeface="Roboto Slab"/>
                <a:sym typeface="Roboto Slab"/>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25" name="Google Shape;125;p20"/>
          <p:cNvSpPr txBox="1">
            <a:spLocks noGrp="1"/>
          </p:cNvSpPr>
          <p:nvPr>
            <p:ph type="subTitle" idx="6"/>
          </p:nvPr>
        </p:nvSpPr>
        <p:spPr>
          <a:xfrm>
            <a:off x="5939525" y="2243750"/>
            <a:ext cx="23934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Bebas Neue"/>
              <a:buNone/>
              <a:defRPr sz="2000">
                <a:latin typeface="Roboto Slab"/>
                <a:ea typeface="Roboto Slab"/>
                <a:cs typeface="Roboto Slab"/>
                <a:sym typeface="Roboto Slab"/>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26" name="Google Shape;126;p20"/>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0"/>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0" name="Google Shape;130;p21"/>
          <p:cNvSpPr txBox="1">
            <a:spLocks noGrp="1"/>
          </p:cNvSpPr>
          <p:nvPr>
            <p:ph type="subTitle" idx="1"/>
          </p:nvPr>
        </p:nvSpPr>
        <p:spPr>
          <a:xfrm>
            <a:off x="1514175" y="1767600"/>
            <a:ext cx="2559300" cy="911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1" name="Google Shape;131;p21"/>
          <p:cNvSpPr txBox="1">
            <a:spLocks noGrp="1"/>
          </p:cNvSpPr>
          <p:nvPr>
            <p:ph type="subTitle" idx="2"/>
          </p:nvPr>
        </p:nvSpPr>
        <p:spPr>
          <a:xfrm>
            <a:off x="5864712" y="1767600"/>
            <a:ext cx="2559300" cy="911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2" name="Google Shape;132;p21"/>
          <p:cNvSpPr txBox="1">
            <a:spLocks noGrp="1"/>
          </p:cNvSpPr>
          <p:nvPr>
            <p:ph type="subTitle" idx="3"/>
          </p:nvPr>
        </p:nvSpPr>
        <p:spPr>
          <a:xfrm>
            <a:off x="1514175" y="3408262"/>
            <a:ext cx="2559300" cy="911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3" name="Google Shape;133;p21"/>
          <p:cNvSpPr txBox="1">
            <a:spLocks noGrp="1"/>
          </p:cNvSpPr>
          <p:nvPr>
            <p:ph type="subTitle" idx="4"/>
          </p:nvPr>
        </p:nvSpPr>
        <p:spPr>
          <a:xfrm>
            <a:off x="5864712" y="3408262"/>
            <a:ext cx="2559300" cy="911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4" name="Google Shape;134;p21"/>
          <p:cNvSpPr txBox="1">
            <a:spLocks noGrp="1"/>
          </p:cNvSpPr>
          <p:nvPr>
            <p:ph type="subTitle" idx="5"/>
          </p:nvPr>
        </p:nvSpPr>
        <p:spPr>
          <a:xfrm>
            <a:off x="1514175" y="1462800"/>
            <a:ext cx="2559300" cy="354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35" name="Google Shape;135;p21"/>
          <p:cNvSpPr txBox="1">
            <a:spLocks noGrp="1"/>
          </p:cNvSpPr>
          <p:nvPr>
            <p:ph type="subTitle" idx="6"/>
          </p:nvPr>
        </p:nvSpPr>
        <p:spPr>
          <a:xfrm>
            <a:off x="5864712" y="1462800"/>
            <a:ext cx="2559300" cy="354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36" name="Google Shape;136;p21"/>
          <p:cNvSpPr txBox="1">
            <a:spLocks noGrp="1"/>
          </p:cNvSpPr>
          <p:nvPr>
            <p:ph type="subTitle" idx="7"/>
          </p:nvPr>
        </p:nvSpPr>
        <p:spPr>
          <a:xfrm>
            <a:off x="1514175" y="3103462"/>
            <a:ext cx="2559300" cy="354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37" name="Google Shape;137;p21"/>
          <p:cNvSpPr txBox="1">
            <a:spLocks noGrp="1"/>
          </p:cNvSpPr>
          <p:nvPr>
            <p:ph type="subTitle" idx="8"/>
          </p:nvPr>
        </p:nvSpPr>
        <p:spPr>
          <a:xfrm>
            <a:off x="5864712" y="3103462"/>
            <a:ext cx="2559300" cy="354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38" name="Google Shape;138;p21"/>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1"/>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1">
  <p:cSld name="CUSTOM_6_2">
    <p:spTree>
      <p:nvGrpSpPr>
        <p:cNvPr id="1" name="Shape 140"/>
        <p:cNvGrpSpPr/>
        <p:nvPr/>
      </p:nvGrpSpPr>
      <p:grpSpPr>
        <a:xfrm>
          <a:off x="0" y="0"/>
          <a:ext cx="0" cy="0"/>
          <a:chOff x="0" y="0"/>
          <a:chExt cx="0" cy="0"/>
        </a:xfrm>
      </p:grpSpPr>
      <p:sp>
        <p:nvSpPr>
          <p:cNvPr id="141" name="Google Shape;141;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2" name="Google Shape;142;p22"/>
          <p:cNvSpPr txBox="1">
            <a:spLocks noGrp="1"/>
          </p:cNvSpPr>
          <p:nvPr>
            <p:ph type="subTitle" idx="1"/>
          </p:nvPr>
        </p:nvSpPr>
        <p:spPr>
          <a:xfrm>
            <a:off x="720025" y="2038222"/>
            <a:ext cx="3206400" cy="676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3" name="Google Shape;143;p22"/>
          <p:cNvSpPr txBox="1">
            <a:spLocks noGrp="1"/>
          </p:cNvSpPr>
          <p:nvPr>
            <p:ph type="subTitle" idx="2"/>
          </p:nvPr>
        </p:nvSpPr>
        <p:spPr>
          <a:xfrm>
            <a:off x="5217595" y="2038222"/>
            <a:ext cx="3206400" cy="676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4" name="Google Shape;144;p22"/>
          <p:cNvSpPr txBox="1">
            <a:spLocks noGrp="1"/>
          </p:cNvSpPr>
          <p:nvPr>
            <p:ph type="subTitle" idx="3"/>
          </p:nvPr>
        </p:nvSpPr>
        <p:spPr>
          <a:xfrm>
            <a:off x="720000" y="3509972"/>
            <a:ext cx="3206400" cy="676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5" name="Google Shape;145;p22"/>
          <p:cNvSpPr txBox="1">
            <a:spLocks noGrp="1"/>
          </p:cNvSpPr>
          <p:nvPr>
            <p:ph type="subTitle" idx="4"/>
          </p:nvPr>
        </p:nvSpPr>
        <p:spPr>
          <a:xfrm>
            <a:off x="720024" y="1678538"/>
            <a:ext cx="3206400" cy="4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46" name="Google Shape;146;p22"/>
          <p:cNvSpPr txBox="1">
            <a:spLocks noGrp="1"/>
          </p:cNvSpPr>
          <p:nvPr>
            <p:ph type="subTitle" idx="5"/>
          </p:nvPr>
        </p:nvSpPr>
        <p:spPr>
          <a:xfrm>
            <a:off x="5217589" y="1678538"/>
            <a:ext cx="3206400" cy="4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47" name="Google Shape;147;p22"/>
          <p:cNvSpPr txBox="1">
            <a:spLocks noGrp="1"/>
          </p:cNvSpPr>
          <p:nvPr>
            <p:ph type="subTitle" idx="6"/>
          </p:nvPr>
        </p:nvSpPr>
        <p:spPr>
          <a:xfrm>
            <a:off x="720013" y="3150288"/>
            <a:ext cx="3206400" cy="4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48" name="Google Shape;148;p22"/>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2"/>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2"/>
          <p:cNvSpPr txBox="1">
            <a:spLocks noGrp="1"/>
          </p:cNvSpPr>
          <p:nvPr>
            <p:ph type="subTitle" idx="7"/>
          </p:nvPr>
        </p:nvSpPr>
        <p:spPr>
          <a:xfrm>
            <a:off x="5217575" y="3509972"/>
            <a:ext cx="3206400" cy="67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1" name="Google Shape;151;p22"/>
          <p:cNvSpPr txBox="1">
            <a:spLocks noGrp="1"/>
          </p:cNvSpPr>
          <p:nvPr>
            <p:ph type="subTitle" idx="8"/>
          </p:nvPr>
        </p:nvSpPr>
        <p:spPr>
          <a:xfrm>
            <a:off x="5217588" y="3150288"/>
            <a:ext cx="3206400" cy="4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ive columns">
  <p:cSld name="CUSTOM_7_1">
    <p:spTree>
      <p:nvGrpSpPr>
        <p:cNvPr id="1" name="Shape 152"/>
        <p:cNvGrpSpPr/>
        <p:nvPr/>
      </p:nvGrpSpPr>
      <p:grpSpPr>
        <a:xfrm>
          <a:off x="0" y="0"/>
          <a:ext cx="0" cy="0"/>
          <a:chOff x="0" y="0"/>
          <a:chExt cx="0" cy="0"/>
        </a:xfrm>
      </p:grpSpPr>
      <p:sp>
        <p:nvSpPr>
          <p:cNvPr id="153" name="Google Shape;153;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4" name="Google Shape;154;p23"/>
          <p:cNvSpPr txBox="1">
            <a:spLocks noGrp="1"/>
          </p:cNvSpPr>
          <p:nvPr>
            <p:ph type="subTitle" idx="1"/>
          </p:nvPr>
        </p:nvSpPr>
        <p:spPr>
          <a:xfrm>
            <a:off x="2146113" y="2073000"/>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5" name="Google Shape;155;p23"/>
          <p:cNvSpPr txBox="1">
            <a:spLocks noGrp="1"/>
          </p:cNvSpPr>
          <p:nvPr>
            <p:ph type="subTitle" idx="2"/>
          </p:nvPr>
        </p:nvSpPr>
        <p:spPr>
          <a:xfrm>
            <a:off x="5011887" y="2073000"/>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6" name="Google Shape;156;p23"/>
          <p:cNvSpPr txBox="1">
            <a:spLocks noGrp="1"/>
          </p:cNvSpPr>
          <p:nvPr>
            <p:ph type="subTitle" idx="3"/>
          </p:nvPr>
        </p:nvSpPr>
        <p:spPr>
          <a:xfrm>
            <a:off x="713227" y="3427025"/>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7" name="Google Shape;157;p23"/>
          <p:cNvSpPr txBox="1">
            <a:spLocks noGrp="1"/>
          </p:cNvSpPr>
          <p:nvPr>
            <p:ph type="subTitle" idx="4"/>
          </p:nvPr>
        </p:nvSpPr>
        <p:spPr>
          <a:xfrm>
            <a:off x="3579000" y="3427025"/>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8" name="Google Shape;158;p23"/>
          <p:cNvSpPr txBox="1">
            <a:spLocks noGrp="1"/>
          </p:cNvSpPr>
          <p:nvPr>
            <p:ph type="subTitle" idx="5"/>
          </p:nvPr>
        </p:nvSpPr>
        <p:spPr>
          <a:xfrm>
            <a:off x="6444773" y="3427025"/>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9" name="Google Shape;159;p23"/>
          <p:cNvSpPr txBox="1">
            <a:spLocks noGrp="1"/>
          </p:cNvSpPr>
          <p:nvPr>
            <p:ph type="subTitle" idx="6"/>
          </p:nvPr>
        </p:nvSpPr>
        <p:spPr>
          <a:xfrm>
            <a:off x="2150013" y="1732799"/>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chemeClr val="dk1"/>
                </a:solidFill>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0" name="Google Shape;160;p23"/>
          <p:cNvSpPr txBox="1">
            <a:spLocks noGrp="1"/>
          </p:cNvSpPr>
          <p:nvPr>
            <p:ph type="subTitle" idx="7"/>
          </p:nvPr>
        </p:nvSpPr>
        <p:spPr>
          <a:xfrm>
            <a:off x="5015787" y="1732799"/>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chemeClr val="dk1"/>
                </a:solidFill>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1" name="Google Shape;161;p23"/>
          <p:cNvSpPr txBox="1">
            <a:spLocks noGrp="1"/>
          </p:cNvSpPr>
          <p:nvPr>
            <p:ph type="subTitle" idx="8"/>
          </p:nvPr>
        </p:nvSpPr>
        <p:spPr>
          <a:xfrm>
            <a:off x="717127" y="3086800"/>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chemeClr val="dk1"/>
                </a:solidFill>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2" name="Google Shape;162;p23"/>
          <p:cNvSpPr txBox="1">
            <a:spLocks noGrp="1"/>
          </p:cNvSpPr>
          <p:nvPr>
            <p:ph type="subTitle" idx="9"/>
          </p:nvPr>
        </p:nvSpPr>
        <p:spPr>
          <a:xfrm>
            <a:off x="3582900" y="3086800"/>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chemeClr val="dk1"/>
                </a:solidFill>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3" name="Google Shape;163;p23"/>
          <p:cNvSpPr txBox="1">
            <a:spLocks noGrp="1"/>
          </p:cNvSpPr>
          <p:nvPr>
            <p:ph type="subTitle" idx="13"/>
          </p:nvPr>
        </p:nvSpPr>
        <p:spPr>
          <a:xfrm>
            <a:off x="6448673" y="3086800"/>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chemeClr val="dk1"/>
                </a:solidFill>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4" name="Google Shape;164;p23"/>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3"/>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75"/>
        <p:cNvGrpSpPr/>
        <p:nvPr/>
      </p:nvGrpSpPr>
      <p:grpSpPr>
        <a:xfrm>
          <a:off x="0" y="0"/>
          <a:ext cx="0" cy="0"/>
          <a:chOff x="0" y="0"/>
          <a:chExt cx="0" cy="0"/>
        </a:xfrm>
      </p:grpSpPr>
      <p:sp>
        <p:nvSpPr>
          <p:cNvPr id="176" name="Google Shape;176;p25"/>
          <p:cNvSpPr txBox="1">
            <a:spLocks noGrp="1"/>
          </p:cNvSpPr>
          <p:nvPr>
            <p:ph type="title"/>
          </p:nvPr>
        </p:nvSpPr>
        <p:spPr>
          <a:xfrm>
            <a:off x="713225" y="2147650"/>
            <a:ext cx="4184400" cy="8418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7" name="Google Shape;177;p25"/>
          <p:cNvSpPr txBox="1">
            <a:spLocks noGrp="1"/>
          </p:cNvSpPr>
          <p:nvPr>
            <p:ph type="title" idx="2" hasCustomPrompt="1"/>
          </p:nvPr>
        </p:nvSpPr>
        <p:spPr>
          <a:xfrm>
            <a:off x="713225" y="1025775"/>
            <a:ext cx="1435800" cy="12765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8000" b="1"/>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8" name="Google Shape;178;p25"/>
          <p:cNvSpPr txBox="1">
            <a:spLocks noGrp="1"/>
          </p:cNvSpPr>
          <p:nvPr>
            <p:ph type="subTitle" idx="1"/>
          </p:nvPr>
        </p:nvSpPr>
        <p:spPr>
          <a:xfrm>
            <a:off x="713225" y="3079825"/>
            <a:ext cx="3026700" cy="713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400"/>
              <a:buNone/>
              <a:defRPr sz="1600">
                <a:solidFill>
                  <a:schemeClr val="dk1"/>
                </a:solidFill>
              </a:defRPr>
            </a:lvl1pPr>
            <a:lvl2pPr lvl="1" algn="ctr" rtl="0">
              <a:lnSpc>
                <a:spcPct val="100000"/>
              </a:lnSpc>
              <a:spcBef>
                <a:spcPts val="160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sp>
        <p:nvSpPr>
          <p:cNvPr id="179" name="Google Shape;179;p25"/>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5"/>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187"/>
        <p:cNvGrpSpPr/>
        <p:nvPr/>
      </p:nvGrpSpPr>
      <p:grpSpPr>
        <a:xfrm>
          <a:off x="0" y="0"/>
          <a:ext cx="0" cy="0"/>
          <a:chOff x="0" y="0"/>
          <a:chExt cx="0" cy="0"/>
        </a:xfrm>
      </p:grpSpPr>
      <p:sp>
        <p:nvSpPr>
          <p:cNvPr id="188" name="Google Shape;188;p27"/>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7"/>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0" name="Google Shape;190;p27"/>
          <p:cNvPicPr preferRelativeResize="0"/>
          <p:nvPr/>
        </p:nvPicPr>
        <p:blipFill>
          <a:blip r:embed="rId2">
            <a:alphaModFix/>
          </a:blip>
          <a:stretch>
            <a:fillRect/>
          </a:stretch>
        </p:blipFill>
        <p:spPr>
          <a:xfrm rot="1608429">
            <a:off x="7695265" y="3202928"/>
            <a:ext cx="1144821" cy="1135548"/>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191"/>
        <p:cNvGrpSpPr/>
        <p:nvPr/>
      </p:nvGrpSpPr>
      <p:grpSpPr>
        <a:xfrm>
          <a:off x="0" y="0"/>
          <a:ext cx="0" cy="0"/>
          <a:chOff x="0" y="0"/>
          <a:chExt cx="0" cy="0"/>
        </a:xfrm>
      </p:grpSpPr>
      <p:sp>
        <p:nvSpPr>
          <p:cNvPr id="192" name="Google Shape;192;p28"/>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8"/>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4" name="Google Shape;194;p28"/>
          <p:cNvPicPr preferRelativeResize="0"/>
          <p:nvPr/>
        </p:nvPicPr>
        <p:blipFill>
          <a:blip r:embed="rId2">
            <a:alphaModFix/>
          </a:blip>
          <a:stretch>
            <a:fillRect/>
          </a:stretch>
        </p:blipFill>
        <p:spPr>
          <a:xfrm rot="-7349461" flipH="1">
            <a:off x="7796558" y="173183"/>
            <a:ext cx="970183" cy="1019736"/>
          </a:xfrm>
          <a:prstGeom prst="rect">
            <a:avLst/>
          </a:prstGeom>
          <a:noFill/>
          <a:ln>
            <a:noFill/>
          </a:ln>
        </p:spPr>
      </p:pic>
      <p:pic>
        <p:nvPicPr>
          <p:cNvPr id="195" name="Google Shape;195;p28"/>
          <p:cNvPicPr preferRelativeResize="0"/>
          <p:nvPr/>
        </p:nvPicPr>
        <p:blipFill>
          <a:blip r:embed="rId3">
            <a:alphaModFix/>
          </a:blip>
          <a:stretch>
            <a:fillRect/>
          </a:stretch>
        </p:blipFill>
        <p:spPr>
          <a:xfrm>
            <a:off x="146576" y="3747700"/>
            <a:ext cx="1285625" cy="11944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1pPr>
            <a:lvl2pPr lvl="1"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2pPr>
            <a:lvl3pPr lvl="2"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3pPr>
            <a:lvl4pPr lvl="3"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4pPr>
            <a:lvl5pPr lvl="4"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5pPr>
            <a:lvl6pPr lvl="5"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6pPr>
            <a:lvl7pPr lvl="6"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7pPr>
            <a:lvl8pPr lvl="7"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8pPr>
            <a:lvl9pPr lvl="8"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IBM Plex Sans"/>
              <a:buChar char="●"/>
              <a:defRPr>
                <a:solidFill>
                  <a:schemeClr val="dk1"/>
                </a:solidFill>
                <a:latin typeface="IBM Plex Sans"/>
                <a:ea typeface="IBM Plex Sans"/>
                <a:cs typeface="IBM Plex Sans"/>
                <a:sym typeface="IBM Plex Sans"/>
              </a:defRPr>
            </a:lvl1pPr>
            <a:lvl2pPr marL="914400" lvl="1" indent="-317500">
              <a:lnSpc>
                <a:spcPct val="115000"/>
              </a:lnSpc>
              <a:spcBef>
                <a:spcPts val="160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2pPr>
            <a:lvl3pPr marL="1371600" lvl="2" indent="-317500">
              <a:lnSpc>
                <a:spcPct val="115000"/>
              </a:lnSpc>
              <a:spcBef>
                <a:spcPts val="160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3pPr>
            <a:lvl4pPr marL="1828800" lvl="3" indent="-317500">
              <a:lnSpc>
                <a:spcPct val="115000"/>
              </a:lnSpc>
              <a:spcBef>
                <a:spcPts val="160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4pPr>
            <a:lvl5pPr marL="2286000" lvl="4" indent="-317500">
              <a:lnSpc>
                <a:spcPct val="115000"/>
              </a:lnSpc>
              <a:spcBef>
                <a:spcPts val="160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5pPr>
            <a:lvl6pPr marL="2743200" lvl="5" indent="-317500">
              <a:lnSpc>
                <a:spcPct val="115000"/>
              </a:lnSpc>
              <a:spcBef>
                <a:spcPts val="160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6pPr>
            <a:lvl7pPr marL="3200400" lvl="6" indent="-317500">
              <a:lnSpc>
                <a:spcPct val="115000"/>
              </a:lnSpc>
              <a:spcBef>
                <a:spcPts val="160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7pPr>
            <a:lvl8pPr marL="3657600" lvl="7" indent="-317500">
              <a:lnSpc>
                <a:spcPct val="115000"/>
              </a:lnSpc>
              <a:spcBef>
                <a:spcPts val="160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8pPr>
            <a:lvl9pPr marL="4114800" lvl="8" indent="-317500">
              <a:lnSpc>
                <a:spcPct val="115000"/>
              </a:lnSpc>
              <a:spcBef>
                <a:spcPts val="1600"/>
              </a:spcBef>
              <a:spcAft>
                <a:spcPts val="1600"/>
              </a:spcAft>
              <a:buClr>
                <a:schemeClr val="dk1"/>
              </a:buClr>
              <a:buSzPts val="1400"/>
              <a:buFont typeface="IBM Plex Sans"/>
              <a:buChar char="■"/>
              <a:defRPr>
                <a:solidFill>
                  <a:schemeClr val="dk1"/>
                </a:solidFill>
                <a:latin typeface="IBM Plex Sans"/>
                <a:ea typeface="IBM Plex Sans"/>
                <a:cs typeface="IBM Plex Sans"/>
                <a:sym typeface="IBM Plex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5" r:id="rId6"/>
    <p:sldLayoutId id="2147483658" r:id="rId7"/>
    <p:sldLayoutId id="2147483659" r:id="rId8"/>
    <p:sldLayoutId id="2147483660" r:id="rId9"/>
    <p:sldLayoutId id="2147483662" r:id="rId10"/>
    <p:sldLayoutId id="2147483665" r:id="rId11"/>
    <p:sldLayoutId id="2147483666" r:id="rId12"/>
    <p:sldLayoutId id="2147483667" r:id="rId13"/>
    <p:sldLayoutId id="2147483668" r:id="rId14"/>
    <p:sldLayoutId id="2147483669" r:id="rId15"/>
    <p:sldLayoutId id="2147483671" r:id="rId16"/>
    <p:sldLayoutId id="2147483673" r:id="rId17"/>
    <p:sldLayoutId id="2147483674"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hyperlink" Target="https://docs.google.com/spreadsheets/d/1mfDzUg7QcRa43IUVcIOE8lT4hmBIeeJZVcnz0MlXNLU/copy"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docs.google.com/spreadsheets/d/1mfDzUg7QcRa43IUVcIOE8lT4hmBIeeJZVcnz0MlXNLU/copy" TargetMode="External"/><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2E6"/>
        </a:solidFill>
        <a:effectLst/>
      </p:bgPr>
    </p:bg>
    <p:spTree>
      <p:nvGrpSpPr>
        <p:cNvPr id="1" name="Shape 205"/>
        <p:cNvGrpSpPr/>
        <p:nvPr/>
      </p:nvGrpSpPr>
      <p:grpSpPr>
        <a:xfrm>
          <a:off x="0" y="0"/>
          <a:ext cx="0" cy="0"/>
          <a:chOff x="0" y="0"/>
          <a:chExt cx="0" cy="0"/>
        </a:xfrm>
      </p:grpSpPr>
      <p:sp>
        <p:nvSpPr>
          <p:cNvPr id="206" name="Google Shape;206;p32"/>
          <p:cNvSpPr txBox="1">
            <a:spLocks noGrp="1"/>
          </p:cNvSpPr>
          <p:nvPr>
            <p:ph type="ctrTitle"/>
          </p:nvPr>
        </p:nvSpPr>
        <p:spPr>
          <a:xfrm>
            <a:off x="713225" y="740375"/>
            <a:ext cx="5958900" cy="21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200"/>
              <a:t>Epidemiology Study on Infectious Diseases </a:t>
            </a:r>
            <a:r>
              <a:rPr lang="en" sz="3900" b="1"/>
              <a:t>Thesis Defense</a:t>
            </a:r>
            <a:endParaRPr sz="3900" b="1"/>
          </a:p>
        </p:txBody>
      </p:sp>
      <p:sp>
        <p:nvSpPr>
          <p:cNvPr id="207" name="Google Shape;207;p32"/>
          <p:cNvSpPr txBox="1">
            <a:spLocks noGrp="1"/>
          </p:cNvSpPr>
          <p:nvPr>
            <p:ph type="subTitle" idx="1"/>
          </p:nvPr>
        </p:nvSpPr>
        <p:spPr>
          <a:xfrm>
            <a:off x="713225" y="2922176"/>
            <a:ext cx="45288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presentation begins</a:t>
            </a:r>
            <a:endParaRPr/>
          </a:p>
        </p:txBody>
      </p:sp>
      <p:pic>
        <p:nvPicPr>
          <p:cNvPr id="208" name="Google Shape;208;p32"/>
          <p:cNvPicPr preferRelativeResize="0"/>
          <p:nvPr/>
        </p:nvPicPr>
        <p:blipFill rotWithShape="1">
          <a:blip r:embed="rId3">
            <a:alphaModFix/>
          </a:blip>
          <a:srcRect l="-3740" r="-3740"/>
          <a:stretch/>
        </p:blipFill>
        <p:spPr>
          <a:xfrm>
            <a:off x="6463675" y="1568696"/>
            <a:ext cx="2043301" cy="3046024"/>
          </a:xfrm>
          <a:prstGeom prst="rect">
            <a:avLst/>
          </a:prstGeom>
          <a:noFill/>
          <a:ln>
            <a:noFill/>
          </a:ln>
        </p:spPr>
      </p:pic>
      <p:cxnSp>
        <p:nvCxnSpPr>
          <p:cNvPr id="209" name="Google Shape;209;p32"/>
          <p:cNvCxnSpPr/>
          <p:nvPr/>
        </p:nvCxnSpPr>
        <p:spPr>
          <a:xfrm>
            <a:off x="821725" y="2901300"/>
            <a:ext cx="3534900" cy="0"/>
          </a:xfrm>
          <a:prstGeom prst="straightConnector1">
            <a:avLst/>
          </a:prstGeom>
          <a:noFill/>
          <a:ln w="19050" cap="flat" cmpd="sng">
            <a:solidFill>
              <a:schemeClr val="dk1"/>
            </a:solidFill>
            <a:prstDash val="solid"/>
            <a:round/>
            <a:headEnd type="none" w="med" len="med"/>
            <a:tailEnd type="none" w="med" len="med"/>
          </a:ln>
        </p:spPr>
      </p:cxnSp>
      <p:pic>
        <p:nvPicPr>
          <p:cNvPr id="210" name="Google Shape;210;p32"/>
          <p:cNvPicPr preferRelativeResize="0"/>
          <p:nvPr/>
        </p:nvPicPr>
        <p:blipFill>
          <a:blip r:embed="rId4">
            <a:alphaModFix/>
          </a:blip>
          <a:stretch>
            <a:fillRect/>
          </a:stretch>
        </p:blipFill>
        <p:spPr>
          <a:xfrm>
            <a:off x="4858576" y="3418075"/>
            <a:ext cx="1285625" cy="1194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2E6"/>
        </a:solidFill>
        <a:effectLst/>
      </p:bgPr>
    </p:bg>
    <p:spTree>
      <p:nvGrpSpPr>
        <p:cNvPr id="1" name="Shape 223"/>
        <p:cNvGrpSpPr/>
        <p:nvPr/>
      </p:nvGrpSpPr>
      <p:grpSpPr>
        <a:xfrm>
          <a:off x="0" y="0"/>
          <a:ext cx="0" cy="0"/>
          <a:chOff x="0" y="0"/>
          <a:chExt cx="0" cy="0"/>
        </a:xfrm>
      </p:grpSpPr>
      <p:sp>
        <p:nvSpPr>
          <p:cNvPr id="224" name="Google Shape;224;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225" name="Google Shape;225;p34"/>
          <p:cNvSpPr txBox="1">
            <a:spLocks noGrp="1"/>
          </p:cNvSpPr>
          <p:nvPr>
            <p:ph type="subTitle" idx="1"/>
          </p:nvPr>
        </p:nvSpPr>
        <p:spPr>
          <a:xfrm>
            <a:off x="1622449" y="1801113"/>
            <a:ext cx="230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226" name="Google Shape;226;p34"/>
          <p:cNvSpPr txBox="1">
            <a:spLocks noGrp="1"/>
          </p:cNvSpPr>
          <p:nvPr>
            <p:ph type="title" idx="2"/>
          </p:nvPr>
        </p:nvSpPr>
        <p:spPr>
          <a:xfrm>
            <a:off x="713225" y="1420125"/>
            <a:ext cx="901200" cy="67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27" name="Google Shape;227;p34"/>
          <p:cNvSpPr txBox="1">
            <a:spLocks noGrp="1"/>
          </p:cNvSpPr>
          <p:nvPr>
            <p:ph type="subTitle" idx="3"/>
          </p:nvPr>
        </p:nvSpPr>
        <p:spPr>
          <a:xfrm>
            <a:off x="1622450" y="1420113"/>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Statement</a:t>
            </a:r>
            <a:endParaRPr/>
          </a:p>
        </p:txBody>
      </p:sp>
      <p:sp>
        <p:nvSpPr>
          <p:cNvPr id="228" name="Google Shape;228;p34"/>
          <p:cNvSpPr txBox="1">
            <a:spLocks noGrp="1"/>
          </p:cNvSpPr>
          <p:nvPr>
            <p:ph type="subTitle" idx="4"/>
          </p:nvPr>
        </p:nvSpPr>
        <p:spPr>
          <a:xfrm>
            <a:off x="1622449" y="2829263"/>
            <a:ext cx="230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229" name="Google Shape;229;p34"/>
          <p:cNvSpPr txBox="1">
            <a:spLocks noGrp="1"/>
          </p:cNvSpPr>
          <p:nvPr>
            <p:ph type="title" idx="5"/>
          </p:nvPr>
        </p:nvSpPr>
        <p:spPr>
          <a:xfrm>
            <a:off x="713225" y="2448275"/>
            <a:ext cx="901200" cy="67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30" name="Google Shape;230;p34"/>
          <p:cNvSpPr txBox="1">
            <a:spLocks noGrp="1"/>
          </p:cNvSpPr>
          <p:nvPr>
            <p:ph type="subTitle" idx="6"/>
          </p:nvPr>
        </p:nvSpPr>
        <p:spPr>
          <a:xfrm>
            <a:off x="1622450" y="2448263"/>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Hypothesis</a:t>
            </a:r>
            <a:endParaRPr/>
          </a:p>
        </p:txBody>
      </p:sp>
      <p:sp>
        <p:nvSpPr>
          <p:cNvPr id="231" name="Google Shape;231;p34"/>
          <p:cNvSpPr txBox="1">
            <a:spLocks noGrp="1"/>
          </p:cNvSpPr>
          <p:nvPr>
            <p:ph type="subTitle" idx="7"/>
          </p:nvPr>
        </p:nvSpPr>
        <p:spPr>
          <a:xfrm>
            <a:off x="1622449" y="3857413"/>
            <a:ext cx="230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232" name="Google Shape;232;p34"/>
          <p:cNvSpPr txBox="1">
            <a:spLocks noGrp="1"/>
          </p:cNvSpPr>
          <p:nvPr>
            <p:ph type="title" idx="8"/>
          </p:nvPr>
        </p:nvSpPr>
        <p:spPr>
          <a:xfrm>
            <a:off x="713225" y="3476425"/>
            <a:ext cx="901200" cy="67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33" name="Google Shape;233;p34"/>
          <p:cNvSpPr txBox="1">
            <a:spLocks noGrp="1"/>
          </p:cNvSpPr>
          <p:nvPr>
            <p:ph type="subTitle" idx="9"/>
          </p:nvPr>
        </p:nvSpPr>
        <p:spPr>
          <a:xfrm>
            <a:off x="1622450" y="3476413"/>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Objectives</a:t>
            </a:r>
            <a:endParaRPr/>
          </a:p>
        </p:txBody>
      </p:sp>
      <p:sp>
        <p:nvSpPr>
          <p:cNvPr id="234" name="Google Shape;234;p34"/>
          <p:cNvSpPr txBox="1">
            <a:spLocks noGrp="1"/>
          </p:cNvSpPr>
          <p:nvPr>
            <p:ph type="subTitle" idx="13"/>
          </p:nvPr>
        </p:nvSpPr>
        <p:spPr>
          <a:xfrm>
            <a:off x="5373024" y="1801113"/>
            <a:ext cx="230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235" name="Google Shape;235;p34"/>
          <p:cNvSpPr txBox="1">
            <a:spLocks noGrp="1"/>
          </p:cNvSpPr>
          <p:nvPr>
            <p:ph type="title" idx="14"/>
          </p:nvPr>
        </p:nvSpPr>
        <p:spPr>
          <a:xfrm>
            <a:off x="4463800" y="1420125"/>
            <a:ext cx="901200" cy="67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36" name="Google Shape;236;p34"/>
          <p:cNvSpPr txBox="1">
            <a:spLocks noGrp="1"/>
          </p:cNvSpPr>
          <p:nvPr>
            <p:ph type="subTitle" idx="15"/>
          </p:nvPr>
        </p:nvSpPr>
        <p:spPr>
          <a:xfrm>
            <a:off x="5373025" y="1420113"/>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Methodology</a:t>
            </a:r>
            <a:endParaRPr/>
          </a:p>
        </p:txBody>
      </p:sp>
      <p:sp>
        <p:nvSpPr>
          <p:cNvPr id="237" name="Google Shape;237;p34"/>
          <p:cNvSpPr txBox="1">
            <a:spLocks noGrp="1"/>
          </p:cNvSpPr>
          <p:nvPr>
            <p:ph type="subTitle" idx="16"/>
          </p:nvPr>
        </p:nvSpPr>
        <p:spPr>
          <a:xfrm>
            <a:off x="5373024" y="2829263"/>
            <a:ext cx="230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238" name="Google Shape;238;p34"/>
          <p:cNvSpPr txBox="1">
            <a:spLocks noGrp="1"/>
          </p:cNvSpPr>
          <p:nvPr>
            <p:ph type="title" idx="17"/>
          </p:nvPr>
        </p:nvSpPr>
        <p:spPr>
          <a:xfrm>
            <a:off x="4463800" y="2448275"/>
            <a:ext cx="901200" cy="67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239" name="Google Shape;239;p34"/>
          <p:cNvSpPr txBox="1">
            <a:spLocks noGrp="1"/>
          </p:cNvSpPr>
          <p:nvPr>
            <p:ph type="subTitle" idx="18"/>
          </p:nvPr>
        </p:nvSpPr>
        <p:spPr>
          <a:xfrm>
            <a:off x="5373025" y="2448263"/>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Analysis</a:t>
            </a:r>
            <a:endParaRPr/>
          </a:p>
        </p:txBody>
      </p:sp>
      <p:sp>
        <p:nvSpPr>
          <p:cNvPr id="240" name="Google Shape;240;p34"/>
          <p:cNvSpPr txBox="1">
            <a:spLocks noGrp="1"/>
          </p:cNvSpPr>
          <p:nvPr>
            <p:ph type="subTitle" idx="19"/>
          </p:nvPr>
        </p:nvSpPr>
        <p:spPr>
          <a:xfrm>
            <a:off x="5373024" y="3857413"/>
            <a:ext cx="230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241" name="Google Shape;241;p34"/>
          <p:cNvSpPr txBox="1">
            <a:spLocks noGrp="1"/>
          </p:cNvSpPr>
          <p:nvPr>
            <p:ph type="title" idx="20"/>
          </p:nvPr>
        </p:nvSpPr>
        <p:spPr>
          <a:xfrm>
            <a:off x="4463800" y="3476425"/>
            <a:ext cx="901200" cy="67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242" name="Google Shape;242;p34"/>
          <p:cNvSpPr txBox="1">
            <a:spLocks noGrp="1"/>
          </p:cNvSpPr>
          <p:nvPr>
            <p:ph type="subTitle" idx="21"/>
          </p:nvPr>
        </p:nvSpPr>
        <p:spPr>
          <a:xfrm>
            <a:off x="5373025" y="3476413"/>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Conclusions</a:t>
            </a:r>
            <a:endParaRPr/>
          </a:p>
        </p:txBody>
      </p:sp>
      <p:pic>
        <p:nvPicPr>
          <p:cNvPr id="243" name="Google Shape;243;p34"/>
          <p:cNvPicPr preferRelativeResize="0"/>
          <p:nvPr/>
        </p:nvPicPr>
        <p:blipFill>
          <a:blip r:embed="rId3">
            <a:alphaModFix/>
          </a:blip>
          <a:stretch>
            <a:fillRect/>
          </a:stretch>
        </p:blipFill>
        <p:spPr>
          <a:xfrm rot="-5861128">
            <a:off x="7770065" y="298027"/>
            <a:ext cx="1144821" cy="1135548"/>
          </a:xfrm>
          <a:prstGeom prst="rect">
            <a:avLst/>
          </a:prstGeom>
          <a:noFill/>
          <a:ln>
            <a:noFill/>
          </a:ln>
        </p:spPr>
      </p:pic>
      <p:cxnSp>
        <p:nvCxnSpPr>
          <p:cNvPr id="244" name="Google Shape;244;p34"/>
          <p:cNvCxnSpPr/>
          <p:nvPr/>
        </p:nvCxnSpPr>
        <p:spPr>
          <a:xfrm>
            <a:off x="851375" y="2189862"/>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245" name="Google Shape;245;p34"/>
          <p:cNvCxnSpPr/>
          <p:nvPr/>
        </p:nvCxnSpPr>
        <p:spPr>
          <a:xfrm>
            <a:off x="851375" y="3219593"/>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246" name="Google Shape;246;p34"/>
          <p:cNvCxnSpPr/>
          <p:nvPr/>
        </p:nvCxnSpPr>
        <p:spPr>
          <a:xfrm>
            <a:off x="851375" y="4249325"/>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247" name="Google Shape;247;p34"/>
          <p:cNvCxnSpPr/>
          <p:nvPr/>
        </p:nvCxnSpPr>
        <p:spPr>
          <a:xfrm>
            <a:off x="4601950" y="2189862"/>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248" name="Google Shape;248;p34"/>
          <p:cNvCxnSpPr/>
          <p:nvPr/>
        </p:nvCxnSpPr>
        <p:spPr>
          <a:xfrm>
            <a:off x="4601950" y="4249325"/>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249" name="Google Shape;249;p34"/>
          <p:cNvCxnSpPr/>
          <p:nvPr/>
        </p:nvCxnSpPr>
        <p:spPr>
          <a:xfrm>
            <a:off x="4601950" y="3219593"/>
            <a:ext cx="6249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5"/>
          <p:cNvSpPr txBox="1">
            <a:spLocks noGrp="1"/>
          </p:cNvSpPr>
          <p:nvPr>
            <p:ph type="title"/>
          </p:nvPr>
        </p:nvSpPr>
        <p:spPr>
          <a:xfrm>
            <a:off x="4246350" y="2147650"/>
            <a:ext cx="4184400" cy="841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Statement</a:t>
            </a:r>
            <a:endParaRPr/>
          </a:p>
        </p:txBody>
      </p:sp>
      <p:sp>
        <p:nvSpPr>
          <p:cNvPr id="255" name="Google Shape;255;p35"/>
          <p:cNvSpPr txBox="1">
            <a:spLocks noGrp="1"/>
          </p:cNvSpPr>
          <p:nvPr>
            <p:ph type="subTitle" idx="1"/>
          </p:nvPr>
        </p:nvSpPr>
        <p:spPr>
          <a:xfrm>
            <a:off x="5404025" y="3079825"/>
            <a:ext cx="3026700" cy="713400"/>
          </a:xfrm>
          <a:prstGeom prst="rect">
            <a:avLst/>
          </a:prstGeom>
        </p:spPr>
        <p:txBody>
          <a:bodyPr spcFirstLastPara="1" wrap="square" lIns="91425" tIns="91425" rIns="91425" bIns="91425" anchor="t" anchorCtr="0">
            <a:noAutofit/>
          </a:bodyPr>
          <a:lstStyle/>
          <a:p>
            <a:pPr marL="0" lvl="0" indent="0" algn="r" rtl="0">
              <a:spcBef>
                <a:spcPts val="0"/>
              </a:spcBef>
              <a:spcAft>
                <a:spcPts val="1600"/>
              </a:spcAft>
              <a:buNone/>
            </a:pPr>
            <a:r>
              <a:rPr lang="en"/>
              <a:t>You can describe the topic of the section here</a:t>
            </a:r>
            <a:endParaRPr/>
          </a:p>
        </p:txBody>
      </p:sp>
      <p:sp>
        <p:nvSpPr>
          <p:cNvPr id="256" name="Google Shape;256;p35"/>
          <p:cNvSpPr txBox="1">
            <a:spLocks noGrp="1"/>
          </p:cNvSpPr>
          <p:nvPr>
            <p:ph type="title" idx="2"/>
          </p:nvPr>
        </p:nvSpPr>
        <p:spPr>
          <a:xfrm>
            <a:off x="6994975" y="1025775"/>
            <a:ext cx="1435800" cy="1276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01</a:t>
            </a:r>
            <a:endParaRPr/>
          </a:p>
        </p:txBody>
      </p:sp>
      <p:pic>
        <p:nvPicPr>
          <p:cNvPr id="257" name="Google Shape;257;p35"/>
          <p:cNvPicPr preferRelativeResize="0"/>
          <p:nvPr/>
        </p:nvPicPr>
        <p:blipFill>
          <a:blip r:embed="rId3">
            <a:alphaModFix/>
          </a:blip>
          <a:stretch>
            <a:fillRect/>
          </a:stretch>
        </p:blipFill>
        <p:spPr>
          <a:xfrm flipH="1">
            <a:off x="575750" y="1250075"/>
            <a:ext cx="2889075" cy="3358500"/>
          </a:xfrm>
          <a:prstGeom prst="rect">
            <a:avLst/>
          </a:prstGeom>
          <a:noFill/>
          <a:ln>
            <a:noFill/>
          </a:ln>
        </p:spPr>
      </p:pic>
      <p:pic>
        <p:nvPicPr>
          <p:cNvPr id="258" name="Google Shape;258;p35"/>
          <p:cNvPicPr preferRelativeResize="0"/>
          <p:nvPr/>
        </p:nvPicPr>
        <p:blipFill>
          <a:blip r:embed="rId4">
            <a:alphaModFix/>
          </a:blip>
          <a:stretch>
            <a:fillRect/>
          </a:stretch>
        </p:blipFill>
        <p:spPr>
          <a:xfrm>
            <a:off x="3624875" y="767450"/>
            <a:ext cx="1098550" cy="1276500"/>
          </a:xfrm>
          <a:prstGeom prst="rect">
            <a:avLst/>
          </a:prstGeom>
          <a:noFill/>
          <a:ln>
            <a:noFill/>
          </a:ln>
        </p:spPr>
      </p:pic>
      <p:cxnSp>
        <p:nvCxnSpPr>
          <p:cNvPr id="259" name="Google Shape;259;p35"/>
          <p:cNvCxnSpPr/>
          <p:nvPr/>
        </p:nvCxnSpPr>
        <p:spPr>
          <a:xfrm>
            <a:off x="7209700" y="2169700"/>
            <a:ext cx="11985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6"/>
          <p:cNvSpPr txBox="1">
            <a:spLocks noGrp="1"/>
          </p:cNvSpPr>
          <p:nvPr>
            <p:ph type="title"/>
          </p:nvPr>
        </p:nvSpPr>
        <p:spPr>
          <a:xfrm>
            <a:off x="2116650" y="993150"/>
            <a:ext cx="4910700" cy="970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a:p>
        </p:txBody>
      </p:sp>
      <p:sp>
        <p:nvSpPr>
          <p:cNvPr id="265" name="Google Shape;265;p36"/>
          <p:cNvSpPr txBox="1">
            <a:spLocks noGrp="1"/>
          </p:cNvSpPr>
          <p:nvPr>
            <p:ph type="subTitle" idx="1"/>
          </p:nvPr>
        </p:nvSpPr>
        <p:spPr>
          <a:xfrm>
            <a:off x="2116650" y="1822650"/>
            <a:ext cx="4910700" cy="150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give a brief description of the topic you want to talk about here. For example, if you want to talk about Mercury, you can say that it’s the smallest planet in the entire Solar System</a:t>
            </a:r>
            <a:endParaRPr/>
          </a:p>
        </p:txBody>
      </p:sp>
      <p:pic>
        <p:nvPicPr>
          <p:cNvPr id="266" name="Google Shape;266;p36"/>
          <p:cNvPicPr preferRelativeResize="0"/>
          <p:nvPr/>
        </p:nvPicPr>
        <p:blipFill>
          <a:blip r:embed="rId3">
            <a:alphaModFix/>
          </a:blip>
          <a:stretch>
            <a:fillRect/>
          </a:stretch>
        </p:blipFill>
        <p:spPr>
          <a:xfrm rot="10101948" flipH="1">
            <a:off x="759882" y="1412458"/>
            <a:ext cx="970183" cy="1019736"/>
          </a:xfrm>
          <a:prstGeom prst="rect">
            <a:avLst/>
          </a:prstGeom>
          <a:noFill/>
          <a:ln>
            <a:noFill/>
          </a:ln>
        </p:spPr>
      </p:pic>
      <p:pic>
        <p:nvPicPr>
          <p:cNvPr id="267" name="Google Shape;267;p36"/>
          <p:cNvPicPr preferRelativeResize="0"/>
          <p:nvPr/>
        </p:nvPicPr>
        <p:blipFill>
          <a:blip r:embed="rId4">
            <a:alphaModFix/>
          </a:blip>
          <a:stretch>
            <a:fillRect/>
          </a:stretch>
        </p:blipFill>
        <p:spPr>
          <a:xfrm rot="-7544555">
            <a:off x="7061485" y="1369702"/>
            <a:ext cx="1450379" cy="110944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Purpose statement</a:t>
            </a:r>
            <a:endParaRPr/>
          </a:p>
        </p:txBody>
      </p:sp>
      <p:sp>
        <p:nvSpPr>
          <p:cNvPr id="273" name="Google Shape;273;p37"/>
          <p:cNvSpPr txBox="1">
            <a:spLocks noGrp="1"/>
          </p:cNvSpPr>
          <p:nvPr>
            <p:ph type="subTitle" idx="1"/>
          </p:nvPr>
        </p:nvSpPr>
        <p:spPr>
          <a:xfrm>
            <a:off x="720025" y="1584891"/>
            <a:ext cx="7704000" cy="53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System—it’s only a bit larger than the Moon. The planet’s name has nothing to do with the liquid metal</a:t>
            </a:r>
            <a:endParaRPr/>
          </a:p>
        </p:txBody>
      </p:sp>
      <p:sp>
        <p:nvSpPr>
          <p:cNvPr id="274" name="Google Shape;274;p37"/>
          <p:cNvSpPr txBox="1">
            <a:spLocks noGrp="1"/>
          </p:cNvSpPr>
          <p:nvPr>
            <p:ph type="subTitle" idx="2"/>
          </p:nvPr>
        </p:nvSpPr>
        <p:spPr>
          <a:xfrm>
            <a:off x="720025" y="2781274"/>
            <a:ext cx="77040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hot—even hotter than Mercury—and its atmosphere is extremely poisonous</a:t>
            </a:r>
            <a:endParaRPr/>
          </a:p>
        </p:txBody>
      </p:sp>
      <p:sp>
        <p:nvSpPr>
          <p:cNvPr id="275" name="Google Shape;275;p37"/>
          <p:cNvSpPr txBox="1">
            <a:spLocks noGrp="1"/>
          </p:cNvSpPr>
          <p:nvPr>
            <p:ph type="subTitle" idx="3"/>
          </p:nvPr>
        </p:nvSpPr>
        <p:spPr>
          <a:xfrm>
            <a:off x="720025" y="3977974"/>
            <a:ext cx="77040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 It was named after the Roman god of the skies and lightning</a:t>
            </a:r>
            <a:endParaRPr/>
          </a:p>
        </p:txBody>
      </p:sp>
      <p:sp>
        <p:nvSpPr>
          <p:cNvPr id="276" name="Google Shape;276;p37"/>
          <p:cNvSpPr txBox="1">
            <a:spLocks noGrp="1"/>
          </p:cNvSpPr>
          <p:nvPr>
            <p:ph type="subTitle" idx="4"/>
          </p:nvPr>
        </p:nvSpPr>
        <p:spPr>
          <a:xfrm>
            <a:off x="720025" y="1215220"/>
            <a:ext cx="7704000" cy="53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about Mercury?</a:t>
            </a:r>
            <a:endParaRPr/>
          </a:p>
        </p:txBody>
      </p:sp>
      <p:sp>
        <p:nvSpPr>
          <p:cNvPr id="277" name="Google Shape;277;p37"/>
          <p:cNvSpPr txBox="1">
            <a:spLocks noGrp="1"/>
          </p:cNvSpPr>
          <p:nvPr>
            <p:ph type="subTitle" idx="5"/>
          </p:nvPr>
        </p:nvSpPr>
        <p:spPr>
          <a:xfrm>
            <a:off x="720025" y="2400274"/>
            <a:ext cx="77040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about Venus?</a:t>
            </a:r>
            <a:endParaRPr/>
          </a:p>
        </p:txBody>
      </p:sp>
      <p:sp>
        <p:nvSpPr>
          <p:cNvPr id="278" name="Google Shape;278;p37"/>
          <p:cNvSpPr txBox="1">
            <a:spLocks noGrp="1"/>
          </p:cNvSpPr>
          <p:nvPr>
            <p:ph type="subTitle" idx="6"/>
          </p:nvPr>
        </p:nvSpPr>
        <p:spPr>
          <a:xfrm>
            <a:off x="720025" y="3596974"/>
            <a:ext cx="77040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about Jupiter?</a:t>
            </a:r>
            <a:endParaRPr/>
          </a:p>
        </p:txBody>
      </p:sp>
      <p:pic>
        <p:nvPicPr>
          <p:cNvPr id="279" name="Google Shape;279;p37"/>
          <p:cNvPicPr preferRelativeResize="0"/>
          <p:nvPr/>
        </p:nvPicPr>
        <p:blipFill>
          <a:blip r:embed="rId3">
            <a:alphaModFix/>
          </a:blip>
          <a:stretch>
            <a:fillRect/>
          </a:stretch>
        </p:blipFill>
        <p:spPr>
          <a:xfrm rot="4035508">
            <a:off x="7693865" y="221827"/>
            <a:ext cx="1144821" cy="113554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8"/>
          <p:cNvSpPr txBox="1">
            <a:spLocks noGrp="1"/>
          </p:cNvSpPr>
          <p:nvPr>
            <p:ph type="subTitle" idx="1"/>
          </p:nvPr>
        </p:nvSpPr>
        <p:spPr>
          <a:xfrm>
            <a:off x="713225" y="691900"/>
            <a:ext cx="5317800" cy="245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“This is a quote. Words full of wisdom that someone important said and that can inspire their reader.”</a:t>
            </a:r>
            <a:endParaRPr/>
          </a:p>
        </p:txBody>
      </p:sp>
      <p:sp>
        <p:nvSpPr>
          <p:cNvPr id="285" name="Google Shape;285;p38"/>
          <p:cNvSpPr txBox="1">
            <a:spLocks noGrp="1"/>
          </p:cNvSpPr>
          <p:nvPr>
            <p:ph type="title"/>
          </p:nvPr>
        </p:nvSpPr>
        <p:spPr>
          <a:xfrm>
            <a:off x="713225" y="3100300"/>
            <a:ext cx="5317800" cy="5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—Someone Famous</a:t>
            </a:r>
            <a:endParaRPr/>
          </a:p>
        </p:txBody>
      </p:sp>
      <p:pic>
        <p:nvPicPr>
          <p:cNvPr id="286" name="Google Shape;286;p38"/>
          <p:cNvPicPr preferRelativeResize="0"/>
          <p:nvPr/>
        </p:nvPicPr>
        <p:blipFill>
          <a:blip r:embed="rId3">
            <a:alphaModFix/>
          </a:blip>
          <a:stretch>
            <a:fillRect/>
          </a:stretch>
        </p:blipFill>
        <p:spPr>
          <a:xfrm>
            <a:off x="6308225" y="2937288"/>
            <a:ext cx="2270575" cy="1677800"/>
          </a:xfrm>
          <a:prstGeom prst="rect">
            <a:avLst/>
          </a:prstGeom>
          <a:noFill/>
          <a:ln>
            <a:noFill/>
          </a:ln>
        </p:spPr>
      </p:pic>
      <p:pic>
        <p:nvPicPr>
          <p:cNvPr id="287" name="Google Shape;287;p38"/>
          <p:cNvPicPr preferRelativeResize="0"/>
          <p:nvPr/>
        </p:nvPicPr>
        <p:blipFill>
          <a:blip r:embed="rId4">
            <a:alphaModFix/>
          </a:blip>
          <a:stretch>
            <a:fillRect/>
          </a:stretch>
        </p:blipFill>
        <p:spPr>
          <a:xfrm rot="1684551" flipH="1">
            <a:off x="7354083" y="1515558"/>
            <a:ext cx="970183" cy="101973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Current situation &amp; problems</a:t>
            </a:r>
            <a:endParaRPr/>
          </a:p>
        </p:txBody>
      </p:sp>
      <p:sp>
        <p:nvSpPr>
          <p:cNvPr id="337" name="Google Shape;337;p44"/>
          <p:cNvSpPr txBox="1"/>
          <p:nvPr/>
        </p:nvSpPr>
        <p:spPr>
          <a:xfrm>
            <a:off x="1921083" y="1106950"/>
            <a:ext cx="5301900" cy="488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a:solidFill>
                  <a:schemeClr val="dk1"/>
                </a:solidFill>
                <a:latin typeface="Roboto Slab"/>
                <a:ea typeface="Roboto Slab"/>
                <a:cs typeface="Roboto Slab"/>
                <a:sym typeface="Roboto Slab"/>
              </a:rPr>
              <a:t>Current situation</a:t>
            </a:r>
            <a:endParaRPr sz="2000">
              <a:solidFill>
                <a:schemeClr val="dk1"/>
              </a:solidFill>
              <a:latin typeface="Roboto Slab"/>
              <a:ea typeface="Roboto Slab"/>
              <a:cs typeface="Roboto Slab"/>
              <a:sym typeface="Roboto Slab"/>
            </a:endParaRPr>
          </a:p>
        </p:txBody>
      </p:sp>
      <p:sp>
        <p:nvSpPr>
          <p:cNvPr id="338" name="Google Shape;338;p44"/>
          <p:cNvSpPr txBox="1"/>
          <p:nvPr/>
        </p:nvSpPr>
        <p:spPr>
          <a:xfrm>
            <a:off x="1921025" y="1518850"/>
            <a:ext cx="53019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Jupiter is a gas giant and the biggest planet in the Solar System. It's the fourth-brightest object in the night sky</a:t>
            </a:r>
            <a:endParaRPr>
              <a:solidFill>
                <a:schemeClr val="dk1"/>
              </a:solidFill>
              <a:latin typeface="IBM Plex Sans"/>
              <a:ea typeface="IBM Plex Sans"/>
              <a:cs typeface="IBM Plex Sans"/>
              <a:sym typeface="IBM Plex Sans"/>
            </a:endParaRPr>
          </a:p>
        </p:txBody>
      </p:sp>
      <p:cxnSp>
        <p:nvCxnSpPr>
          <p:cNvPr id="339" name="Google Shape;339;p44"/>
          <p:cNvCxnSpPr/>
          <p:nvPr/>
        </p:nvCxnSpPr>
        <p:spPr>
          <a:xfrm>
            <a:off x="1744050" y="2765336"/>
            <a:ext cx="624900" cy="0"/>
          </a:xfrm>
          <a:prstGeom prst="straightConnector1">
            <a:avLst/>
          </a:prstGeom>
          <a:noFill/>
          <a:ln w="19050" cap="flat" cmpd="sng">
            <a:solidFill>
              <a:schemeClr val="dk1"/>
            </a:solidFill>
            <a:prstDash val="solid"/>
            <a:round/>
            <a:headEnd type="none" w="med" len="med"/>
            <a:tailEnd type="none" w="med" len="med"/>
          </a:ln>
        </p:spPr>
      </p:cxnSp>
      <p:sp>
        <p:nvSpPr>
          <p:cNvPr id="340" name="Google Shape;340;p44"/>
          <p:cNvSpPr txBox="1">
            <a:spLocks noGrp="1"/>
          </p:cNvSpPr>
          <p:nvPr>
            <p:ph type="title" idx="4294967295"/>
          </p:nvPr>
        </p:nvSpPr>
        <p:spPr>
          <a:xfrm>
            <a:off x="1605900" y="2197574"/>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01</a:t>
            </a:r>
            <a:endParaRPr sz="3000" b="1"/>
          </a:p>
        </p:txBody>
      </p:sp>
      <p:sp>
        <p:nvSpPr>
          <p:cNvPr id="341" name="Google Shape;341;p44"/>
          <p:cNvSpPr txBox="1"/>
          <p:nvPr/>
        </p:nvSpPr>
        <p:spPr>
          <a:xfrm>
            <a:off x="1030673" y="2905999"/>
            <a:ext cx="2051700" cy="409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a:solidFill>
                  <a:schemeClr val="dk1"/>
                </a:solidFill>
                <a:latin typeface="Roboto Slab"/>
                <a:ea typeface="Roboto Slab"/>
                <a:cs typeface="Roboto Slab"/>
                <a:sym typeface="Roboto Slab"/>
              </a:rPr>
              <a:t>Source</a:t>
            </a:r>
            <a:endParaRPr sz="2000">
              <a:solidFill>
                <a:schemeClr val="dk1"/>
              </a:solidFill>
              <a:latin typeface="Roboto Slab"/>
              <a:ea typeface="Roboto Slab"/>
              <a:cs typeface="Roboto Slab"/>
              <a:sym typeface="Roboto Slab"/>
            </a:endParaRPr>
          </a:p>
        </p:txBody>
      </p:sp>
      <p:sp>
        <p:nvSpPr>
          <p:cNvPr id="342" name="Google Shape;342;p44"/>
          <p:cNvSpPr txBox="1"/>
          <p:nvPr/>
        </p:nvSpPr>
        <p:spPr>
          <a:xfrm>
            <a:off x="1030625" y="3189101"/>
            <a:ext cx="2051700" cy="853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Earth is the third planet from the Sun and has life</a:t>
            </a:r>
            <a:endParaRPr>
              <a:solidFill>
                <a:schemeClr val="dk1"/>
              </a:solidFill>
              <a:latin typeface="IBM Plex Sans"/>
              <a:ea typeface="IBM Plex Sans"/>
              <a:cs typeface="IBM Plex Sans"/>
              <a:sym typeface="IBM Plex Sans"/>
            </a:endParaRPr>
          </a:p>
        </p:txBody>
      </p:sp>
      <p:cxnSp>
        <p:nvCxnSpPr>
          <p:cNvPr id="343" name="Google Shape;343;p44"/>
          <p:cNvCxnSpPr/>
          <p:nvPr/>
        </p:nvCxnSpPr>
        <p:spPr>
          <a:xfrm>
            <a:off x="4259525" y="2765336"/>
            <a:ext cx="624900" cy="0"/>
          </a:xfrm>
          <a:prstGeom prst="straightConnector1">
            <a:avLst/>
          </a:prstGeom>
          <a:noFill/>
          <a:ln w="19050" cap="flat" cmpd="sng">
            <a:solidFill>
              <a:schemeClr val="dk1"/>
            </a:solidFill>
            <a:prstDash val="solid"/>
            <a:round/>
            <a:headEnd type="none" w="med" len="med"/>
            <a:tailEnd type="none" w="med" len="med"/>
          </a:ln>
        </p:spPr>
      </p:cxnSp>
      <p:sp>
        <p:nvSpPr>
          <p:cNvPr id="344" name="Google Shape;344;p44"/>
          <p:cNvSpPr txBox="1">
            <a:spLocks noGrp="1"/>
          </p:cNvSpPr>
          <p:nvPr>
            <p:ph type="title" idx="4294967295"/>
          </p:nvPr>
        </p:nvSpPr>
        <p:spPr>
          <a:xfrm>
            <a:off x="4121375" y="2197574"/>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02</a:t>
            </a:r>
            <a:endParaRPr sz="3000" b="1"/>
          </a:p>
        </p:txBody>
      </p:sp>
      <p:sp>
        <p:nvSpPr>
          <p:cNvPr id="345" name="Google Shape;345;p44"/>
          <p:cNvSpPr txBox="1"/>
          <p:nvPr/>
        </p:nvSpPr>
        <p:spPr>
          <a:xfrm>
            <a:off x="3546148" y="2905999"/>
            <a:ext cx="2051700" cy="409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a:solidFill>
                  <a:schemeClr val="dk1"/>
                </a:solidFill>
                <a:latin typeface="Roboto Slab"/>
                <a:ea typeface="Roboto Slab"/>
                <a:cs typeface="Roboto Slab"/>
                <a:sym typeface="Roboto Slab"/>
              </a:rPr>
              <a:t>Transmission</a:t>
            </a:r>
            <a:endParaRPr sz="2000">
              <a:solidFill>
                <a:schemeClr val="dk1"/>
              </a:solidFill>
              <a:latin typeface="Roboto Slab"/>
              <a:ea typeface="Roboto Slab"/>
              <a:cs typeface="Roboto Slab"/>
              <a:sym typeface="Roboto Slab"/>
            </a:endParaRPr>
          </a:p>
        </p:txBody>
      </p:sp>
      <p:sp>
        <p:nvSpPr>
          <p:cNvPr id="346" name="Google Shape;346;p44"/>
          <p:cNvSpPr txBox="1"/>
          <p:nvPr/>
        </p:nvSpPr>
        <p:spPr>
          <a:xfrm>
            <a:off x="3546100" y="3189101"/>
            <a:ext cx="2051700" cy="853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Despite being red, planet Mars is actually a cold place</a:t>
            </a:r>
            <a:endParaRPr>
              <a:solidFill>
                <a:schemeClr val="dk1"/>
              </a:solidFill>
              <a:latin typeface="IBM Plex Sans"/>
              <a:ea typeface="IBM Plex Sans"/>
              <a:cs typeface="IBM Plex Sans"/>
              <a:sym typeface="IBM Plex Sans"/>
            </a:endParaRPr>
          </a:p>
        </p:txBody>
      </p:sp>
      <p:cxnSp>
        <p:nvCxnSpPr>
          <p:cNvPr id="347" name="Google Shape;347;p44"/>
          <p:cNvCxnSpPr/>
          <p:nvPr/>
        </p:nvCxnSpPr>
        <p:spPr>
          <a:xfrm>
            <a:off x="6775050" y="2765336"/>
            <a:ext cx="624900" cy="0"/>
          </a:xfrm>
          <a:prstGeom prst="straightConnector1">
            <a:avLst/>
          </a:prstGeom>
          <a:noFill/>
          <a:ln w="19050" cap="flat" cmpd="sng">
            <a:solidFill>
              <a:schemeClr val="dk1"/>
            </a:solidFill>
            <a:prstDash val="solid"/>
            <a:round/>
            <a:headEnd type="none" w="med" len="med"/>
            <a:tailEnd type="none" w="med" len="med"/>
          </a:ln>
        </p:spPr>
      </p:cxnSp>
      <p:sp>
        <p:nvSpPr>
          <p:cNvPr id="348" name="Google Shape;348;p44"/>
          <p:cNvSpPr txBox="1">
            <a:spLocks noGrp="1"/>
          </p:cNvSpPr>
          <p:nvPr>
            <p:ph type="title" idx="4294967295"/>
          </p:nvPr>
        </p:nvSpPr>
        <p:spPr>
          <a:xfrm>
            <a:off x="6636900" y="2197574"/>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03</a:t>
            </a:r>
            <a:endParaRPr sz="3000" b="1"/>
          </a:p>
        </p:txBody>
      </p:sp>
      <p:sp>
        <p:nvSpPr>
          <p:cNvPr id="349" name="Google Shape;349;p44"/>
          <p:cNvSpPr txBox="1"/>
          <p:nvPr/>
        </p:nvSpPr>
        <p:spPr>
          <a:xfrm>
            <a:off x="6061673" y="2905999"/>
            <a:ext cx="2051700" cy="409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a:solidFill>
                  <a:schemeClr val="dk1"/>
                </a:solidFill>
                <a:latin typeface="Roboto Slab"/>
                <a:ea typeface="Roboto Slab"/>
                <a:cs typeface="Roboto Slab"/>
                <a:sym typeface="Roboto Slab"/>
              </a:rPr>
              <a:t>Control</a:t>
            </a:r>
            <a:endParaRPr sz="2000">
              <a:solidFill>
                <a:schemeClr val="dk1"/>
              </a:solidFill>
              <a:latin typeface="Roboto Slab"/>
              <a:ea typeface="Roboto Slab"/>
              <a:cs typeface="Roboto Slab"/>
              <a:sym typeface="Roboto Slab"/>
            </a:endParaRPr>
          </a:p>
        </p:txBody>
      </p:sp>
      <p:sp>
        <p:nvSpPr>
          <p:cNvPr id="350" name="Google Shape;350;p44"/>
          <p:cNvSpPr txBox="1"/>
          <p:nvPr/>
        </p:nvSpPr>
        <p:spPr>
          <a:xfrm>
            <a:off x="6061625" y="3189101"/>
            <a:ext cx="2051700" cy="853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Mercury is the smallest planet in the entire Solar System</a:t>
            </a:r>
            <a:endParaRPr>
              <a:solidFill>
                <a:schemeClr val="dk1"/>
              </a:solidFill>
              <a:latin typeface="IBM Plex Sans"/>
              <a:ea typeface="IBM Plex Sans"/>
              <a:cs typeface="IBM Plex Sans"/>
              <a:sym typeface="IBM Plex Sans"/>
            </a:endParaRPr>
          </a:p>
        </p:txBody>
      </p:sp>
      <p:sp>
        <p:nvSpPr>
          <p:cNvPr id="351" name="Google Shape;351;p44"/>
          <p:cNvSpPr txBox="1"/>
          <p:nvPr/>
        </p:nvSpPr>
        <p:spPr>
          <a:xfrm>
            <a:off x="1921075" y="4210096"/>
            <a:ext cx="5301900" cy="409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a:solidFill>
                  <a:schemeClr val="dk1"/>
                </a:solidFill>
                <a:latin typeface="Roboto Slab"/>
                <a:ea typeface="Roboto Slab"/>
                <a:cs typeface="Roboto Slab"/>
                <a:sym typeface="Roboto Slab"/>
              </a:rPr>
              <a:t>Problems</a:t>
            </a:r>
            <a:endParaRPr sz="2000">
              <a:solidFill>
                <a:schemeClr val="dk1"/>
              </a:solidFill>
              <a:latin typeface="Roboto Slab"/>
              <a:ea typeface="Roboto Slab"/>
              <a:cs typeface="Roboto Slab"/>
              <a:sym typeface="Roboto Slab"/>
            </a:endParaRPr>
          </a:p>
        </p:txBody>
      </p:sp>
      <p:cxnSp>
        <p:nvCxnSpPr>
          <p:cNvPr id="352" name="Google Shape;352;p44"/>
          <p:cNvCxnSpPr/>
          <p:nvPr/>
        </p:nvCxnSpPr>
        <p:spPr>
          <a:xfrm>
            <a:off x="1048650" y="4099319"/>
            <a:ext cx="7046700" cy="0"/>
          </a:xfrm>
          <a:prstGeom prst="straightConnector1">
            <a:avLst/>
          </a:prstGeom>
          <a:noFill/>
          <a:ln w="19050" cap="flat" cmpd="sng">
            <a:solidFill>
              <a:schemeClr val="dk1"/>
            </a:solidFill>
            <a:prstDash val="solid"/>
            <a:round/>
            <a:headEnd type="none" w="med" len="med"/>
            <a:tailEnd type="none" w="med" len="med"/>
          </a:ln>
        </p:spPr>
      </p:cxnSp>
      <p:pic>
        <p:nvPicPr>
          <p:cNvPr id="353" name="Google Shape;353;p44"/>
          <p:cNvPicPr preferRelativeResize="0"/>
          <p:nvPr/>
        </p:nvPicPr>
        <p:blipFill>
          <a:blip r:embed="rId3">
            <a:alphaModFix/>
          </a:blip>
          <a:stretch>
            <a:fillRect/>
          </a:stretch>
        </p:blipFill>
        <p:spPr>
          <a:xfrm rot="1402185" flipH="1">
            <a:off x="547508" y="1486133"/>
            <a:ext cx="970183" cy="101973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5"/>
          <p:cNvSpPr txBox="1">
            <a:spLocks noGrp="1"/>
          </p:cNvSpPr>
          <p:nvPr>
            <p:ph type="title"/>
          </p:nvPr>
        </p:nvSpPr>
        <p:spPr>
          <a:xfrm>
            <a:off x="713225" y="2147650"/>
            <a:ext cx="41844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Hypothesis</a:t>
            </a:r>
            <a:endParaRPr/>
          </a:p>
        </p:txBody>
      </p:sp>
      <p:sp>
        <p:nvSpPr>
          <p:cNvPr id="359" name="Google Shape;359;p45"/>
          <p:cNvSpPr txBox="1">
            <a:spLocks noGrp="1"/>
          </p:cNvSpPr>
          <p:nvPr>
            <p:ph type="subTitle" idx="1"/>
          </p:nvPr>
        </p:nvSpPr>
        <p:spPr>
          <a:xfrm>
            <a:off x="713225" y="3079825"/>
            <a:ext cx="3026700" cy="713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You can describe the topic of the section here</a:t>
            </a:r>
            <a:endParaRPr/>
          </a:p>
        </p:txBody>
      </p:sp>
      <p:sp>
        <p:nvSpPr>
          <p:cNvPr id="360" name="Google Shape;360;p45"/>
          <p:cNvSpPr txBox="1">
            <a:spLocks noGrp="1"/>
          </p:cNvSpPr>
          <p:nvPr>
            <p:ph type="title" idx="2"/>
          </p:nvPr>
        </p:nvSpPr>
        <p:spPr>
          <a:xfrm>
            <a:off x="713225" y="1025775"/>
            <a:ext cx="1435800" cy="127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pic>
        <p:nvPicPr>
          <p:cNvPr id="361" name="Google Shape;361;p45"/>
          <p:cNvPicPr preferRelativeResize="0"/>
          <p:nvPr/>
        </p:nvPicPr>
        <p:blipFill>
          <a:blip r:embed="rId3">
            <a:alphaModFix/>
          </a:blip>
          <a:stretch>
            <a:fillRect/>
          </a:stretch>
        </p:blipFill>
        <p:spPr>
          <a:xfrm>
            <a:off x="5582469" y="1246751"/>
            <a:ext cx="2924180" cy="3358501"/>
          </a:xfrm>
          <a:prstGeom prst="rect">
            <a:avLst/>
          </a:prstGeom>
          <a:noFill/>
          <a:ln>
            <a:noFill/>
          </a:ln>
        </p:spPr>
      </p:pic>
      <p:pic>
        <p:nvPicPr>
          <p:cNvPr id="362" name="Google Shape;362;p45"/>
          <p:cNvPicPr preferRelativeResize="0"/>
          <p:nvPr/>
        </p:nvPicPr>
        <p:blipFill>
          <a:blip r:embed="rId4">
            <a:alphaModFix/>
          </a:blip>
          <a:stretch>
            <a:fillRect/>
          </a:stretch>
        </p:blipFill>
        <p:spPr>
          <a:xfrm rot="9803098">
            <a:off x="4240740" y="750678"/>
            <a:ext cx="1144821" cy="1135548"/>
          </a:xfrm>
          <a:prstGeom prst="rect">
            <a:avLst/>
          </a:prstGeom>
          <a:noFill/>
          <a:ln>
            <a:noFill/>
          </a:ln>
        </p:spPr>
      </p:pic>
      <p:cxnSp>
        <p:nvCxnSpPr>
          <p:cNvPr id="363" name="Google Shape;363;p45"/>
          <p:cNvCxnSpPr/>
          <p:nvPr/>
        </p:nvCxnSpPr>
        <p:spPr>
          <a:xfrm>
            <a:off x="831875" y="2169700"/>
            <a:ext cx="11985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Hypotheses</a:t>
            </a:r>
            <a:endParaRPr/>
          </a:p>
        </p:txBody>
      </p:sp>
      <p:sp>
        <p:nvSpPr>
          <p:cNvPr id="369" name="Google Shape;369;p46"/>
          <p:cNvSpPr txBox="1">
            <a:spLocks noGrp="1"/>
          </p:cNvSpPr>
          <p:nvPr>
            <p:ph type="subTitle" idx="1"/>
          </p:nvPr>
        </p:nvSpPr>
        <p:spPr>
          <a:xfrm>
            <a:off x="713225" y="2590750"/>
            <a:ext cx="2393400" cy="192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System—it’s only a bit larger than the Moon. The planet’s name has nothing to do with the liquid metal</a:t>
            </a:r>
            <a:endParaRPr/>
          </a:p>
        </p:txBody>
      </p:sp>
      <p:sp>
        <p:nvSpPr>
          <p:cNvPr id="370" name="Google Shape;370;p46"/>
          <p:cNvSpPr txBox="1">
            <a:spLocks noGrp="1"/>
          </p:cNvSpPr>
          <p:nvPr>
            <p:ph type="subTitle" idx="2"/>
          </p:nvPr>
        </p:nvSpPr>
        <p:spPr>
          <a:xfrm>
            <a:off x="3326375" y="2590750"/>
            <a:ext cx="2393400" cy="192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the second-largest planet in the Solar System. It's composed mostly of hydrogen and helium. It was named after the Roman god of wealth</a:t>
            </a:r>
            <a:endParaRPr/>
          </a:p>
        </p:txBody>
      </p:sp>
      <p:sp>
        <p:nvSpPr>
          <p:cNvPr id="371" name="Google Shape;371;p46"/>
          <p:cNvSpPr txBox="1">
            <a:spLocks noGrp="1"/>
          </p:cNvSpPr>
          <p:nvPr>
            <p:ph type="subTitle" idx="3"/>
          </p:nvPr>
        </p:nvSpPr>
        <p:spPr>
          <a:xfrm>
            <a:off x="5939525" y="2590750"/>
            <a:ext cx="2393400" cy="192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 It was named after the Roman god of the skies and lightning</a:t>
            </a:r>
            <a:endParaRPr/>
          </a:p>
        </p:txBody>
      </p:sp>
      <p:sp>
        <p:nvSpPr>
          <p:cNvPr id="372" name="Google Shape;372;p46"/>
          <p:cNvSpPr txBox="1">
            <a:spLocks noGrp="1"/>
          </p:cNvSpPr>
          <p:nvPr>
            <p:ph type="subTitle" idx="4"/>
          </p:nvPr>
        </p:nvSpPr>
        <p:spPr>
          <a:xfrm>
            <a:off x="713225" y="2243750"/>
            <a:ext cx="23934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Hypothesis 1</a:t>
            </a:r>
            <a:endParaRPr/>
          </a:p>
        </p:txBody>
      </p:sp>
      <p:sp>
        <p:nvSpPr>
          <p:cNvPr id="373" name="Google Shape;373;p46"/>
          <p:cNvSpPr txBox="1">
            <a:spLocks noGrp="1"/>
          </p:cNvSpPr>
          <p:nvPr>
            <p:ph type="subTitle" idx="5"/>
          </p:nvPr>
        </p:nvSpPr>
        <p:spPr>
          <a:xfrm>
            <a:off x="3326375" y="2243750"/>
            <a:ext cx="23934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Hypothesis 2</a:t>
            </a:r>
            <a:endParaRPr/>
          </a:p>
        </p:txBody>
      </p:sp>
      <p:sp>
        <p:nvSpPr>
          <p:cNvPr id="374" name="Google Shape;374;p46"/>
          <p:cNvSpPr txBox="1">
            <a:spLocks noGrp="1"/>
          </p:cNvSpPr>
          <p:nvPr>
            <p:ph type="subTitle" idx="6"/>
          </p:nvPr>
        </p:nvSpPr>
        <p:spPr>
          <a:xfrm>
            <a:off x="5939525" y="2243750"/>
            <a:ext cx="23934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Hypothesis 3</a:t>
            </a:r>
            <a:endParaRPr/>
          </a:p>
        </p:txBody>
      </p:sp>
      <p:sp>
        <p:nvSpPr>
          <p:cNvPr id="375" name="Google Shape;375;p46"/>
          <p:cNvSpPr txBox="1">
            <a:spLocks noGrp="1"/>
          </p:cNvSpPr>
          <p:nvPr>
            <p:ph type="title" idx="4294967295"/>
          </p:nvPr>
        </p:nvSpPr>
        <p:spPr>
          <a:xfrm>
            <a:off x="720000" y="1248512"/>
            <a:ext cx="901200" cy="76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t>01</a:t>
            </a:r>
            <a:endParaRPr sz="4500" b="1"/>
          </a:p>
        </p:txBody>
      </p:sp>
      <p:cxnSp>
        <p:nvCxnSpPr>
          <p:cNvPr id="376" name="Google Shape;376;p46"/>
          <p:cNvCxnSpPr/>
          <p:nvPr/>
        </p:nvCxnSpPr>
        <p:spPr>
          <a:xfrm>
            <a:off x="851375" y="2113662"/>
            <a:ext cx="624900" cy="0"/>
          </a:xfrm>
          <a:prstGeom prst="straightConnector1">
            <a:avLst/>
          </a:prstGeom>
          <a:noFill/>
          <a:ln w="19050" cap="flat" cmpd="sng">
            <a:solidFill>
              <a:schemeClr val="dk1"/>
            </a:solidFill>
            <a:prstDash val="solid"/>
            <a:round/>
            <a:headEnd type="none" w="med" len="med"/>
            <a:tailEnd type="none" w="med" len="med"/>
          </a:ln>
        </p:spPr>
      </p:cxnSp>
      <p:sp>
        <p:nvSpPr>
          <p:cNvPr id="377" name="Google Shape;377;p46"/>
          <p:cNvSpPr txBox="1">
            <a:spLocks noGrp="1"/>
          </p:cNvSpPr>
          <p:nvPr>
            <p:ph type="title" idx="4294967295"/>
          </p:nvPr>
        </p:nvSpPr>
        <p:spPr>
          <a:xfrm>
            <a:off x="3326375" y="1248512"/>
            <a:ext cx="901200" cy="76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t>02</a:t>
            </a:r>
            <a:endParaRPr sz="4500" b="1"/>
          </a:p>
        </p:txBody>
      </p:sp>
      <p:cxnSp>
        <p:nvCxnSpPr>
          <p:cNvPr id="378" name="Google Shape;378;p46"/>
          <p:cNvCxnSpPr/>
          <p:nvPr/>
        </p:nvCxnSpPr>
        <p:spPr>
          <a:xfrm>
            <a:off x="3457750" y="2113662"/>
            <a:ext cx="624900" cy="0"/>
          </a:xfrm>
          <a:prstGeom prst="straightConnector1">
            <a:avLst/>
          </a:prstGeom>
          <a:noFill/>
          <a:ln w="19050" cap="flat" cmpd="sng">
            <a:solidFill>
              <a:schemeClr val="dk1"/>
            </a:solidFill>
            <a:prstDash val="solid"/>
            <a:round/>
            <a:headEnd type="none" w="med" len="med"/>
            <a:tailEnd type="none" w="med" len="med"/>
          </a:ln>
        </p:spPr>
      </p:cxnSp>
      <p:sp>
        <p:nvSpPr>
          <p:cNvPr id="379" name="Google Shape;379;p46"/>
          <p:cNvSpPr txBox="1">
            <a:spLocks noGrp="1"/>
          </p:cNvSpPr>
          <p:nvPr>
            <p:ph type="title" idx="4294967295"/>
          </p:nvPr>
        </p:nvSpPr>
        <p:spPr>
          <a:xfrm>
            <a:off x="5932750" y="1248512"/>
            <a:ext cx="901200" cy="76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t>03</a:t>
            </a:r>
            <a:endParaRPr sz="4500" b="1"/>
          </a:p>
        </p:txBody>
      </p:sp>
      <p:cxnSp>
        <p:nvCxnSpPr>
          <p:cNvPr id="380" name="Google Shape;380;p46"/>
          <p:cNvCxnSpPr/>
          <p:nvPr/>
        </p:nvCxnSpPr>
        <p:spPr>
          <a:xfrm>
            <a:off x="6064125" y="2113662"/>
            <a:ext cx="624900" cy="0"/>
          </a:xfrm>
          <a:prstGeom prst="straightConnector1">
            <a:avLst/>
          </a:prstGeom>
          <a:noFill/>
          <a:ln w="19050" cap="flat" cmpd="sng">
            <a:solidFill>
              <a:schemeClr val="dk1"/>
            </a:solidFill>
            <a:prstDash val="solid"/>
            <a:round/>
            <a:headEnd type="none" w="med" len="med"/>
            <a:tailEnd type="none" w="med" len="med"/>
          </a:ln>
        </p:spPr>
      </p:cxnSp>
      <p:pic>
        <p:nvPicPr>
          <p:cNvPr id="381" name="Google Shape;381;p46"/>
          <p:cNvPicPr preferRelativeResize="0"/>
          <p:nvPr/>
        </p:nvPicPr>
        <p:blipFill>
          <a:blip r:embed="rId3">
            <a:alphaModFix/>
          </a:blip>
          <a:stretch>
            <a:fillRect/>
          </a:stretch>
        </p:blipFill>
        <p:spPr>
          <a:xfrm>
            <a:off x="7653684" y="337463"/>
            <a:ext cx="1098550" cy="1276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Study objectives</a:t>
            </a:r>
            <a:endParaRPr/>
          </a:p>
        </p:txBody>
      </p:sp>
      <p:sp>
        <p:nvSpPr>
          <p:cNvPr id="387" name="Google Shape;387;p47"/>
          <p:cNvSpPr txBox="1">
            <a:spLocks noGrp="1"/>
          </p:cNvSpPr>
          <p:nvPr>
            <p:ph type="subTitle" idx="1"/>
          </p:nvPr>
        </p:nvSpPr>
        <p:spPr>
          <a:xfrm>
            <a:off x="720025" y="2038222"/>
            <a:ext cx="3206400" cy="67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of them all</a:t>
            </a:r>
            <a:endParaRPr/>
          </a:p>
        </p:txBody>
      </p:sp>
      <p:sp>
        <p:nvSpPr>
          <p:cNvPr id="388" name="Google Shape;388;p47"/>
          <p:cNvSpPr txBox="1">
            <a:spLocks noGrp="1"/>
          </p:cNvSpPr>
          <p:nvPr>
            <p:ph type="subTitle" idx="2"/>
          </p:nvPr>
        </p:nvSpPr>
        <p:spPr>
          <a:xfrm>
            <a:off x="5217595" y="2038222"/>
            <a:ext cx="3206400" cy="67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389" name="Google Shape;389;p47"/>
          <p:cNvSpPr txBox="1">
            <a:spLocks noGrp="1"/>
          </p:cNvSpPr>
          <p:nvPr>
            <p:ph type="subTitle" idx="3"/>
          </p:nvPr>
        </p:nvSpPr>
        <p:spPr>
          <a:xfrm>
            <a:off x="720000" y="3509972"/>
            <a:ext cx="3206400" cy="67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390" name="Google Shape;390;p47"/>
          <p:cNvSpPr txBox="1">
            <a:spLocks noGrp="1"/>
          </p:cNvSpPr>
          <p:nvPr>
            <p:ph type="subTitle" idx="4"/>
          </p:nvPr>
        </p:nvSpPr>
        <p:spPr>
          <a:xfrm>
            <a:off x="720024" y="1678538"/>
            <a:ext cx="3206400" cy="49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Prevalence</a:t>
            </a:r>
            <a:endParaRPr/>
          </a:p>
        </p:txBody>
      </p:sp>
      <p:sp>
        <p:nvSpPr>
          <p:cNvPr id="391" name="Google Shape;391;p47"/>
          <p:cNvSpPr txBox="1">
            <a:spLocks noGrp="1"/>
          </p:cNvSpPr>
          <p:nvPr>
            <p:ph type="subTitle" idx="5"/>
          </p:nvPr>
        </p:nvSpPr>
        <p:spPr>
          <a:xfrm>
            <a:off x="5217589" y="1678538"/>
            <a:ext cx="3206400" cy="49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Dynamics</a:t>
            </a:r>
            <a:endParaRPr/>
          </a:p>
        </p:txBody>
      </p:sp>
      <p:sp>
        <p:nvSpPr>
          <p:cNvPr id="392" name="Google Shape;392;p47"/>
          <p:cNvSpPr txBox="1">
            <a:spLocks noGrp="1"/>
          </p:cNvSpPr>
          <p:nvPr>
            <p:ph type="subTitle" idx="6"/>
          </p:nvPr>
        </p:nvSpPr>
        <p:spPr>
          <a:xfrm>
            <a:off x="720013" y="3150288"/>
            <a:ext cx="3206400" cy="49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Impact</a:t>
            </a:r>
            <a:endParaRPr/>
          </a:p>
        </p:txBody>
      </p:sp>
      <p:pic>
        <p:nvPicPr>
          <p:cNvPr id="393" name="Google Shape;393;p47"/>
          <p:cNvPicPr preferRelativeResize="0"/>
          <p:nvPr/>
        </p:nvPicPr>
        <p:blipFill>
          <a:blip r:embed="rId3">
            <a:alphaModFix/>
          </a:blip>
          <a:stretch>
            <a:fillRect/>
          </a:stretch>
        </p:blipFill>
        <p:spPr>
          <a:xfrm rot="8100000">
            <a:off x="3999590" y="2238228"/>
            <a:ext cx="1144821" cy="1135548"/>
          </a:xfrm>
          <a:prstGeom prst="rect">
            <a:avLst/>
          </a:prstGeom>
          <a:noFill/>
          <a:ln>
            <a:noFill/>
          </a:ln>
        </p:spPr>
      </p:pic>
      <p:sp>
        <p:nvSpPr>
          <p:cNvPr id="394" name="Google Shape;394;p47"/>
          <p:cNvSpPr txBox="1">
            <a:spLocks noGrp="1"/>
          </p:cNvSpPr>
          <p:nvPr>
            <p:ph type="subTitle" idx="7"/>
          </p:nvPr>
        </p:nvSpPr>
        <p:spPr>
          <a:xfrm>
            <a:off x="5217575" y="3509972"/>
            <a:ext cx="3206400" cy="67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a gas giant and the biggest planet in the Solar System</a:t>
            </a:r>
            <a:endParaRPr/>
          </a:p>
        </p:txBody>
      </p:sp>
      <p:sp>
        <p:nvSpPr>
          <p:cNvPr id="395" name="Google Shape;395;p47"/>
          <p:cNvSpPr txBox="1">
            <a:spLocks noGrp="1"/>
          </p:cNvSpPr>
          <p:nvPr>
            <p:ph type="subTitle" idx="8"/>
          </p:nvPr>
        </p:nvSpPr>
        <p:spPr>
          <a:xfrm>
            <a:off x="5217588" y="3150288"/>
            <a:ext cx="3206400" cy="49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Risk factors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Reviewing concepts is a good idea</a:t>
            </a:r>
            <a:endParaRPr/>
          </a:p>
        </p:txBody>
      </p:sp>
      <p:sp>
        <p:nvSpPr>
          <p:cNvPr id="401" name="Google Shape;401;p48"/>
          <p:cNvSpPr txBox="1">
            <a:spLocks noGrp="1"/>
          </p:cNvSpPr>
          <p:nvPr>
            <p:ph type="subTitle" idx="1"/>
          </p:nvPr>
        </p:nvSpPr>
        <p:spPr>
          <a:xfrm>
            <a:off x="2146113" y="2073000"/>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 is actually a very cold place</a:t>
            </a:r>
            <a:endParaRPr/>
          </a:p>
        </p:txBody>
      </p:sp>
      <p:sp>
        <p:nvSpPr>
          <p:cNvPr id="402" name="Google Shape;402;p48"/>
          <p:cNvSpPr txBox="1">
            <a:spLocks noGrp="1"/>
          </p:cNvSpPr>
          <p:nvPr>
            <p:ph type="subTitle" idx="2"/>
          </p:nvPr>
        </p:nvSpPr>
        <p:spPr>
          <a:xfrm>
            <a:off x="5011887" y="2073000"/>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extremely high temperatures</a:t>
            </a:r>
            <a:endParaRPr/>
          </a:p>
        </p:txBody>
      </p:sp>
      <p:sp>
        <p:nvSpPr>
          <p:cNvPr id="403" name="Google Shape;403;p48"/>
          <p:cNvSpPr txBox="1">
            <a:spLocks noGrp="1"/>
          </p:cNvSpPr>
          <p:nvPr>
            <p:ph type="subTitle" idx="8"/>
          </p:nvPr>
        </p:nvSpPr>
        <p:spPr>
          <a:xfrm>
            <a:off x="717127" y="3086800"/>
            <a:ext cx="1978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Outbreak</a:t>
            </a:r>
            <a:endParaRPr/>
          </a:p>
        </p:txBody>
      </p:sp>
      <p:sp>
        <p:nvSpPr>
          <p:cNvPr id="404" name="Google Shape;404;p48"/>
          <p:cNvSpPr txBox="1">
            <a:spLocks noGrp="1"/>
          </p:cNvSpPr>
          <p:nvPr>
            <p:ph type="subTitle" idx="7"/>
          </p:nvPr>
        </p:nvSpPr>
        <p:spPr>
          <a:xfrm>
            <a:off x="5015787" y="1732799"/>
            <a:ext cx="1978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Prevalence</a:t>
            </a:r>
            <a:endParaRPr/>
          </a:p>
        </p:txBody>
      </p:sp>
      <p:sp>
        <p:nvSpPr>
          <p:cNvPr id="405" name="Google Shape;405;p48"/>
          <p:cNvSpPr txBox="1">
            <a:spLocks noGrp="1"/>
          </p:cNvSpPr>
          <p:nvPr>
            <p:ph type="subTitle" idx="6"/>
          </p:nvPr>
        </p:nvSpPr>
        <p:spPr>
          <a:xfrm>
            <a:off x="2150013" y="1732799"/>
            <a:ext cx="1978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Incidence</a:t>
            </a:r>
            <a:endParaRPr/>
          </a:p>
        </p:txBody>
      </p:sp>
      <p:sp>
        <p:nvSpPr>
          <p:cNvPr id="406" name="Google Shape;406;p48"/>
          <p:cNvSpPr txBox="1">
            <a:spLocks noGrp="1"/>
          </p:cNvSpPr>
          <p:nvPr>
            <p:ph type="subTitle" idx="3"/>
          </p:nvPr>
        </p:nvSpPr>
        <p:spPr>
          <a:xfrm>
            <a:off x="713227" y="3427025"/>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407" name="Google Shape;407;p48"/>
          <p:cNvSpPr txBox="1">
            <a:spLocks noGrp="1"/>
          </p:cNvSpPr>
          <p:nvPr>
            <p:ph type="subTitle" idx="4"/>
          </p:nvPr>
        </p:nvSpPr>
        <p:spPr>
          <a:xfrm>
            <a:off x="3579000" y="3427025"/>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with several rings</a:t>
            </a:r>
            <a:endParaRPr/>
          </a:p>
        </p:txBody>
      </p:sp>
      <p:sp>
        <p:nvSpPr>
          <p:cNvPr id="408" name="Google Shape;408;p48"/>
          <p:cNvSpPr txBox="1">
            <a:spLocks noGrp="1"/>
          </p:cNvSpPr>
          <p:nvPr>
            <p:ph type="subTitle" idx="5"/>
          </p:nvPr>
        </p:nvSpPr>
        <p:spPr>
          <a:xfrm>
            <a:off x="6444773" y="3427025"/>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409" name="Google Shape;409;p48"/>
          <p:cNvSpPr txBox="1">
            <a:spLocks noGrp="1"/>
          </p:cNvSpPr>
          <p:nvPr>
            <p:ph type="subTitle" idx="9"/>
          </p:nvPr>
        </p:nvSpPr>
        <p:spPr>
          <a:xfrm>
            <a:off x="3582900" y="3086800"/>
            <a:ext cx="1978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Case control</a:t>
            </a:r>
            <a:endParaRPr/>
          </a:p>
        </p:txBody>
      </p:sp>
      <p:sp>
        <p:nvSpPr>
          <p:cNvPr id="410" name="Google Shape;410;p48"/>
          <p:cNvSpPr txBox="1">
            <a:spLocks noGrp="1"/>
          </p:cNvSpPr>
          <p:nvPr>
            <p:ph type="subTitle" idx="13"/>
          </p:nvPr>
        </p:nvSpPr>
        <p:spPr>
          <a:xfrm>
            <a:off x="6448673" y="3086800"/>
            <a:ext cx="1978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Intervention</a:t>
            </a:r>
            <a:endParaRPr/>
          </a:p>
        </p:txBody>
      </p:sp>
      <p:pic>
        <p:nvPicPr>
          <p:cNvPr id="411" name="Google Shape;411;p48"/>
          <p:cNvPicPr preferRelativeResize="0"/>
          <p:nvPr/>
        </p:nvPicPr>
        <p:blipFill>
          <a:blip r:embed="rId3">
            <a:alphaModFix/>
          </a:blip>
          <a:stretch>
            <a:fillRect/>
          </a:stretch>
        </p:blipFill>
        <p:spPr>
          <a:xfrm rot="8652971" flipH="1">
            <a:off x="435906" y="1663808"/>
            <a:ext cx="970183" cy="1019737"/>
          </a:xfrm>
          <a:prstGeom prst="rect">
            <a:avLst/>
          </a:prstGeom>
          <a:noFill/>
          <a:ln>
            <a:noFill/>
          </a:ln>
        </p:spPr>
      </p:pic>
      <p:pic>
        <p:nvPicPr>
          <p:cNvPr id="412" name="Google Shape;412;p48"/>
          <p:cNvPicPr preferRelativeResize="0"/>
          <p:nvPr/>
        </p:nvPicPr>
        <p:blipFill>
          <a:blip r:embed="rId3">
            <a:alphaModFix/>
          </a:blip>
          <a:stretch>
            <a:fillRect/>
          </a:stretch>
        </p:blipFill>
        <p:spPr>
          <a:xfrm rot="2990316" flipH="1">
            <a:off x="7792358" y="1669983"/>
            <a:ext cx="970183" cy="101973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Literature review</a:t>
            </a:r>
            <a:endParaRPr/>
          </a:p>
        </p:txBody>
      </p:sp>
      <p:sp>
        <p:nvSpPr>
          <p:cNvPr id="418" name="Google Shape;418;p49"/>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Font typeface="Nunito"/>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Nunito Light"/>
              <a:buChar char="○"/>
            </a:pPr>
            <a:r>
              <a:rPr lang="en"/>
              <a:t>Mercury is the closest planet to the Sun and the smallest one</a:t>
            </a:r>
            <a:endParaRPr/>
          </a:p>
          <a:p>
            <a:pPr marL="457200" lvl="0" indent="-317500" algn="l" rtl="0">
              <a:spcBef>
                <a:spcPts val="1000"/>
              </a:spcBef>
              <a:spcAft>
                <a:spcPts val="0"/>
              </a:spcAft>
              <a:buSzPts val="1400"/>
              <a:buFont typeface="Nunito"/>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Nunito Light"/>
              <a:buChar char="○"/>
            </a:pPr>
            <a:r>
              <a:rPr lang="en"/>
              <a:t>Mars is full of iron oxide dust, which gives the planet its reddish cast</a:t>
            </a:r>
            <a:endParaRPr/>
          </a:p>
          <a:p>
            <a:pPr marL="457200" lvl="0" indent="-317500" algn="l" rtl="0">
              <a:spcBef>
                <a:spcPts val="1000"/>
              </a:spcBef>
              <a:spcAft>
                <a:spcPts val="0"/>
              </a:spcAft>
              <a:buSzPts val="1400"/>
              <a:buFont typeface="Nunito"/>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Nunito Light"/>
              <a:buChar char="○"/>
            </a:pPr>
            <a:r>
              <a:rPr lang="en"/>
              <a:t>Jupiter is a gas giant and the biggest planet in the Solar System</a:t>
            </a:r>
            <a:endParaRPr/>
          </a:p>
          <a:p>
            <a:pPr marL="457200" lvl="0" indent="-317500" algn="l" rtl="0">
              <a:spcBef>
                <a:spcPts val="1000"/>
              </a:spcBef>
              <a:spcAft>
                <a:spcPts val="0"/>
              </a:spcAft>
              <a:buSzPts val="1400"/>
              <a:buFont typeface="Nunito"/>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Nunito Light"/>
              <a:buChar char="○"/>
            </a:pPr>
            <a:r>
              <a:rPr lang="en"/>
              <a:t>Venus has a beautiful name and is the second planet from the Sun</a:t>
            </a:r>
            <a:endParaRPr/>
          </a:p>
          <a:p>
            <a:pPr marL="457200" lvl="0" indent="-317500" algn="l" rtl="0">
              <a:spcBef>
                <a:spcPts val="1000"/>
              </a:spcBef>
              <a:spcAft>
                <a:spcPts val="0"/>
              </a:spcAft>
              <a:buSzPts val="1400"/>
              <a:buFont typeface="Nunito"/>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Nunito Light"/>
              <a:buChar char="○"/>
            </a:pPr>
            <a:r>
              <a:rPr lang="en"/>
              <a:t>Earth is the third planet from the Sun and harbors life</a:t>
            </a:r>
            <a:endParaRPr/>
          </a:p>
        </p:txBody>
      </p:sp>
      <p:pic>
        <p:nvPicPr>
          <p:cNvPr id="419" name="Google Shape;419;p49"/>
          <p:cNvPicPr preferRelativeResize="0"/>
          <p:nvPr/>
        </p:nvPicPr>
        <p:blipFill>
          <a:blip r:embed="rId3">
            <a:alphaModFix/>
          </a:blip>
          <a:stretch>
            <a:fillRect/>
          </a:stretch>
        </p:blipFill>
        <p:spPr>
          <a:xfrm>
            <a:off x="7456375" y="655425"/>
            <a:ext cx="1098550" cy="1276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Theoretical framework</a:t>
            </a:r>
            <a:endParaRPr/>
          </a:p>
        </p:txBody>
      </p:sp>
      <p:sp>
        <p:nvSpPr>
          <p:cNvPr id="425" name="Google Shape;425;p50"/>
          <p:cNvSpPr txBox="1"/>
          <p:nvPr/>
        </p:nvSpPr>
        <p:spPr>
          <a:xfrm>
            <a:off x="720000" y="1395675"/>
            <a:ext cx="2423100" cy="42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Key terms</a:t>
            </a:r>
            <a:endParaRPr sz="2000">
              <a:solidFill>
                <a:schemeClr val="dk1"/>
              </a:solidFill>
              <a:latin typeface="Roboto Slab"/>
              <a:ea typeface="Roboto Slab"/>
              <a:cs typeface="Roboto Slab"/>
              <a:sym typeface="Roboto Slab"/>
            </a:endParaRPr>
          </a:p>
        </p:txBody>
      </p:sp>
      <p:sp>
        <p:nvSpPr>
          <p:cNvPr id="426" name="Google Shape;426;p50"/>
          <p:cNvSpPr txBox="1"/>
          <p:nvPr/>
        </p:nvSpPr>
        <p:spPr>
          <a:xfrm>
            <a:off x="720000" y="1970775"/>
            <a:ext cx="2423100" cy="2413800"/>
          </a:xfrm>
          <a:prstGeom prst="rect">
            <a:avLst/>
          </a:prstGeom>
          <a:noFill/>
          <a:ln>
            <a:noFill/>
          </a:ln>
        </p:spPr>
        <p:txBody>
          <a:bodyPr spcFirstLastPara="1" wrap="square" lIns="91425" tIns="91425" rIns="91425" bIns="91425" anchor="t" anchorCtr="0">
            <a:noAutofit/>
          </a:bodyPr>
          <a:lstStyle/>
          <a:p>
            <a:pPr marL="285750" lvl="0" indent="-317500" algn="l" rtl="0">
              <a:lnSpc>
                <a:spcPct val="115000"/>
              </a:lnSpc>
              <a:spcBef>
                <a:spcPts val="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Mercury is small</a:t>
            </a:r>
            <a:endParaRPr>
              <a:solidFill>
                <a:schemeClr val="dk1"/>
              </a:solidFill>
              <a:latin typeface="IBM Plex Sans"/>
              <a:ea typeface="IBM Plex Sans"/>
              <a:cs typeface="IBM Plex Sans"/>
              <a:sym typeface="IBM Plex Sans"/>
            </a:endParaRPr>
          </a:p>
          <a:p>
            <a:pPr marL="285750" lvl="0" indent="-317500" algn="l" rtl="0">
              <a:lnSpc>
                <a:spcPct val="115000"/>
              </a:lnSpc>
              <a:spcBef>
                <a:spcPts val="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Earth harbors life</a:t>
            </a:r>
            <a:endParaRPr>
              <a:solidFill>
                <a:schemeClr val="dk1"/>
              </a:solidFill>
              <a:latin typeface="IBM Plex Sans"/>
              <a:ea typeface="IBM Plex Sans"/>
              <a:cs typeface="IBM Plex Sans"/>
              <a:sym typeface="IBM Plex Sans"/>
            </a:endParaRPr>
          </a:p>
          <a:p>
            <a:pPr marL="285750" lvl="0" indent="-317500" algn="l" rtl="0">
              <a:lnSpc>
                <a:spcPct val="115000"/>
              </a:lnSpc>
              <a:spcBef>
                <a:spcPts val="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Jupiter is quite big</a:t>
            </a:r>
            <a:endParaRPr>
              <a:solidFill>
                <a:schemeClr val="dk1"/>
              </a:solidFill>
              <a:latin typeface="IBM Plex Sans"/>
              <a:ea typeface="IBM Plex Sans"/>
              <a:cs typeface="IBM Plex Sans"/>
              <a:sym typeface="IBM Plex Sans"/>
            </a:endParaRPr>
          </a:p>
          <a:p>
            <a:pPr marL="285750" lvl="0" indent="-317500" algn="l" rtl="0">
              <a:lnSpc>
                <a:spcPct val="115000"/>
              </a:lnSpc>
              <a:spcBef>
                <a:spcPts val="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Venus is very hot</a:t>
            </a:r>
            <a:endParaRPr>
              <a:solidFill>
                <a:schemeClr val="dk1"/>
              </a:solidFill>
              <a:latin typeface="IBM Plex Sans"/>
              <a:ea typeface="IBM Plex Sans"/>
              <a:cs typeface="IBM Plex Sans"/>
              <a:sym typeface="IBM Plex Sans"/>
            </a:endParaRPr>
          </a:p>
          <a:p>
            <a:pPr marL="285750" lvl="0" indent="-317500" algn="l" rtl="0">
              <a:lnSpc>
                <a:spcPct val="115000"/>
              </a:lnSpc>
              <a:spcBef>
                <a:spcPts val="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Mars is a cold planet</a:t>
            </a:r>
            <a:endParaRPr>
              <a:solidFill>
                <a:schemeClr val="dk1"/>
              </a:solidFill>
              <a:latin typeface="IBM Plex Sans"/>
              <a:ea typeface="IBM Plex Sans"/>
              <a:cs typeface="IBM Plex Sans"/>
              <a:sym typeface="IBM Plex Sans"/>
            </a:endParaRPr>
          </a:p>
          <a:p>
            <a:pPr marL="285750" lvl="0" indent="-317500" algn="l" rtl="0">
              <a:lnSpc>
                <a:spcPct val="115000"/>
              </a:lnSpc>
              <a:spcBef>
                <a:spcPts val="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Saturn is a gas giant</a:t>
            </a:r>
            <a:endParaRPr>
              <a:solidFill>
                <a:schemeClr val="dk1"/>
              </a:solidFill>
              <a:latin typeface="IBM Plex Sans"/>
              <a:ea typeface="IBM Plex Sans"/>
              <a:cs typeface="IBM Plex Sans"/>
              <a:sym typeface="IBM Plex Sans"/>
            </a:endParaRPr>
          </a:p>
          <a:p>
            <a:pPr marL="285750" lvl="0" indent="-317500" algn="l" rtl="0">
              <a:lnSpc>
                <a:spcPct val="115000"/>
              </a:lnSpc>
              <a:spcBef>
                <a:spcPts val="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Neptune is an ice giant</a:t>
            </a:r>
            <a:endParaRPr>
              <a:solidFill>
                <a:schemeClr val="dk1"/>
              </a:solidFill>
              <a:latin typeface="IBM Plex Sans"/>
              <a:ea typeface="IBM Plex Sans"/>
              <a:cs typeface="IBM Plex Sans"/>
              <a:sym typeface="IBM Plex Sans"/>
            </a:endParaRPr>
          </a:p>
        </p:txBody>
      </p:sp>
      <p:sp>
        <p:nvSpPr>
          <p:cNvPr id="427" name="Google Shape;427;p50"/>
          <p:cNvSpPr txBox="1"/>
          <p:nvPr/>
        </p:nvSpPr>
        <p:spPr>
          <a:xfrm>
            <a:off x="3360450" y="1920866"/>
            <a:ext cx="24231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dk1"/>
                </a:solidFill>
                <a:latin typeface="Roboto Slab"/>
                <a:ea typeface="Roboto Slab"/>
                <a:cs typeface="Roboto Slab"/>
                <a:sym typeface="Roboto Slab"/>
              </a:rPr>
              <a:t>Theory 1</a:t>
            </a:r>
            <a:endParaRPr sz="1600">
              <a:solidFill>
                <a:schemeClr val="dk1"/>
              </a:solidFill>
              <a:latin typeface="Roboto Slab"/>
              <a:ea typeface="Roboto Slab"/>
              <a:cs typeface="Roboto Slab"/>
              <a:sym typeface="Roboto Slab"/>
            </a:endParaRPr>
          </a:p>
        </p:txBody>
      </p:sp>
      <p:sp>
        <p:nvSpPr>
          <p:cNvPr id="428" name="Google Shape;428;p50"/>
          <p:cNvSpPr txBox="1"/>
          <p:nvPr/>
        </p:nvSpPr>
        <p:spPr>
          <a:xfrm>
            <a:off x="3360450" y="2340536"/>
            <a:ext cx="2423100" cy="6963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Saturn is a gas giant and has rings. It’s composed mostly of hydrogen</a:t>
            </a:r>
            <a:endParaRPr>
              <a:solidFill>
                <a:schemeClr val="dk1"/>
              </a:solidFill>
              <a:latin typeface="IBM Plex Sans"/>
              <a:ea typeface="IBM Plex Sans"/>
              <a:cs typeface="IBM Plex Sans"/>
              <a:sym typeface="IBM Plex Sans"/>
            </a:endParaRPr>
          </a:p>
        </p:txBody>
      </p:sp>
      <p:sp>
        <p:nvSpPr>
          <p:cNvPr id="429" name="Google Shape;429;p50"/>
          <p:cNvSpPr txBox="1"/>
          <p:nvPr/>
        </p:nvSpPr>
        <p:spPr>
          <a:xfrm>
            <a:off x="3360450" y="3145732"/>
            <a:ext cx="24231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dk1"/>
                </a:solidFill>
                <a:latin typeface="Roboto Slab"/>
                <a:ea typeface="Roboto Slab"/>
                <a:cs typeface="Roboto Slab"/>
                <a:sym typeface="Roboto Slab"/>
              </a:rPr>
              <a:t>Theory 2</a:t>
            </a:r>
            <a:endParaRPr sz="1600">
              <a:solidFill>
                <a:schemeClr val="dk1"/>
              </a:solidFill>
              <a:latin typeface="Roboto Slab"/>
              <a:ea typeface="Roboto Slab"/>
              <a:cs typeface="Roboto Slab"/>
              <a:sym typeface="Roboto Slab"/>
            </a:endParaRPr>
          </a:p>
        </p:txBody>
      </p:sp>
      <p:sp>
        <p:nvSpPr>
          <p:cNvPr id="430" name="Google Shape;430;p50"/>
          <p:cNvSpPr txBox="1"/>
          <p:nvPr/>
        </p:nvSpPr>
        <p:spPr>
          <a:xfrm>
            <a:off x="3360450" y="3565402"/>
            <a:ext cx="2423100" cy="6963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Neptune is the farthest planet from the Sun and it’s an ice giant</a:t>
            </a:r>
            <a:endParaRPr>
              <a:solidFill>
                <a:schemeClr val="dk1"/>
              </a:solidFill>
              <a:latin typeface="IBM Plex Sans"/>
              <a:ea typeface="IBM Plex Sans"/>
              <a:cs typeface="IBM Plex Sans"/>
              <a:sym typeface="IBM Plex Sans"/>
            </a:endParaRPr>
          </a:p>
        </p:txBody>
      </p:sp>
      <p:sp>
        <p:nvSpPr>
          <p:cNvPr id="431" name="Google Shape;431;p50"/>
          <p:cNvSpPr txBox="1"/>
          <p:nvPr/>
        </p:nvSpPr>
        <p:spPr>
          <a:xfrm>
            <a:off x="3361200" y="1395675"/>
            <a:ext cx="2421600" cy="42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Relevant theories</a:t>
            </a:r>
            <a:endParaRPr sz="2000">
              <a:solidFill>
                <a:schemeClr val="dk1"/>
              </a:solidFill>
              <a:latin typeface="Roboto Slab"/>
              <a:ea typeface="Roboto Slab"/>
              <a:cs typeface="Roboto Slab"/>
              <a:sym typeface="Roboto Slab"/>
            </a:endParaRPr>
          </a:p>
        </p:txBody>
      </p:sp>
      <p:sp>
        <p:nvSpPr>
          <p:cNvPr id="432" name="Google Shape;432;p50"/>
          <p:cNvSpPr txBox="1"/>
          <p:nvPr/>
        </p:nvSpPr>
        <p:spPr>
          <a:xfrm>
            <a:off x="6000900" y="1395675"/>
            <a:ext cx="2423100" cy="42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Our framework</a:t>
            </a:r>
            <a:endParaRPr sz="2000">
              <a:solidFill>
                <a:schemeClr val="dk1"/>
              </a:solidFill>
              <a:latin typeface="Roboto Slab"/>
              <a:ea typeface="Roboto Slab"/>
              <a:cs typeface="Roboto Slab"/>
              <a:sym typeface="Roboto Slab"/>
            </a:endParaRPr>
          </a:p>
        </p:txBody>
      </p:sp>
      <p:cxnSp>
        <p:nvCxnSpPr>
          <p:cNvPr id="433" name="Google Shape;433;p50"/>
          <p:cNvCxnSpPr/>
          <p:nvPr/>
        </p:nvCxnSpPr>
        <p:spPr>
          <a:xfrm>
            <a:off x="3254900" y="1967476"/>
            <a:ext cx="0" cy="2491800"/>
          </a:xfrm>
          <a:prstGeom prst="straightConnector1">
            <a:avLst/>
          </a:prstGeom>
          <a:noFill/>
          <a:ln w="19050" cap="flat" cmpd="sng">
            <a:solidFill>
              <a:schemeClr val="dk1"/>
            </a:solidFill>
            <a:prstDash val="solid"/>
            <a:round/>
            <a:headEnd type="none" w="med" len="med"/>
            <a:tailEnd type="none" w="med" len="med"/>
          </a:ln>
        </p:spPr>
      </p:cxnSp>
      <p:cxnSp>
        <p:nvCxnSpPr>
          <p:cNvPr id="434" name="Google Shape;434;p50"/>
          <p:cNvCxnSpPr/>
          <p:nvPr/>
        </p:nvCxnSpPr>
        <p:spPr>
          <a:xfrm>
            <a:off x="5901500" y="1967476"/>
            <a:ext cx="0" cy="2491800"/>
          </a:xfrm>
          <a:prstGeom prst="straightConnector1">
            <a:avLst/>
          </a:prstGeom>
          <a:noFill/>
          <a:ln w="19050" cap="flat" cmpd="sng">
            <a:solidFill>
              <a:schemeClr val="dk1"/>
            </a:solidFill>
            <a:prstDash val="solid"/>
            <a:round/>
            <a:headEnd type="none" w="med" len="med"/>
            <a:tailEnd type="none" w="med" len="med"/>
          </a:ln>
        </p:spPr>
      </p:cxnSp>
      <p:sp>
        <p:nvSpPr>
          <p:cNvPr id="435" name="Google Shape;435;p50"/>
          <p:cNvSpPr txBox="1"/>
          <p:nvPr/>
        </p:nvSpPr>
        <p:spPr>
          <a:xfrm>
            <a:off x="6019450" y="1970775"/>
            <a:ext cx="2423100" cy="241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Venus has a beautiful name and is the second planet from the Sun. It’s terribly hot, even hotter than Mercury, and its atmosphere is extremely poisonous. It’s the second-brightest object in the night sky after the Moon</a:t>
            </a:r>
            <a:endParaRPr>
              <a:solidFill>
                <a:schemeClr val="dk1"/>
              </a:solidFill>
              <a:latin typeface="IBM Plex Sans"/>
              <a:ea typeface="IBM Plex Sans"/>
              <a:cs typeface="IBM Plex Sans"/>
              <a:sym typeface="IBM Plex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5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Methodology</a:t>
            </a:r>
            <a:endParaRPr/>
          </a:p>
        </p:txBody>
      </p:sp>
      <p:sp>
        <p:nvSpPr>
          <p:cNvPr id="459" name="Google Shape;459;p52"/>
          <p:cNvSpPr txBox="1"/>
          <p:nvPr/>
        </p:nvSpPr>
        <p:spPr>
          <a:xfrm>
            <a:off x="723065" y="1771475"/>
            <a:ext cx="2586300" cy="9330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Mercury is the closest planet to the Sun and the smallest one in the Solar System</a:t>
            </a:r>
            <a:endParaRPr>
              <a:solidFill>
                <a:schemeClr val="dk1"/>
              </a:solidFill>
              <a:latin typeface="IBM Plex Sans"/>
              <a:ea typeface="IBM Plex Sans"/>
              <a:cs typeface="IBM Plex Sans"/>
              <a:sym typeface="IBM Plex Sans"/>
            </a:endParaRPr>
          </a:p>
        </p:txBody>
      </p:sp>
      <p:sp>
        <p:nvSpPr>
          <p:cNvPr id="460" name="Google Shape;460;p52"/>
          <p:cNvSpPr txBox="1"/>
          <p:nvPr/>
        </p:nvSpPr>
        <p:spPr>
          <a:xfrm>
            <a:off x="723065" y="3277800"/>
            <a:ext cx="2586300" cy="9330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Venus has a beautiful name and is the second planet from the Sun. It’s terribly hot</a:t>
            </a:r>
            <a:endParaRPr>
              <a:solidFill>
                <a:schemeClr val="dk1"/>
              </a:solidFill>
              <a:latin typeface="IBM Plex Sans"/>
              <a:ea typeface="IBM Plex Sans"/>
              <a:cs typeface="IBM Plex Sans"/>
              <a:sym typeface="IBM Plex Sans"/>
            </a:endParaRPr>
          </a:p>
        </p:txBody>
      </p:sp>
      <p:sp>
        <p:nvSpPr>
          <p:cNvPr id="461" name="Google Shape;461;p52"/>
          <p:cNvSpPr txBox="1"/>
          <p:nvPr/>
        </p:nvSpPr>
        <p:spPr>
          <a:xfrm>
            <a:off x="3582900" y="2079950"/>
            <a:ext cx="1978200" cy="478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Epidemiology</a:t>
            </a:r>
            <a:endParaRPr sz="2000">
              <a:solidFill>
                <a:schemeClr val="dk1"/>
              </a:solidFill>
              <a:latin typeface="Roboto Slab"/>
              <a:ea typeface="Roboto Slab"/>
              <a:cs typeface="Roboto Slab"/>
              <a:sym typeface="Roboto Slab"/>
            </a:endParaRPr>
          </a:p>
        </p:txBody>
      </p:sp>
      <p:sp>
        <p:nvSpPr>
          <p:cNvPr id="462" name="Google Shape;462;p52"/>
          <p:cNvSpPr txBox="1"/>
          <p:nvPr/>
        </p:nvSpPr>
        <p:spPr>
          <a:xfrm>
            <a:off x="720000" y="1288775"/>
            <a:ext cx="2586300" cy="558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800">
                <a:solidFill>
                  <a:schemeClr val="dk1"/>
                </a:solidFill>
                <a:latin typeface="Roboto Slab"/>
                <a:ea typeface="Roboto Slab"/>
                <a:cs typeface="Roboto Slab"/>
                <a:sym typeface="Roboto Slab"/>
              </a:rPr>
              <a:t>Type of data</a:t>
            </a:r>
            <a:endParaRPr sz="1800">
              <a:solidFill>
                <a:schemeClr val="dk1"/>
              </a:solidFill>
              <a:latin typeface="Roboto Slab"/>
              <a:ea typeface="Roboto Slab"/>
              <a:cs typeface="Roboto Slab"/>
              <a:sym typeface="Roboto Slab"/>
            </a:endParaRPr>
          </a:p>
        </p:txBody>
      </p:sp>
      <p:sp>
        <p:nvSpPr>
          <p:cNvPr id="463" name="Google Shape;463;p52"/>
          <p:cNvSpPr txBox="1"/>
          <p:nvPr/>
        </p:nvSpPr>
        <p:spPr>
          <a:xfrm>
            <a:off x="720000" y="2795100"/>
            <a:ext cx="2586300" cy="558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800">
                <a:solidFill>
                  <a:schemeClr val="dk1"/>
                </a:solidFill>
                <a:latin typeface="Roboto Slab"/>
                <a:ea typeface="Roboto Slab"/>
                <a:cs typeface="Roboto Slab"/>
                <a:sym typeface="Roboto Slab"/>
              </a:rPr>
              <a:t>Motives</a:t>
            </a:r>
            <a:endParaRPr sz="1800">
              <a:solidFill>
                <a:schemeClr val="dk1"/>
              </a:solidFill>
              <a:latin typeface="Roboto Slab"/>
              <a:ea typeface="Roboto Slab"/>
              <a:cs typeface="Roboto Slab"/>
              <a:sym typeface="Roboto Slab"/>
            </a:endParaRPr>
          </a:p>
        </p:txBody>
      </p:sp>
      <p:sp>
        <p:nvSpPr>
          <p:cNvPr id="464" name="Google Shape;464;p52"/>
          <p:cNvSpPr txBox="1"/>
          <p:nvPr/>
        </p:nvSpPr>
        <p:spPr>
          <a:xfrm>
            <a:off x="5847536" y="1771475"/>
            <a:ext cx="2583300" cy="93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Despite being red, Mars is actually a cold place. It’s full of iron oxide dust</a:t>
            </a:r>
            <a:endParaRPr>
              <a:solidFill>
                <a:schemeClr val="dk1"/>
              </a:solidFill>
              <a:latin typeface="IBM Plex Sans"/>
              <a:ea typeface="IBM Plex Sans"/>
              <a:cs typeface="IBM Plex Sans"/>
              <a:sym typeface="IBM Plex Sans"/>
            </a:endParaRPr>
          </a:p>
        </p:txBody>
      </p:sp>
      <p:sp>
        <p:nvSpPr>
          <p:cNvPr id="465" name="Google Shape;465;p52"/>
          <p:cNvSpPr txBox="1"/>
          <p:nvPr/>
        </p:nvSpPr>
        <p:spPr>
          <a:xfrm>
            <a:off x="5847536" y="3277800"/>
            <a:ext cx="2583300" cy="93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Jupiter is a gas giant and the biggest planet in the entire Solar System</a:t>
            </a:r>
            <a:endParaRPr>
              <a:solidFill>
                <a:schemeClr val="dk1"/>
              </a:solidFill>
              <a:latin typeface="IBM Plex Sans"/>
              <a:ea typeface="IBM Plex Sans"/>
              <a:cs typeface="IBM Plex Sans"/>
              <a:sym typeface="IBM Plex Sans"/>
            </a:endParaRPr>
          </a:p>
        </p:txBody>
      </p:sp>
      <p:sp>
        <p:nvSpPr>
          <p:cNvPr id="466" name="Google Shape;466;p52"/>
          <p:cNvSpPr txBox="1"/>
          <p:nvPr/>
        </p:nvSpPr>
        <p:spPr>
          <a:xfrm>
            <a:off x="5844475" y="1288775"/>
            <a:ext cx="2583300" cy="558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chemeClr val="dk1"/>
                </a:solidFill>
                <a:latin typeface="Roboto Slab"/>
                <a:ea typeface="Roboto Slab"/>
                <a:cs typeface="Roboto Slab"/>
                <a:sym typeface="Roboto Slab"/>
              </a:rPr>
              <a:t>Data collection</a:t>
            </a:r>
            <a:endParaRPr sz="1800">
              <a:solidFill>
                <a:schemeClr val="dk1"/>
              </a:solidFill>
              <a:latin typeface="Roboto Slab"/>
              <a:ea typeface="Roboto Slab"/>
              <a:cs typeface="Roboto Slab"/>
              <a:sym typeface="Roboto Slab"/>
            </a:endParaRPr>
          </a:p>
        </p:txBody>
      </p:sp>
      <p:sp>
        <p:nvSpPr>
          <p:cNvPr id="467" name="Google Shape;467;p52"/>
          <p:cNvSpPr txBox="1"/>
          <p:nvPr/>
        </p:nvSpPr>
        <p:spPr>
          <a:xfrm>
            <a:off x="5844475" y="2795100"/>
            <a:ext cx="2583300" cy="558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chemeClr val="dk1"/>
                </a:solidFill>
                <a:latin typeface="Roboto Slab"/>
                <a:ea typeface="Roboto Slab"/>
                <a:cs typeface="Roboto Slab"/>
                <a:sym typeface="Roboto Slab"/>
              </a:rPr>
              <a:t>Specific sampling</a:t>
            </a:r>
            <a:endParaRPr sz="1800">
              <a:solidFill>
                <a:schemeClr val="dk1"/>
              </a:solidFill>
              <a:latin typeface="Roboto Slab"/>
              <a:ea typeface="Roboto Slab"/>
              <a:cs typeface="Roboto Slab"/>
              <a:sym typeface="Roboto Slab"/>
            </a:endParaRPr>
          </a:p>
        </p:txBody>
      </p:sp>
      <p:pic>
        <p:nvPicPr>
          <p:cNvPr id="468" name="Google Shape;468;p52"/>
          <p:cNvPicPr preferRelativeResize="0"/>
          <p:nvPr/>
        </p:nvPicPr>
        <p:blipFill>
          <a:blip r:embed="rId3">
            <a:alphaModFix/>
          </a:blip>
          <a:stretch>
            <a:fillRect/>
          </a:stretch>
        </p:blipFill>
        <p:spPr>
          <a:xfrm>
            <a:off x="3609838" y="3515902"/>
            <a:ext cx="1924325" cy="1421945"/>
          </a:xfrm>
          <a:prstGeom prst="rect">
            <a:avLst/>
          </a:prstGeom>
          <a:noFill/>
          <a:ln>
            <a:noFill/>
          </a:ln>
        </p:spPr>
      </p:pic>
      <p:cxnSp>
        <p:nvCxnSpPr>
          <p:cNvPr id="469" name="Google Shape;469;p52"/>
          <p:cNvCxnSpPr>
            <a:stCxn id="461" idx="1"/>
            <a:endCxn id="462" idx="3"/>
          </p:cNvCxnSpPr>
          <p:nvPr/>
        </p:nvCxnSpPr>
        <p:spPr>
          <a:xfrm rot="10800000">
            <a:off x="3306300" y="1568150"/>
            <a:ext cx="276600" cy="750900"/>
          </a:xfrm>
          <a:prstGeom prst="straightConnector1">
            <a:avLst/>
          </a:prstGeom>
          <a:noFill/>
          <a:ln w="19050" cap="flat" cmpd="sng">
            <a:solidFill>
              <a:schemeClr val="dk1"/>
            </a:solidFill>
            <a:prstDash val="solid"/>
            <a:round/>
            <a:headEnd type="none" w="med" len="med"/>
            <a:tailEnd type="none" w="med" len="med"/>
          </a:ln>
        </p:spPr>
      </p:cxnSp>
      <p:cxnSp>
        <p:nvCxnSpPr>
          <p:cNvPr id="470" name="Google Shape;470;p52"/>
          <p:cNvCxnSpPr>
            <a:stCxn id="461" idx="3"/>
            <a:endCxn id="466" idx="1"/>
          </p:cNvCxnSpPr>
          <p:nvPr/>
        </p:nvCxnSpPr>
        <p:spPr>
          <a:xfrm rot="10800000" flipH="1">
            <a:off x="5561100" y="1568150"/>
            <a:ext cx="283500" cy="750900"/>
          </a:xfrm>
          <a:prstGeom prst="straightConnector1">
            <a:avLst/>
          </a:prstGeom>
          <a:noFill/>
          <a:ln w="19050" cap="flat" cmpd="sng">
            <a:solidFill>
              <a:schemeClr val="dk1"/>
            </a:solidFill>
            <a:prstDash val="solid"/>
            <a:round/>
            <a:headEnd type="none" w="med" len="med"/>
            <a:tailEnd type="none" w="med" len="med"/>
          </a:ln>
        </p:spPr>
      </p:cxnSp>
      <p:cxnSp>
        <p:nvCxnSpPr>
          <p:cNvPr id="471" name="Google Shape;471;p52"/>
          <p:cNvCxnSpPr>
            <a:stCxn id="461" idx="1"/>
            <a:endCxn id="463" idx="3"/>
          </p:cNvCxnSpPr>
          <p:nvPr/>
        </p:nvCxnSpPr>
        <p:spPr>
          <a:xfrm flipH="1">
            <a:off x="3306300" y="2319050"/>
            <a:ext cx="276600" cy="755400"/>
          </a:xfrm>
          <a:prstGeom prst="straightConnector1">
            <a:avLst/>
          </a:prstGeom>
          <a:noFill/>
          <a:ln w="19050" cap="flat" cmpd="sng">
            <a:solidFill>
              <a:schemeClr val="dk1"/>
            </a:solidFill>
            <a:prstDash val="solid"/>
            <a:round/>
            <a:headEnd type="none" w="med" len="med"/>
            <a:tailEnd type="none" w="med" len="med"/>
          </a:ln>
        </p:spPr>
      </p:cxnSp>
      <p:cxnSp>
        <p:nvCxnSpPr>
          <p:cNvPr id="472" name="Google Shape;472;p52"/>
          <p:cNvCxnSpPr>
            <a:stCxn id="461" idx="3"/>
            <a:endCxn id="467" idx="1"/>
          </p:cNvCxnSpPr>
          <p:nvPr/>
        </p:nvCxnSpPr>
        <p:spPr>
          <a:xfrm>
            <a:off x="5561100" y="2319050"/>
            <a:ext cx="283500" cy="75540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5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Analysis &amp; development</a:t>
            </a:r>
            <a:endParaRPr/>
          </a:p>
        </p:txBody>
      </p:sp>
      <p:sp>
        <p:nvSpPr>
          <p:cNvPr id="478" name="Google Shape;478;p53"/>
          <p:cNvSpPr txBox="1">
            <a:spLocks noGrp="1"/>
          </p:cNvSpPr>
          <p:nvPr>
            <p:ph type="subTitle" idx="1"/>
          </p:nvPr>
        </p:nvSpPr>
        <p:spPr>
          <a:xfrm>
            <a:off x="4747387" y="1872353"/>
            <a:ext cx="3698100" cy="2736300"/>
          </a:xfrm>
          <a:prstGeom prst="rect">
            <a:avLst/>
          </a:prstGeom>
        </p:spPr>
        <p:txBody>
          <a:bodyPr spcFirstLastPara="1" wrap="square" lIns="91425" tIns="91425" rIns="91425" bIns="91425" anchor="t" anchorCtr="0">
            <a:noAutofit/>
          </a:bodyPr>
          <a:lstStyle/>
          <a:p>
            <a:pPr marL="314325" lvl="0" indent="-317500" algn="l" rtl="0">
              <a:spcBef>
                <a:spcPts val="0"/>
              </a:spcBef>
              <a:spcAft>
                <a:spcPts val="0"/>
              </a:spcAft>
              <a:buSzPts val="1400"/>
              <a:buChar char="●"/>
            </a:pPr>
            <a:r>
              <a:rPr lang="en"/>
              <a:t>Venus has a beautiful name and is the second planet from the Sun. It’s terribly hot—even hotter than Mercury</a:t>
            </a:r>
            <a:endParaRPr/>
          </a:p>
          <a:p>
            <a:pPr marL="314325" lvl="0" indent="-317500" algn="l" rtl="0">
              <a:spcBef>
                <a:spcPts val="1000"/>
              </a:spcBef>
              <a:spcAft>
                <a:spcPts val="0"/>
              </a:spcAft>
              <a:buSzPts val="1400"/>
              <a:buChar char="●"/>
            </a:pPr>
            <a:r>
              <a:rPr lang="en"/>
              <a:t>Saturn is a gas giant and has several rings. This planet is composed mostly of hydrogen and helium</a:t>
            </a:r>
            <a:endParaRPr/>
          </a:p>
          <a:p>
            <a:pPr marL="314325" lvl="0" indent="-317500" algn="l" rtl="0">
              <a:spcBef>
                <a:spcPts val="1000"/>
              </a:spcBef>
              <a:spcAft>
                <a:spcPts val="0"/>
              </a:spcAft>
              <a:buSzPts val="1400"/>
              <a:buChar char="●"/>
            </a:pPr>
            <a:r>
              <a:rPr lang="en"/>
              <a:t>Earth is the third planet from the Sun and the only one that harbors life in the Solar System. This is where we all live</a:t>
            </a:r>
            <a:endParaRPr/>
          </a:p>
          <a:p>
            <a:pPr marL="0" lvl="0" indent="0" algn="l" rtl="0">
              <a:spcBef>
                <a:spcPts val="0"/>
              </a:spcBef>
              <a:spcAft>
                <a:spcPts val="0"/>
              </a:spcAft>
              <a:buNone/>
            </a:pPr>
            <a:endParaRPr/>
          </a:p>
        </p:txBody>
      </p:sp>
      <p:sp>
        <p:nvSpPr>
          <p:cNvPr id="479" name="Google Shape;479;p53"/>
          <p:cNvSpPr txBox="1">
            <a:spLocks noGrp="1"/>
          </p:cNvSpPr>
          <p:nvPr>
            <p:ph type="subTitle" idx="2"/>
          </p:nvPr>
        </p:nvSpPr>
        <p:spPr>
          <a:xfrm>
            <a:off x="726675" y="1872353"/>
            <a:ext cx="3698100" cy="2736300"/>
          </a:xfrm>
          <a:prstGeom prst="rect">
            <a:avLst/>
          </a:prstGeom>
        </p:spPr>
        <p:txBody>
          <a:bodyPr spcFirstLastPara="1" wrap="square" lIns="91425" tIns="91425" rIns="91425" bIns="91425" anchor="ctr" anchorCtr="0">
            <a:noAutofit/>
          </a:bodyPr>
          <a:lstStyle/>
          <a:p>
            <a:pPr marL="257175" lvl="0" indent="-317500" algn="l" rtl="0">
              <a:spcBef>
                <a:spcPts val="0"/>
              </a:spcBef>
              <a:spcAft>
                <a:spcPts val="0"/>
              </a:spcAft>
              <a:buSzPts val="1400"/>
              <a:buChar char="●"/>
            </a:pPr>
            <a:r>
              <a:rPr lang="en"/>
              <a:t>Mercury is the closest planet to the Sun and the smallest one in the Solar System—it’s a bit larger than the Moon</a:t>
            </a:r>
            <a:endParaRPr/>
          </a:p>
          <a:p>
            <a:pPr marL="257175" lvl="0" indent="-317500" algn="l" rtl="0">
              <a:spcBef>
                <a:spcPts val="1000"/>
              </a:spcBef>
              <a:spcAft>
                <a:spcPts val="0"/>
              </a:spcAft>
              <a:buSzPts val="1400"/>
              <a:buChar char="●"/>
            </a:pPr>
            <a:r>
              <a:rPr lang="en"/>
              <a:t>Jupiter is a gas giant, the biggest planet in the Solar System and the fourth-brightest object in the night sky</a:t>
            </a:r>
            <a:endParaRPr/>
          </a:p>
          <a:p>
            <a:pPr marL="257175" lvl="0" indent="-317500" algn="l" rtl="0">
              <a:spcBef>
                <a:spcPts val="1000"/>
              </a:spcBef>
              <a:spcAft>
                <a:spcPts val="0"/>
              </a:spcAft>
              <a:buSzPts val="1400"/>
              <a:buChar char="●"/>
            </a:pPr>
            <a:r>
              <a:rPr lang="en"/>
              <a:t>Neptune is the farthest planet from the Sun. It's also the fourth-largest planet by diameter in the Solar System</a:t>
            </a:r>
            <a:endParaRPr/>
          </a:p>
        </p:txBody>
      </p:sp>
      <p:sp>
        <p:nvSpPr>
          <p:cNvPr id="480" name="Google Shape;480;p53"/>
          <p:cNvSpPr txBox="1">
            <a:spLocks noGrp="1"/>
          </p:cNvSpPr>
          <p:nvPr>
            <p:ph type="subTitle" idx="3"/>
          </p:nvPr>
        </p:nvSpPr>
        <p:spPr>
          <a:xfrm>
            <a:off x="726675" y="1510850"/>
            <a:ext cx="3698100" cy="361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Phase 01</a:t>
            </a:r>
            <a:endParaRPr/>
          </a:p>
        </p:txBody>
      </p:sp>
      <p:sp>
        <p:nvSpPr>
          <p:cNvPr id="481" name="Google Shape;481;p53"/>
          <p:cNvSpPr txBox="1">
            <a:spLocks noGrp="1"/>
          </p:cNvSpPr>
          <p:nvPr>
            <p:ph type="subTitle" idx="4"/>
          </p:nvPr>
        </p:nvSpPr>
        <p:spPr>
          <a:xfrm>
            <a:off x="4747375" y="1510850"/>
            <a:ext cx="3698100" cy="361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Phase 02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5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Analysis &amp; development</a:t>
            </a:r>
            <a:endParaRPr/>
          </a:p>
        </p:txBody>
      </p:sp>
      <p:sp>
        <p:nvSpPr>
          <p:cNvPr id="487" name="Google Shape;487;p54"/>
          <p:cNvSpPr txBox="1"/>
          <p:nvPr/>
        </p:nvSpPr>
        <p:spPr>
          <a:xfrm>
            <a:off x="713225" y="4277277"/>
            <a:ext cx="7753500" cy="294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a:solidFill>
                  <a:schemeClr val="dk1"/>
                </a:solidFill>
                <a:latin typeface="IBM Plex Sans"/>
                <a:ea typeface="IBM Plex Sans"/>
                <a:cs typeface="IBM Plex Sans"/>
                <a:sym typeface="IBM Plex Sans"/>
              </a:rPr>
              <a:t>Follow the link in the graph to modify its data and then paste the new one here.</a:t>
            </a:r>
            <a:r>
              <a:rPr lang="en" sz="1200" b="1">
                <a:solidFill>
                  <a:schemeClr val="dk1"/>
                </a:solidFill>
                <a:latin typeface="IBM Plex Sans"/>
                <a:ea typeface="IBM Plex Sans"/>
                <a:cs typeface="IBM Plex Sans"/>
                <a:sym typeface="IBM Plex Sans"/>
              </a:rPr>
              <a:t> </a:t>
            </a:r>
            <a:r>
              <a:rPr lang="en" sz="1200" b="1">
                <a:solidFill>
                  <a:schemeClr val="dk1"/>
                </a:solidFill>
                <a:uFill>
                  <a:noFill/>
                </a:uFill>
                <a:latin typeface="IBM Plex Sans"/>
                <a:ea typeface="IBM Plex Sans"/>
                <a:cs typeface="IBM Plex Sans"/>
                <a:sym typeface="IBM Plex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b="1">
              <a:solidFill>
                <a:schemeClr val="dk1"/>
              </a:solidFill>
              <a:latin typeface="IBM Plex Sans"/>
              <a:ea typeface="IBM Plex Sans"/>
              <a:cs typeface="IBM Plex Sans"/>
              <a:sym typeface="IBM Plex Sans"/>
            </a:endParaRPr>
          </a:p>
        </p:txBody>
      </p:sp>
      <p:sp>
        <p:nvSpPr>
          <p:cNvPr id="488" name="Google Shape;488;p54"/>
          <p:cNvSpPr txBox="1"/>
          <p:nvPr/>
        </p:nvSpPr>
        <p:spPr>
          <a:xfrm>
            <a:off x="4888275" y="3168387"/>
            <a:ext cx="16584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Roboto Slab"/>
                <a:ea typeface="Roboto Slab"/>
                <a:cs typeface="Roboto Slab"/>
                <a:sym typeface="Roboto Slab"/>
              </a:rPr>
              <a:t>Mercury</a:t>
            </a:r>
            <a:endParaRPr sz="2000">
              <a:solidFill>
                <a:schemeClr val="dk1"/>
              </a:solidFill>
              <a:latin typeface="Roboto Slab"/>
              <a:ea typeface="Roboto Slab"/>
              <a:cs typeface="Roboto Slab"/>
              <a:sym typeface="Roboto Slab"/>
            </a:endParaRPr>
          </a:p>
        </p:txBody>
      </p:sp>
      <p:sp>
        <p:nvSpPr>
          <p:cNvPr id="489" name="Google Shape;489;p54"/>
          <p:cNvSpPr txBox="1"/>
          <p:nvPr/>
        </p:nvSpPr>
        <p:spPr>
          <a:xfrm>
            <a:off x="4888275" y="3562564"/>
            <a:ext cx="16584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IBM Plex Sans"/>
                <a:ea typeface="IBM Plex Sans"/>
                <a:cs typeface="IBM Plex Sans"/>
                <a:sym typeface="IBM Plex Sans"/>
              </a:rPr>
              <a:t>It’s the closest planet to the Sun</a:t>
            </a:r>
            <a:endParaRPr>
              <a:solidFill>
                <a:schemeClr val="dk1"/>
              </a:solidFill>
              <a:latin typeface="IBM Plex Sans"/>
              <a:ea typeface="IBM Plex Sans"/>
              <a:cs typeface="IBM Plex Sans"/>
              <a:sym typeface="IBM Plex Sans"/>
            </a:endParaRPr>
          </a:p>
        </p:txBody>
      </p:sp>
      <p:sp>
        <p:nvSpPr>
          <p:cNvPr id="490" name="Google Shape;490;p54"/>
          <p:cNvSpPr txBox="1"/>
          <p:nvPr/>
        </p:nvSpPr>
        <p:spPr>
          <a:xfrm>
            <a:off x="6769466" y="3168387"/>
            <a:ext cx="16584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Roboto Slab"/>
                <a:ea typeface="Roboto Slab"/>
                <a:cs typeface="Roboto Slab"/>
                <a:sym typeface="Roboto Slab"/>
              </a:rPr>
              <a:t>Venus</a:t>
            </a:r>
            <a:endParaRPr sz="2000">
              <a:solidFill>
                <a:schemeClr val="dk1"/>
              </a:solidFill>
              <a:latin typeface="Roboto Slab"/>
              <a:ea typeface="Roboto Slab"/>
              <a:cs typeface="Roboto Slab"/>
              <a:sym typeface="Roboto Slab"/>
            </a:endParaRPr>
          </a:p>
        </p:txBody>
      </p:sp>
      <p:sp>
        <p:nvSpPr>
          <p:cNvPr id="491" name="Google Shape;491;p54"/>
          <p:cNvSpPr txBox="1"/>
          <p:nvPr/>
        </p:nvSpPr>
        <p:spPr>
          <a:xfrm>
            <a:off x="6769466" y="3562564"/>
            <a:ext cx="16584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IBM Plex Sans"/>
                <a:ea typeface="IBM Plex Sans"/>
                <a:cs typeface="IBM Plex Sans"/>
                <a:sym typeface="IBM Plex Sans"/>
              </a:rPr>
              <a:t>Venus has a beautiful name</a:t>
            </a:r>
            <a:endParaRPr>
              <a:solidFill>
                <a:schemeClr val="dk1"/>
              </a:solidFill>
              <a:latin typeface="IBM Plex Sans"/>
              <a:ea typeface="IBM Plex Sans"/>
              <a:cs typeface="IBM Plex Sans"/>
              <a:sym typeface="IBM Plex Sans"/>
            </a:endParaRPr>
          </a:p>
        </p:txBody>
      </p:sp>
      <p:sp>
        <p:nvSpPr>
          <p:cNvPr id="492" name="Google Shape;492;p54"/>
          <p:cNvSpPr txBox="1"/>
          <p:nvPr/>
        </p:nvSpPr>
        <p:spPr>
          <a:xfrm>
            <a:off x="713225" y="1213000"/>
            <a:ext cx="3465600" cy="294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Mercury is the closest planet to the Sun and the smallest one in the Solar System The planet’s name has nothing to do with the liquid metal</a:t>
            </a:r>
            <a:endParaRPr>
              <a:solidFill>
                <a:schemeClr val="dk1"/>
              </a:solidFill>
              <a:latin typeface="IBM Plex Sans"/>
              <a:ea typeface="IBM Plex Sans"/>
              <a:cs typeface="IBM Plex Sans"/>
              <a:sym typeface="IBM Plex Sans"/>
            </a:endParaRPr>
          </a:p>
          <a:p>
            <a:pPr marL="457200" lvl="0" indent="-317500" algn="l" rtl="0">
              <a:lnSpc>
                <a:spcPct val="115000"/>
              </a:lnSpc>
              <a:spcBef>
                <a:spcPts val="100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The Sun is the star at the center of the Solar System</a:t>
            </a:r>
            <a:endParaRPr>
              <a:solidFill>
                <a:schemeClr val="dk1"/>
              </a:solidFill>
              <a:latin typeface="IBM Plex Sans"/>
              <a:ea typeface="IBM Plex Sans"/>
              <a:cs typeface="IBM Plex Sans"/>
              <a:sym typeface="IBM Plex Sans"/>
            </a:endParaRPr>
          </a:p>
          <a:p>
            <a:pPr marL="457200" lvl="0" indent="-317500" algn="l" rtl="0">
              <a:lnSpc>
                <a:spcPct val="115000"/>
              </a:lnSpc>
              <a:spcBef>
                <a:spcPts val="100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Jupiter is the biggest planet in the entire Solar System</a:t>
            </a:r>
            <a:endParaRPr>
              <a:solidFill>
                <a:schemeClr val="dk1"/>
              </a:solidFill>
              <a:latin typeface="IBM Plex Sans"/>
              <a:ea typeface="IBM Plex Sans"/>
              <a:cs typeface="IBM Plex Sans"/>
              <a:sym typeface="IBM Plex Sans"/>
            </a:endParaRPr>
          </a:p>
          <a:p>
            <a:pPr marL="457200" lvl="0" indent="-317500" algn="l" rtl="0">
              <a:lnSpc>
                <a:spcPct val="115000"/>
              </a:lnSpc>
              <a:spcBef>
                <a:spcPts val="100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Saturn is composed mostly of hydrogen and helium</a:t>
            </a:r>
            <a:endParaRPr>
              <a:solidFill>
                <a:schemeClr val="dk1"/>
              </a:solidFill>
              <a:latin typeface="IBM Plex Sans"/>
              <a:ea typeface="IBM Plex Sans"/>
              <a:cs typeface="IBM Plex Sans"/>
              <a:sym typeface="IBM Plex Sans"/>
            </a:endParaRPr>
          </a:p>
        </p:txBody>
      </p:sp>
      <p:pic>
        <p:nvPicPr>
          <p:cNvPr id="493" name="Google Shape;493;p54" title="Gráfico">
            <a:hlinkClick r:id="rId4"/>
          </p:cNvPr>
          <p:cNvPicPr preferRelativeResize="0"/>
          <p:nvPr/>
        </p:nvPicPr>
        <p:blipFill>
          <a:blip r:embed="rId5">
            <a:alphaModFix/>
          </a:blip>
          <a:stretch>
            <a:fillRect/>
          </a:stretch>
        </p:blipFill>
        <p:spPr>
          <a:xfrm>
            <a:off x="4647750" y="1257925"/>
            <a:ext cx="3539726" cy="1865395"/>
          </a:xfrm>
          <a:prstGeom prst="rect">
            <a:avLst/>
          </a:prstGeom>
          <a:noFill/>
          <a:ln>
            <a:noFill/>
          </a:ln>
        </p:spPr>
      </p:pic>
      <p:sp>
        <p:nvSpPr>
          <p:cNvPr id="494" name="Google Shape;494;p54"/>
          <p:cNvSpPr/>
          <p:nvPr/>
        </p:nvSpPr>
        <p:spPr>
          <a:xfrm>
            <a:off x="4679950" y="3314975"/>
            <a:ext cx="208500" cy="216600"/>
          </a:xfrm>
          <a:prstGeom prst="roundRect">
            <a:avLst>
              <a:gd name="adj"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5" name="Google Shape;495;p54"/>
          <p:cNvCxnSpPr/>
          <p:nvPr/>
        </p:nvCxnSpPr>
        <p:spPr>
          <a:xfrm rot="10800000">
            <a:off x="4897638" y="1341749"/>
            <a:ext cx="0" cy="1582500"/>
          </a:xfrm>
          <a:prstGeom prst="straightConnector1">
            <a:avLst/>
          </a:prstGeom>
          <a:noFill/>
          <a:ln w="19050" cap="flat" cmpd="sng">
            <a:solidFill>
              <a:schemeClr val="dk1"/>
            </a:solidFill>
            <a:prstDash val="solid"/>
            <a:round/>
            <a:headEnd type="none" w="med" len="med"/>
            <a:tailEnd type="none" w="med" len="med"/>
          </a:ln>
        </p:spPr>
      </p:cxnSp>
      <p:sp>
        <p:nvSpPr>
          <p:cNvPr id="496" name="Google Shape;496;p54"/>
          <p:cNvSpPr/>
          <p:nvPr/>
        </p:nvSpPr>
        <p:spPr>
          <a:xfrm>
            <a:off x="6560975" y="3314975"/>
            <a:ext cx="208500" cy="2166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pic>
        <p:nvPicPr>
          <p:cNvPr id="501" name="Google Shape;501;p55" title="Gráfico">
            <a:hlinkClick r:id="rId3"/>
          </p:cNvPr>
          <p:cNvPicPr preferRelativeResize="0"/>
          <p:nvPr/>
        </p:nvPicPr>
        <p:blipFill>
          <a:blip r:embed="rId4">
            <a:alphaModFix/>
          </a:blip>
          <a:stretch>
            <a:fillRect/>
          </a:stretch>
        </p:blipFill>
        <p:spPr>
          <a:xfrm>
            <a:off x="1192044" y="2740848"/>
            <a:ext cx="6455112" cy="1299275"/>
          </a:xfrm>
          <a:prstGeom prst="rect">
            <a:avLst/>
          </a:prstGeom>
          <a:noFill/>
          <a:ln>
            <a:noFill/>
          </a:ln>
        </p:spPr>
      </p:pic>
      <p:sp>
        <p:nvSpPr>
          <p:cNvPr id="502" name="Google Shape;502;p55"/>
          <p:cNvSpPr/>
          <p:nvPr/>
        </p:nvSpPr>
        <p:spPr>
          <a:xfrm>
            <a:off x="5243919" y="1518124"/>
            <a:ext cx="820200" cy="8202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a:solidFill>
                  <a:schemeClr val="dk1"/>
                </a:solidFill>
                <a:latin typeface="Roboto Slab"/>
                <a:ea typeface="Roboto Slab"/>
                <a:cs typeface="Roboto Slab"/>
                <a:sym typeface="Roboto Slab"/>
              </a:rPr>
              <a:t>60%</a:t>
            </a:r>
            <a:endParaRPr sz="1100"/>
          </a:p>
        </p:txBody>
      </p:sp>
      <p:sp>
        <p:nvSpPr>
          <p:cNvPr id="503" name="Google Shape;503;p5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Analysis of the results</a:t>
            </a:r>
            <a:endParaRPr/>
          </a:p>
        </p:txBody>
      </p:sp>
      <p:sp>
        <p:nvSpPr>
          <p:cNvPr id="504" name="Google Shape;504;p55"/>
          <p:cNvSpPr txBox="1">
            <a:spLocks noGrp="1"/>
          </p:cNvSpPr>
          <p:nvPr>
            <p:ph type="title" idx="4294967295"/>
          </p:nvPr>
        </p:nvSpPr>
        <p:spPr>
          <a:xfrm>
            <a:off x="6152194" y="1386938"/>
            <a:ext cx="16989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Mars</a:t>
            </a:r>
            <a:endParaRPr sz="2000"/>
          </a:p>
        </p:txBody>
      </p:sp>
      <p:sp>
        <p:nvSpPr>
          <p:cNvPr id="505" name="Google Shape;505;p55"/>
          <p:cNvSpPr txBox="1">
            <a:spLocks noGrp="1"/>
          </p:cNvSpPr>
          <p:nvPr>
            <p:ph type="subTitle" idx="4294967295"/>
          </p:nvPr>
        </p:nvSpPr>
        <p:spPr>
          <a:xfrm>
            <a:off x="6152194" y="1781113"/>
            <a:ext cx="1698900" cy="572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t>Mars is full of iron oxide dust</a:t>
            </a:r>
            <a:endParaRPr/>
          </a:p>
        </p:txBody>
      </p:sp>
      <p:sp>
        <p:nvSpPr>
          <p:cNvPr id="506" name="Google Shape;506;p55"/>
          <p:cNvSpPr/>
          <p:nvPr/>
        </p:nvSpPr>
        <p:spPr>
          <a:xfrm flipH="1">
            <a:off x="5180854" y="1455529"/>
            <a:ext cx="945300" cy="945300"/>
          </a:xfrm>
          <a:prstGeom prst="blockArc">
            <a:avLst>
              <a:gd name="adj1" fmla="val 3614875"/>
              <a:gd name="adj2" fmla="val 16133813"/>
              <a:gd name="adj3" fmla="val 9996"/>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55"/>
          <p:cNvSpPr txBox="1"/>
          <p:nvPr/>
        </p:nvSpPr>
        <p:spPr>
          <a:xfrm>
            <a:off x="713225" y="4277277"/>
            <a:ext cx="7753500" cy="294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a:solidFill>
                  <a:schemeClr val="dk1"/>
                </a:solidFill>
                <a:latin typeface="IBM Plex Sans"/>
                <a:ea typeface="IBM Plex Sans"/>
                <a:cs typeface="IBM Plex Sans"/>
                <a:sym typeface="IBM Plex Sans"/>
              </a:rPr>
              <a:t>Follow the link in the graph to modify its data and then paste the new one here.</a:t>
            </a:r>
            <a:r>
              <a:rPr lang="en" sz="1200" b="1">
                <a:solidFill>
                  <a:schemeClr val="dk1"/>
                </a:solidFill>
                <a:latin typeface="IBM Plex Sans"/>
                <a:ea typeface="IBM Plex Sans"/>
                <a:cs typeface="IBM Plex Sans"/>
                <a:sym typeface="IBM Plex Sans"/>
              </a:rPr>
              <a:t> </a:t>
            </a:r>
            <a:r>
              <a:rPr lang="en" sz="1200" b="1">
                <a:solidFill>
                  <a:schemeClr val="dk1"/>
                </a:solidFill>
                <a:uFill>
                  <a:noFill/>
                </a:uFill>
                <a:latin typeface="IBM Plex Sans"/>
                <a:ea typeface="IBM Plex Sans"/>
                <a:cs typeface="IBM Plex Sans"/>
                <a:sym typeface="IBM Plex Sans"/>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b="1">
              <a:solidFill>
                <a:schemeClr val="dk1"/>
              </a:solidFill>
              <a:latin typeface="IBM Plex Sans"/>
              <a:ea typeface="IBM Plex Sans"/>
              <a:cs typeface="IBM Plex Sans"/>
              <a:sym typeface="IBM Plex Sans"/>
            </a:endParaRPr>
          </a:p>
        </p:txBody>
      </p:sp>
      <p:cxnSp>
        <p:nvCxnSpPr>
          <p:cNvPr id="508" name="Google Shape;508;p55"/>
          <p:cNvCxnSpPr/>
          <p:nvPr/>
        </p:nvCxnSpPr>
        <p:spPr>
          <a:xfrm>
            <a:off x="1534396" y="3787337"/>
            <a:ext cx="6076500" cy="0"/>
          </a:xfrm>
          <a:prstGeom prst="straightConnector1">
            <a:avLst/>
          </a:prstGeom>
          <a:noFill/>
          <a:ln w="19050" cap="flat" cmpd="sng">
            <a:solidFill>
              <a:schemeClr val="dk1"/>
            </a:solidFill>
            <a:prstDash val="solid"/>
            <a:round/>
            <a:headEnd type="none" w="med" len="med"/>
            <a:tailEnd type="none" w="med" len="med"/>
          </a:ln>
        </p:spPr>
      </p:cxnSp>
      <p:sp>
        <p:nvSpPr>
          <p:cNvPr id="509" name="Google Shape;509;p55"/>
          <p:cNvSpPr txBox="1"/>
          <p:nvPr/>
        </p:nvSpPr>
        <p:spPr>
          <a:xfrm>
            <a:off x="1457231" y="1384512"/>
            <a:ext cx="16584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Roboto Slab"/>
                <a:ea typeface="Roboto Slab"/>
                <a:cs typeface="Roboto Slab"/>
                <a:sym typeface="Roboto Slab"/>
              </a:rPr>
              <a:t>Mercury</a:t>
            </a:r>
            <a:endParaRPr sz="2000">
              <a:solidFill>
                <a:schemeClr val="dk1"/>
              </a:solidFill>
              <a:latin typeface="Roboto Slab"/>
              <a:ea typeface="Roboto Slab"/>
              <a:cs typeface="Roboto Slab"/>
              <a:sym typeface="Roboto Slab"/>
            </a:endParaRPr>
          </a:p>
        </p:txBody>
      </p:sp>
      <p:sp>
        <p:nvSpPr>
          <p:cNvPr id="510" name="Google Shape;510;p55"/>
          <p:cNvSpPr txBox="1"/>
          <p:nvPr/>
        </p:nvSpPr>
        <p:spPr>
          <a:xfrm>
            <a:off x="1457231" y="1778689"/>
            <a:ext cx="16584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IBM Plex Sans"/>
                <a:ea typeface="IBM Plex Sans"/>
                <a:cs typeface="IBM Plex Sans"/>
                <a:sym typeface="IBM Plex Sans"/>
              </a:rPr>
              <a:t>It’s the closest planet to the Sun</a:t>
            </a:r>
            <a:endParaRPr>
              <a:solidFill>
                <a:schemeClr val="dk1"/>
              </a:solidFill>
              <a:latin typeface="IBM Plex Sans"/>
              <a:ea typeface="IBM Plex Sans"/>
              <a:cs typeface="IBM Plex Sans"/>
              <a:sym typeface="IBM Plex Sans"/>
            </a:endParaRPr>
          </a:p>
        </p:txBody>
      </p:sp>
      <p:sp>
        <p:nvSpPr>
          <p:cNvPr id="511" name="Google Shape;511;p55"/>
          <p:cNvSpPr txBox="1"/>
          <p:nvPr/>
        </p:nvSpPr>
        <p:spPr>
          <a:xfrm>
            <a:off x="3460847" y="1384512"/>
            <a:ext cx="16584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Roboto Slab"/>
                <a:ea typeface="Roboto Slab"/>
                <a:cs typeface="Roboto Slab"/>
                <a:sym typeface="Roboto Slab"/>
              </a:rPr>
              <a:t>Venus</a:t>
            </a:r>
            <a:endParaRPr sz="2000">
              <a:solidFill>
                <a:schemeClr val="dk1"/>
              </a:solidFill>
              <a:latin typeface="Roboto Slab"/>
              <a:ea typeface="Roboto Slab"/>
              <a:cs typeface="Roboto Slab"/>
              <a:sym typeface="Roboto Slab"/>
            </a:endParaRPr>
          </a:p>
        </p:txBody>
      </p:sp>
      <p:sp>
        <p:nvSpPr>
          <p:cNvPr id="512" name="Google Shape;512;p55"/>
          <p:cNvSpPr txBox="1"/>
          <p:nvPr/>
        </p:nvSpPr>
        <p:spPr>
          <a:xfrm>
            <a:off x="3460847" y="1778689"/>
            <a:ext cx="16584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IBM Plex Sans"/>
                <a:ea typeface="IBM Plex Sans"/>
                <a:cs typeface="IBM Plex Sans"/>
                <a:sym typeface="IBM Plex Sans"/>
              </a:rPr>
              <a:t>Venus has a beautiful name</a:t>
            </a:r>
            <a:endParaRPr>
              <a:solidFill>
                <a:schemeClr val="dk1"/>
              </a:solidFill>
              <a:latin typeface="IBM Plex Sans"/>
              <a:ea typeface="IBM Plex Sans"/>
              <a:cs typeface="IBM Plex Sans"/>
              <a:sym typeface="IBM Plex Sans"/>
            </a:endParaRPr>
          </a:p>
        </p:txBody>
      </p:sp>
      <p:sp>
        <p:nvSpPr>
          <p:cNvPr id="513" name="Google Shape;513;p55"/>
          <p:cNvSpPr/>
          <p:nvPr/>
        </p:nvSpPr>
        <p:spPr>
          <a:xfrm>
            <a:off x="1228675" y="1523574"/>
            <a:ext cx="208500" cy="216600"/>
          </a:xfrm>
          <a:prstGeom prst="roundRect">
            <a:avLst>
              <a:gd name="adj"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5"/>
          <p:cNvSpPr/>
          <p:nvPr/>
        </p:nvSpPr>
        <p:spPr>
          <a:xfrm>
            <a:off x="3252350" y="1523574"/>
            <a:ext cx="208500" cy="2166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Discussion</a:t>
            </a:r>
            <a:endParaRPr/>
          </a:p>
        </p:txBody>
      </p:sp>
      <p:sp>
        <p:nvSpPr>
          <p:cNvPr id="600" name="Google Shape;600;p57"/>
          <p:cNvSpPr txBox="1"/>
          <p:nvPr/>
        </p:nvSpPr>
        <p:spPr>
          <a:xfrm>
            <a:off x="720000" y="1548350"/>
            <a:ext cx="3962700" cy="306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Despite being red, Mars is actually a cold place. It's full of iron oxide dust, which gives the planet its reddish cast. Earth is the third planet from the Sun and the only one that harbors life in the Solar System. This is where we all live:</a:t>
            </a:r>
            <a:endParaRPr>
              <a:solidFill>
                <a:schemeClr val="dk1"/>
              </a:solidFill>
              <a:latin typeface="IBM Plex Sans"/>
              <a:ea typeface="IBM Plex Sans"/>
              <a:cs typeface="IBM Plex Sans"/>
              <a:sym typeface="IBM Plex Sans"/>
            </a:endParaRPr>
          </a:p>
          <a:p>
            <a:pPr marL="457200" lvl="0" indent="-317500" algn="l" rtl="0">
              <a:lnSpc>
                <a:spcPct val="115000"/>
              </a:lnSpc>
              <a:spcBef>
                <a:spcPts val="100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Ceres is located in the main asteroid belt</a:t>
            </a:r>
            <a:endParaRPr>
              <a:solidFill>
                <a:schemeClr val="dk1"/>
              </a:solidFill>
              <a:latin typeface="IBM Plex Sans"/>
              <a:ea typeface="IBM Plex Sans"/>
              <a:cs typeface="IBM Plex Sans"/>
              <a:sym typeface="IBM Plex Sans"/>
            </a:endParaRPr>
          </a:p>
          <a:p>
            <a:pPr marL="457200" lvl="0" indent="-317500" algn="l" rtl="0">
              <a:lnSpc>
                <a:spcPct val="115000"/>
              </a:lnSpc>
              <a:spcBef>
                <a:spcPts val="100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The Moon is Earth’s natural satellite</a:t>
            </a:r>
            <a:endParaRPr>
              <a:solidFill>
                <a:schemeClr val="dk1"/>
              </a:solidFill>
              <a:latin typeface="IBM Plex Sans"/>
              <a:ea typeface="IBM Plex Sans"/>
              <a:cs typeface="IBM Plex Sans"/>
              <a:sym typeface="IBM Plex Sans"/>
            </a:endParaRPr>
          </a:p>
          <a:p>
            <a:pPr marL="457200" lvl="0" indent="-317500" algn="l" rtl="0">
              <a:lnSpc>
                <a:spcPct val="115000"/>
              </a:lnSpc>
              <a:spcBef>
                <a:spcPts val="100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Neptune is very far away from us</a:t>
            </a:r>
            <a:endParaRPr>
              <a:solidFill>
                <a:schemeClr val="dk1"/>
              </a:solidFill>
              <a:latin typeface="IBM Plex Sans"/>
              <a:ea typeface="IBM Plex Sans"/>
              <a:cs typeface="IBM Plex Sans"/>
              <a:sym typeface="IBM Plex Sans"/>
            </a:endParaRPr>
          </a:p>
          <a:p>
            <a:pPr marL="457200" lvl="0" indent="-317500" algn="l" rtl="0">
              <a:lnSpc>
                <a:spcPct val="115000"/>
              </a:lnSpc>
              <a:spcBef>
                <a:spcPts val="100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Pluto is now considered a dwarf planet</a:t>
            </a:r>
            <a:endParaRPr>
              <a:solidFill>
                <a:schemeClr val="dk1"/>
              </a:solidFill>
              <a:latin typeface="IBM Plex Sans"/>
              <a:ea typeface="IBM Plex Sans"/>
              <a:cs typeface="IBM Plex Sans"/>
              <a:sym typeface="IBM Plex Sans"/>
            </a:endParaRPr>
          </a:p>
          <a:p>
            <a:pPr marL="0" lvl="0" indent="0" algn="l" rtl="0">
              <a:lnSpc>
                <a:spcPct val="115000"/>
              </a:lnSpc>
              <a:spcBef>
                <a:spcPts val="1000"/>
              </a:spcBef>
              <a:spcAft>
                <a:spcPts val="0"/>
              </a:spcAft>
              <a:buNone/>
            </a:pPr>
            <a:endParaRPr>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None/>
            </a:pPr>
            <a:endParaRPr>
              <a:solidFill>
                <a:schemeClr val="dk1"/>
              </a:solidFill>
              <a:latin typeface="IBM Plex Sans"/>
              <a:ea typeface="IBM Plex Sans"/>
              <a:cs typeface="IBM Plex Sans"/>
              <a:sym typeface="IBM Plex Sans"/>
            </a:endParaRPr>
          </a:p>
        </p:txBody>
      </p:sp>
      <p:sp>
        <p:nvSpPr>
          <p:cNvPr id="601" name="Google Shape;601;p57"/>
          <p:cNvSpPr txBox="1"/>
          <p:nvPr/>
        </p:nvSpPr>
        <p:spPr>
          <a:xfrm>
            <a:off x="720000" y="1199750"/>
            <a:ext cx="2509200" cy="34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 sz="2000">
                <a:solidFill>
                  <a:schemeClr val="dk1"/>
                </a:solidFill>
                <a:latin typeface="Roboto Slab"/>
                <a:ea typeface="Roboto Slab"/>
                <a:cs typeface="Roboto Slab"/>
                <a:sym typeface="Roboto Slab"/>
              </a:rPr>
              <a:t>Mars</a:t>
            </a:r>
            <a:endParaRPr sz="2000">
              <a:solidFill>
                <a:schemeClr val="dk1"/>
              </a:solidFill>
              <a:latin typeface="Roboto Slab"/>
              <a:ea typeface="Roboto Slab"/>
              <a:cs typeface="Roboto Slab"/>
              <a:sym typeface="Roboto Slab"/>
            </a:endParaRPr>
          </a:p>
        </p:txBody>
      </p:sp>
      <p:sp>
        <p:nvSpPr>
          <p:cNvPr id="602" name="Google Shape;602;p57"/>
          <p:cNvSpPr txBox="1"/>
          <p:nvPr/>
        </p:nvSpPr>
        <p:spPr>
          <a:xfrm>
            <a:off x="5772175" y="1477780"/>
            <a:ext cx="1950300" cy="34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 sz="2000">
                <a:solidFill>
                  <a:schemeClr val="dk1"/>
                </a:solidFill>
                <a:latin typeface="Roboto Slab"/>
                <a:ea typeface="Roboto Slab"/>
                <a:cs typeface="Roboto Slab"/>
                <a:sym typeface="Roboto Slab"/>
              </a:rPr>
              <a:t>Discussion 1</a:t>
            </a:r>
            <a:endParaRPr sz="2000">
              <a:solidFill>
                <a:schemeClr val="dk1"/>
              </a:solidFill>
              <a:latin typeface="Roboto Slab"/>
              <a:ea typeface="Roboto Slab"/>
              <a:cs typeface="Roboto Slab"/>
              <a:sym typeface="Roboto Slab"/>
            </a:endParaRPr>
          </a:p>
        </p:txBody>
      </p:sp>
      <p:sp>
        <p:nvSpPr>
          <p:cNvPr id="603" name="Google Shape;603;p57"/>
          <p:cNvSpPr txBox="1"/>
          <p:nvPr/>
        </p:nvSpPr>
        <p:spPr>
          <a:xfrm>
            <a:off x="5772175" y="1756599"/>
            <a:ext cx="2658600" cy="117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Mercury is the closest planet to the Sun and the smallest one in the Solar System—it’s only a bit larger than the Moon</a:t>
            </a:r>
            <a:endParaRPr>
              <a:solidFill>
                <a:schemeClr val="dk1"/>
              </a:solidFill>
              <a:latin typeface="IBM Plex Sans"/>
              <a:ea typeface="IBM Plex Sans"/>
              <a:cs typeface="IBM Plex Sans"/>
              <a:sym typeface="IBM Plex Sans"/>
            </a:endParaRPr>
          </a:p>
        </p:txBody>
      </p:sp>
      <p:sp>
        <p:nvSpPr>
          <p:cNvPr id="604" name="Google Shape;604;p57"/>
          <p:cNvSpPr txBox="1"/>
          <p:nvPr/>
        </p:nvSpPr>
        <p:spPr>
          <a:xfrm>
            <a:off x="5772175" y="2999733"/>
            <a:ext cx="1950300" cy="34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1"/>
                </a:solidFill>
                <a:latin typeface="Roboto Slab"/>
                <a:ea typeface="Roboto Slab"/>
                <a:cs typeface="Roboto Slab"/>
                <a:sym typeface="Roboto Slab"/>
              </a:rPr>
              <a:t>Discussion 2</a:t>
            </a:r>
            <a:endParaRPr sz="2000">
              <a:solidFill>
                <a:schemeClr val="dk1"/>
              </a:solidFill>
              <a:latin typeface="Roboto Slab"/>
              <a:ea typeface="Roboto Slab"/>
              <a:cs typeface="Roboto Slab"/>
              <a:sym typeface="Roboto Slab"/>
            </a:endParaRPr>
          </a:p>
        </p:txBody>
      </p:sp>
      <p:sp>
        <p:nvSpPr>
          <p:cNvPr id="605" name="Google Shape;605;p57"/>
          <p:cNvSpPr txBox="1"/>
          <p:nvPr/>
        </p:nvSpPr>
        <p:spPr>
          <a:xfrm>
            <a:off x="5772175" y="3278575"/>
            <a:ext cx="2658600" cy="117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Venus has a beautiful name and is the second planet from the Sun. It’s terribly hot—even hotter than Mercury</a:t>
            </a:r>
            <a:endParaRPr>
              <a:solidFill>
                <a:schemeClr val="dk1"/>
              </a:solidFill>
              <a:latin typeface="IBM Plex Sans"/>
              <a:ea typeface="IBM Plex Sans"/>
              <a:cs typeface="IBM Plex Sans"/>
              <a:sym typeface="IBM Plex Sans"/>
            </a:endParaRPr>
          </a:p>
        </p:txBody>
      </p:sp>
      <p:sp>
        <p:nvSpPr>
          <p:cNvPr id="606" name="Google Shape;606;p57"/>
          <p:cNvSpPr txBox="1">
            <a:spLocks noGrp="1"/>
          </p:cNvSpPr>
          <p:nvPr>
            <p:ph type="title" idx="4294967295"/>
          </p:nvPr>
        </p:nvSpPr>
        <p:spPr>
          <a:xfrm>
            <a:off x="4825025" y="1325387"/>
            <a:ext cx="901200" cy="76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t>01</a:t>
            </a:r>
            <a:endParaRPr sz="4500" b="1"/>
          </a:p>
        </p:txBody>
      </p:sp>
      <p:cxnSp>
        <p:nvCxnSpPr>
          <p:cNvPr id="607" name="Google Shape;607;p57"/>
          <p:cNvCxnSpPr/>
          <p:nvPr/>
        </p:nvCxnSpPr>
        <p:spPr>
          <a:xfrm>
            <a:off x="4956400" y="2190537"/>
            <a:ext cx="624900" cy="0"/>
          </a:xfrm>
          <a:prstGeom prst="straightConnector1">
            <a:avLst/>
          </a:prstGeom>
          <a:noFill/>
          <a:ln w="19050" cap="flat" cmpd="sng">
            <a:solidFill>
              <a:schemeClr val="dk1"/>
            </a:solidFill>
            <a:prstDash val="solid"/>
            <a:round/>
            <a:headEnd type="none" w="med" len="med"/>
            <a:tailEnd type="none" w="med" len="med"/>
          </a:ln>
        </p:spPr>
      </p:cxnSp>
      <p:sp>
        <p:nvSpPr>
          <p:cNvPr id="608" name="Google Shape;608;p57"/>
          <p:cNvSpPr txBox="1">
            <a:spLocks noGrp="1"/>
          </p:cNvSpPr>
          <p:nvPr>
            <p:ph type="title" idx="4294967295"/>
          </p:nvPr>
        </p:nvSpPr>
        <p:spPr>
          <a:xfrm>
            <a:off x="4825025" y="2847337"/>
            <a:ext cx="901200" cy="76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t>02</a:t>
            </a:r>
            <a:endParaRPr sz="4500" b="1"/>
          </a:p>
        </p:txBody>
      </p:sp>
      <p:cxnSp>
        <p:nvCxnSpPr>
          <p:cNvPr id="609" name="Google Shape;609;p57"/>
          <p:cNvCxnSpPr/>
          <p:nvPr/>
        </p:nvCxnSpPr>
        <p:spPr>
          <a:xfrm>
            <a:off x="4956400" y="3712487"/>
            <a:ext cx="6249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5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Epidemiology study steps</a:t>
            </a:r>
            <a:endParaRPr/>
          </a:p>
        </p:txBody>
      </p:sp>
      <p:sp>
        <p:nvSpPr>
          <p:cNvPr id="615" name="Google Shape;615;p58"/>
          <p:cNvSpPr txBox="1"/>
          <p:nvPr/>
        </p:nvSpPr>
        <p:spPr>
          <a:xfrm>
            <a:off x="977513" y="2202537"/>
            <a:ext cx="16584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Identify</a:t>
            </a:r>
            <a:endParaRPr sz="2000">
              <a:solidFill>
                <a:schemeClr val="dk1"/>
              </a:solidFill>
              <a:latin typeface="Roboto Slab"/>
              <a:ea typeface="Roboto Slab"/>
              <a:cs typeface="Roboto Slab"/>
              <a:sym typeface="Roboto Slab"/>
            </a:endParaRPr>
          </a:p>
        </p:txBody>
      </p:sp>
      <p:sp>
        <p:nvSpPr>
          <p:cNvPr id="616" name="Google Shape;616;p58"/>
          <p:cNvSpPr txBox="1"/>
          <p:nvPr/>
        </p:nvSpPr>
        <p:spPr>
          <a:xfrm>
            <a:off x="977513" y="1660814"/>
            <a:ext cx="16584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Mercury is a very small planet</a:t>
            </a:r>
            <a:endParaRPr>
              <a:solidFill>
                <a:schemeClr val="dk1"/>
              </a:solidFill>
              <a:latin typeface="IBM Plex Sans"/>
              <a:ea typeface="IBM Plex Sans"/>
              <a:cs typeface="IBM Plex Sans"/>
              <a:sym typeface="IBM Plex Sans"/>
            </a:endParaRPr>
          </a:p>
        </p:txBody>
      </p:sp>
      <p:sp>
        <p:nvSpPr>
          <p:cNvPr id="617" name="Google Shape;617;p58"/>
          <p:cNvSpPr txBox="1"/>
          <p:nvPr/>
        </p:nvSpPr>
        <p:spPr>
          <a:xfrm>
            <a:off x="3742800" y="2202537"/>
            <a:ext cx="16584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Response</a:t>
            </a:r>
            <a:endParaRPr sz="2000">
              <a:solidFill>
                <a:schemeClr val="dk1"/>
              </a:solidFill>
              <a:latin typeface="Roboto Slab"/>
              <a:ea typeface="Roboto Slab"/>
              <a:cs typeface="Roboto Slab"/>
              <a:sym typeface="Roboto Slab"/>
            </a:endParaRPr>
          </a:p>
        </p:txBody>
      </p:sp>
      <p:sp>
        <p:nvSpPr>
          <p:cNvPr id="618" name="Google Shape;618;p58"/>
          <p:cNvSpPr txBox="1"/>
          <p:nvPr/>
        </p:nvSpPr>
        <p:spPr>
          <a:xfrm>
            <a:off x="3742800" y="1660814"/>
            <a:ext cx="16584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Mars is full of iron oxide dust</a:t>
            </a:r>
            <a:endParaRPr>
              <a:solidFill>
                <a:schemeClr val="dk1"/>
              </a:solidFill>
              <a:latin typeface="IBM Plex Sans"/>
              <a:ea typeface="IBM Plex Sans"/>
              <a:cs typeface="IBM Plex Sans"/>
              <a:sym typeface="IBM Plex Sans"/>
            </a:endParaRPr>
          </a:p>
        </p:txBody>
      </p:sp>
      <p:sp>
        <p:nvSpPr>
          <p:cNvPr id="619" name="Google Shape;619;p58"/>
          <p:cNvSpPr txBox="1"/>
          <p:nvPr/>
        </p:nvSpPr>
        <p:spPr>
          <a:xfrm>
            <a:off x="6508063" y="2202537"/>
            <a:ext cx="16584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Monitor</a:t>
            </a:r>
            <a:endParaRPr sz="2000">
              <a:solidFill>
                <a:schemeClr val="dk1"/>
              </a:solidFill>
              <a:latin typeface="Roboto Slab"/>
              <a:ea typeface="Roboto Slab"/>
              <a:cs typeface="Roboto Slab"/>
              <a:sym typeface="Roboto Slab"/>
            </a:endParaRPr>
          </a:p>
        </p:txBody>
      </p:sp>
      <p:sp>
        <p:nvSpPr>
          <p:cNvPr id="620" name="Google Shape;620;p58"/>
          <p:cNvSpPr txBox="1"/>
          <p:nvPr/>
        </p:nvSpPr>
        <p:spPr>
          <a:xfrm>
            <a:off x="6508063" y="1660814"/>
            <a:ext cx="16584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Neptune is far away from us</a:t>
            </a:r>
            <a:endParaRPr>
              <a:solidFill>
                <a:schemeClr val="dk1"/>
              </a:solidFill>
              <a:latin typeface="IBM Plex Sans"/>
              <a:ea typeface="IBM Plex Sans"/>
              <a:cs typeface="IBM Plex Sans"/>
              <a:sym typeface="IBM Plex Sans"/>
            </a:endParaRPr>
          </a:p>
        </p:txBody>
      </p:sp>
      <p:sp>
        <p:nvSpPr>
          <p:cNvPr id="621" name="Google Shape;621;p58"/>
          <p:cNvSpPr txBox="1"/>
          <p:nvPr/>
        </p:nvSpPr>
        <p:spPr>
          <a:xfrm>
            <a:off x="2342538" y="3327937"/>
            <a:ext cx="16584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Caracterize</a:t>
            </a:r>
            <a:endParaRPr sz="2000">
              <a:solidFill>
                <a:schemeClr val="dk1"/>
              </a:solidFill>
              <a:latin typeface="Roboto Slab"/>
              <a:ea typeface="Roboto Slab"/>
              <a:cs typeface="Roboto Slab"/>
              <a:sym typeface="Roboto Slab"/>
            </a:endParaRPr>
          </a:p>
        </p:txBody>
      </p:sp>
      <p:sp>
        <p:nvSpPr>
          <p:cNvPr id="622" name="Google Shape;622;p58"/>
          <p:cNvSpPr txBox="1"/>
          <p:nvPr/>
        </p:nvSpPr>
        <p:spPr>
          <a:xfrm>
            <a:off x="2342538" y="3722114"/>
            <a:ext cx="16584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Earth is the planet with life</a:t>
            </a:r>
            <a:endParaRPr>
              <a:solidFill>
                <a:schemeClr val="dk1"/>
              </a:solidFill>
              <a:latin typeface="IBM Plex Sans"/>
              <a:ea typeface="IBM Plex Sans"/>
              <a:cs typeface="IBM Plex Sans"/>
              <a:sym typeface="IBM Plex Sans"/>
            </a:endParaRPr>
          </a:p>
        </p:txBody>
      </p:sp>
      <p:sp>
        <p:nvSpPr>
          <p:cNvPr id="623" name="Google Shape;623;p58"/>
          <p:cNvSpPr txBox="1"/>
          <p:nvPr/>
        </p:nvSpPr>
        <p:spPr>
          <a:xfrm>
            <a:off x="5143038" y="3327937"/>
            <a:ext cx="16584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Develop</a:t>
            </a:r>
            <a:endParaRPr sz="2000">
              <a:solidFill>
                <a:schemeClr val="dk1"/>
              </a:solidFill>
              <a:latin typeface="Roboto Slab"/>
              <a:ea typeface="Roboto Slab"/>
              <a:cs typeface="Roboto Slab"/>
              <a:sym typeface="Roboto Slab"/>
            </a:endParaRPr>
          </a:p>
        </p:txBody>
      </p:sp>
      <p:sp>
        <p:nvSpPr>
          <p:cNvPr id="624" name="Google Shape;624;p58"/>
          <p:cNvSpPr txBox="1"/>
          <p:nvPr/>
        </p:nvSpPr>
        <p:spPr>
          <a:xfrm>
            <a:off x="5143038" y="3722114"/>
            <a:ext cx="16584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Venus is a very hot planet</a:t>
            </a:r>
            <a:endParaRPr>
              <a:solidFill>
                <a:schemeClr val="dk1"/>
              </a:solidFill>
              <a:latin typeface="IBM Plex Sans"/>
              <a:ea typeface="IBM Plex Sans"/>
              <a:cs typeface="IBM Plex Sans"/>
              <a:sym typeface="IBM Plex Sans"/>
            </a:endParaRPr>
          </a:p>
        </p:txBody>
      </p:sp>
      <p:cxnSp>
        <p:nvCxnSpPr>
          <p:cNvPr id="625" name="Google Shape;625;p58"/>
          <p:cNvCxnSpPr/>
          <p:nvPr/>
        </p:nvCxnSpPr>
        <p:spPr>
          <a:xfrm>
            <a:off x="1491556" y="3567987"/>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626" name="Google Shape;626;p58"/>
          <p:cNvCxnSpPr/>
          <p:nvPr/>
        </p:nvCxnSpPr>
        <p:spPr>
          <a:xfrm>
            <a:off x="2859288" y="2958387"/>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627" name="Google Shape;627;p58"/>
          <p:cNvCxnSpPr/>
          <p:nvPr/>
        </p:nvCxnSpPr>
        <p:spPr>
          <a:xfrm>
            <a:off x="5659806" y="2958387"/>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628" name="Google Shape;628;p58"/>
          <p:cNvCxnSpPr/>
          <p:nvPr/>
        </p:nvCxnSpPr>
        <p:spPr>
          <a:xfrm>
            <a:off x="4259550" y="3567987"/>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629" name="Google Shape;629;p58"/>
          <p:cNvCxnSpPr/>
          <p:nvPr/>
        </p:nvCxnSpPr>
        <p:spPr>
          <a:xfrm>
            <a:off x="7024819" y="3567987"/>
            <a:ext cx="624900" cy="0"/>
          </a:xfrm>
          <a:prstGeom prst="straightConnector1">
            <a:avLst/>
          </a:prstGeom>
          <a:noFill/>
          <a:ln w="19050" cap="flat" cmpd="sng">
            <a:solidFill>
              <a:schemeClr val="dk1"/>
            </a:solidFill>
            <a:prstDash val="solid"/>
            <a:round/>
            <a:headEnd type="none" w="med" len="med"/>
            <a:tailEnd type="none" w="med" len="med"/>
          </a:ln>
        </p:spPr>
      </p:cxnSp>
      <p:sp>
        <p:nvSpPr>
          <p:cNvPr id="630" name="Google Shape;630;p58"/>
          <p:cNvSpPr txBox="1">
            <a:spLocks noGrp="1"/>
          </p:cNvSpPr>
          <p:nvPr>
            <p:ph type="title" idx="4294967295"/>
          </p:nvPr>
        </p:nvSpPr>
        <p:spPr>
          <a:xfrm>
            <a:off x="2721138" y="2341272"/>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02</a:t>
            </a:r>
            <a:endParaRPr sz="3000" b="1"/>
          </a:p>
        </p:txBody>
      </p:sp>
      <p:sp>
        <p:nvSpPr>
          <p:cNvPr id="631" name="Google Shape;631;p58"/>
          <p:cNvSpPr txBox="1">
            <a:spLocks noGrp="1"/>
          </p:cNvSpPr>
          <p:nvPr>
            <p:ph type="title" idx="4294967295"/>
          </p:nvPr>
        </p:nvSpPr>
        <p:spPr>
          <a:xfrm>
            <a:off x="4121400" y="2958372"/>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03</a:t>
            </a:r>
            <a:endParaRPr sz="3000" b="1"/>
          </a:p>
        </p:txBody>
      </p:sp>
      <p:sp>
        <p:nvSpPr>
          <p:cNvPr id="632" name="Google Shape;632;p58"/>
          <p:cNvSpPr txBox="1">
            <a:spLocks noGrp="1"/>
          </p:cNvSpPr>
          <p:nvPr>
            <p:ph type="title" idx="4294967295"/>
          </p:nvPr>
        </p:nvSpPr>
        <p:spPr>
          <a:xfrm>
            <a:off x="5521650" y="2341272"/>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04</a:t>
            </a:r>
            <a:endParaRPr sz="3000" b="1"/>
          </a:p>
        </p:txBody>
      </p:sp>
      <p:sp>
        <p:nvSpPr>
          <p:cNvPr id="633" name="Google Shape;633;p58"/>
          <p:cNvSpPr txBox="1">
            <a:spLocks noGrp="1"/>
          </p:cNvSpPr>
          <p:nvPr>
            <p:ph type="title" idx="4294967295"/>
          </p:nvPr>
        </p:nvSpPr>
        <p:spPr>
          <a:xfrm>
            <a:off x="6886675" y="2958372"/>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05</a:t>
            </a:r>
            <a:endParaRPr sz="3000" b="1"/>
          </a:p>
        </p:txBody>
      </p:sp>
      <p:sp>
        <p:nvSpPr>
          <p:cNvPr id="634" name="Google Shape;634;p58"/>
          <p:cNvSpPr txBox="1">
            <a:spLocks noGrp="1"/>
          </p:cNvSpPr>
          <p:nvPr>
            <p:ph type="title" idx="4294967295"/>
          </p:nvPr>
        </p:nvSpPr>
        <p:spPr>
          <a:xfrm>
            <a:off x="1356125" y="2958372"/>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01</a:t>
            </a:r>
            <a:endParaRPr sz="3000" b="1"/>
          </a:p>
        </p:txBody>
      </p:sp>
      <p:cxnSp>
        <p:nvCxnSpPr>
          <p:cNvPr id="635" name="Google Shape;635;p58"/>
          <p:cNvCxnSpPr/>
          <p:nvPr/>
        </p:nvCxnSpPr>
        <p:spPr>
          <a:xfrm rot="10800000" flipH="1">
            <a:off x="2126375" y="2955550"/>
            <a:ext cx="723000" cy="625200"/>
          </a:xfrm>
          <a:prstGeom prst="straightConnector1">
            <a:avLst/>
          </a:prstGeom>
          <a:noFill/>
          <a:ln w="9525" cap="flat" cmpd="sng">
            <a:solidFill>
              <a:schemeClr val="dk2"/>
            </a:solidFill>
            <a:prstDash val="dash"/>
            <a:round/>
            <a:headEnd type="none" w="med" len="med"/>
            <a:tailEnd type="none" w="med" len="med"/>
          </a:ln>
        </p:spPr>
      </p:cxnSp>
      <p:cxnSp>
        <p:nvCxnSpPr>
          <p:cNvPr id="636" name="Google Shape;636;p58"/>
          <p:cNvCxnSpPr/>
          <p:nvPr/>
        </p:nvCxnSpPr>
        <p:spPr>
          <a:xfrm rot="10800000" flipH="1">
            <a:off x="4910625" y="2955550"/>
            <a:ext cx="723000" cy="625200"/>
          </a:xfrm>
          <a:prstGeom prst="straightConnector1">
            <a:avLst/>
          </a:prstGeom>
          <a:noFill/>
          <a:ln w="9525" cap="flat" cmpd="sng">
            <a:solidFill>
              <a:schemeClr val="dk2"/>
            </a:solidFill>
            <a:prstDash val="dash"/>
            <a:round/>
            <a:headEnd type="none" w="med" len="med"/>
            <a:tailEnd type="none" w="med" len="med"/>
          </a:ln>
        </p:spPr>
      </p:cxnSp>
      <p:cxnSp>
        <p:nvCxnSpPr>
          <p:cNvPr id="637" name="Google Shape;637;p58"/>
          <p:cNvCxnSpPr/>
          <p:nvPr/>
        </p:nvCxnSpPr>
        <p:spPr>
          <a:xfrm rot="10800000">
            <a:off x="3510363" y="2955550"/>
            <a:ext cx="723000" cy="625200"/>
          </a:xfrm>
          <a:prstGeom prst="straightConnector1">
            <a:avLst/>
          </a:prstGeom>
          <a:noFill/>
          <a:ln w="9525" cap="flat" cmpd="sng">
            <a:solidFill>
              <a:schemeClr val="dk2"/>
            </a:solidFill>
            <a:prstDash val="dash"/>
            <a:round/>
            <a:headEnd type="none" w="med" len="med"/>
            <a:tailEnd type="none" w="med" len="med"/>
          </a:ln>
        </p:spPr>
      </p:cxnSp>
      <p:cxnSp>
        <p:nvCxnSpPr>
          <p:cNvPr id="638" name="Google Shape;638;p58"/>
          <p:cNvCxnSpPr/>
          <p:nvPr/>
        </p:nvCxnSpPr>
        <p:spPr>
          <a:xfrm rot="10800000">
            <a:off x="6293250" y="2955550"/>
            <a:ext cx="723000" cy="625200"/>
          </a:xfrm>
          <a:prstGeom prst="straightConnector1">
            <a:avLst/>
          </a:prstGeom>
          <a:noFill/>
          <a:ln w="9525" cap="flat" cmpd="sng">
            <a:solidFill>
              <a:schemeClr val="dk2"/>
            </a:solidFill>
            <a:prstDash val="dash"/>
            <a:round/>
            <a:headEnd type="none" w="med" len="med"/>
            <a:tailEnd type="non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5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Conclusions</a:t>
            </a:r>
            <a:endParaRPr/>
          </a:p>
        </p:txBody>
      </p:sp>
      <p:sp>
        <p:nvSpPr>
          <p:cNvPr id="644" name="Google Shape;644;p59"/>
          <p:cNvSpPr txBox="1">
            <a:spLocks noGrp="1"/>
          </p:cNvSpPr>
          <p:nvPr>
            <p:ph type="subTitle" idx="1"/>
          </p:nvPr>
        </p:nvSpPr>
        <p:spPr>
          <a:xfrm>
            <a:off x="1514175" y="1767600"/>
            <a:ext cx="2559300" cy="9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a:t>
            </a:r>
            <a:endParaRPr/>
          </a:p>
        </p:txBody>
      </p:sp>
      <p:sp>
        <p:nvSpPr>
          <p:cNvPr id="645" name="Google Shape;645;p59"/>
          <p:cNvSpPr txBox="1">
            <a:spLocks noGrp="1"/>
          </p:cNvSpPr>
          <p:nvPr>
            <p:ph type="subTitle" idx="2"/>
          </p:nvPr>
        </p:nvSpPr>
        <p:spPr>
          <a:xfrm>
            <a:off x="5864712" y="1767600"/>
            <a:ext cx="2559300" cy="9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very beautiful name and is the second planet from the Sun</a:t>
            </a:r>
            <a:endParaRPr/>
          </a:p>
        </p:txBody>
      </p:sp>
      <p:sp>
        <p:nvSpPr>
          <p:cNvPr id="646" name="Google Shape;646;p59"/>
          <p:cNvSpPr txBox="1">
            <a:spLocks noGrp="1"/>
          </p:cNvSpPr>
          <p:nvPr>
            <p:ph type="subTitle" idx="3"/>
          </p:nvPr>
        </p:nvSpPr>
        <p:spPr>
          <a:xfrm>
            <a:off x="1514175" y="3408262"/>
            <a:ext cx="2559300" cy="9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a:t>
            </a:r>
            <a:endParaRPr/>
          </a:p>
        </p:txBody>
      </p:sp>
      <p:sp>
        <p:nvSpPr>
          <p:cNvPr id="647" name="Google Shape;647;p59"/>
          <p:cNvSpPr txBox="1">
            <a:spLocks noGrp="1"/>
          </p:cNvSpPr>
          <p:nvPr>
            <p:ph type="subTitle" idx="4"/>
          </p:nvPr>
        </p:nvSpPr>
        <p:spPr>
          <a:xfrm>
            <a:off x="5864712" y="3408262"/>
            <a:ext cx="2559300" cy="9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fourth-largest planet by diameter in the Solar System</a:t>
            </a:r>
            <a:endParaRPr/>
          </a:p>
        </p:txBody>
      </p:sp>
      <p:sp>
        <p:nvSpPr>
          <p:cNvPr id="648" name="Google Shape;648;p59"/>
          <p:cNvSpPr txBox="1">
            <a:spLocks noGrp="1"/>
          </p:cNvSpPr>
          <p:nvPr>
            <p:ph type="subTitle" idx="5"/>
          </p:nvPr>
        </p:nvSpPr>
        <p:spPr>
          <a:xfrm>
            <a:off x="1514175" y="1462800"/>
            <a:ext cx="25593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649" name="Google Shape;649;p59"/>
          <p:cNvSpPr txBox="1">
            <a:spLocks noGrp="1"/>
          </p:cNvSpPr>
          <p:nvPr>
            <p:ph type="subTitle" idx="6"/>
          </p:nvPr>
        </p:nvSpPr>
        <p:spPr>
          <a:xfrm>
            <a:off x="5864712" y="1462800"/>
            <a:ext cx="25593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650" name="Google Shape;650;p59"/>
          <p:cNvSpPr txBox="1">
            <a:spLocks noGrp="1"/>
          </p:cNvSpPr>
          <p:nvPr>
            <p:ph type="subTitle" idx="7"/>
          </p:nvPr>
        </p:nvSpPr>
        <p:spPr>
          <a:xfrm>
            <a:off x="1514175" y="3103462"/>
            <a:ext cx="25593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651" name="Google Shape;651;p59"/>
          <p:cNvSpPr txBox="1">
            <a:spLocks noGrp="1"/>
          </p:cNvSpPr>
          <p:nvPr>
            <p:ph type="subTitle" idx="8"/>
          </p:nvPr>
        </p:nvSpPr>
        <p:spPr>
          <a:xfrm>
            <a:off x="5864712" y="3103462"/>
            <a:ext cx="25593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Neptune</a:t>
            </a:r>
            <a:endParaRPr/>
          </a:p>
        </p:txBody>
      </p:sp>
      <p:cxnSp>
        <p:nvCxnSpPr>
          <p:cNvPr id="652" name="Google Shape;652;p59"/>
          <p:cNvCxnSpPr/>
          <p:nvPr/>
        </p:nvCxnSpPr>
        <p:spPr>
          <a:xfrm>
            <a:off x="719988" y="3802998"/>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653" name="Google Shape;653;p59"/>
          <p:cNvCxnSpPr/>
          <p:nvPr/>
        </p:nvCxnSpPr>
        <p:spPr>
          <a:xfrm>
            <a:off x="5053750" y="3802998"/>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654" name="Google Shape;654;p59"/>
          <p:cNvCxnSpPr/>
          <p:nvPr/>
        </p:nvCxnSpPr>
        <p:spPr>
          <a:xfrm>
            <a:off x="719988" y="2162348"/>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655" name="Google Shape;655;p59"/>
          <p:cNvCxnSpPr/>
          <p:nvPr/>
        </p:nvCxnSpPr>
        <p:spPr>
          <a:xfrm>
            <a:off x="5053750" y="2162348"/>
            <a:ext cx="624900" cy="0"/>
          </a:xfrm>
          <a:prstGeom prst="straightConnector1">
            <a:avLst/>
          </a:prstGeom>
          <a:noFill/>
          <a:ln w="19050" cap="flat" cmpd="sng">
            <a:solidFill>
              <a:schemeClr val="dk1"/>
            </a:solidFill>
            <a:prstDash val="solid"/>
            <a:round/>
            <a:headEnd type="none" w="med" len="med"/>
            <a:tailEnd type="none" w="med" len="med"/>
          </a:ln>
        </p:spPr>
      </p:cxnSp>
      <p:grpSp>
        <p:nvGrpSpPr>
          <p:cNvPr id="656" name="Google Shape;656;p59"/>
          <p:cNvGrpSpPr/>
          <p:nvPr/>
        </p:nvGrpSpPr>
        <p:grpSpPr>
          <a:xfrm>
            <a:off x="5117875" y="3179541"/>
            <a:ext cx="496626" cy="456765"/>
            <a:chOff x="6195998" y="1983102"/>
            <a:chExt cx="368308" cy="338746"/>
          </a:xfrm>
        </p:grpSpPr>
        <p:sp>
          <p:nvSpPr>
            <p:cNvPr id="657" name="Google Shape;657;p59"/>
            <p:cNvSpPr/>
            <p:nvPr/>
          </p:nvSpPr>
          <p:spPr>
            <a:xfrm>
              <a:off x="6267289" y="2161012"/>
              <a:ext cx="67533" cy="67150"/>
            </a:xfrm>
            <a:custGeom>
              <a:avLst/>
              <a:gdLst/>
              <a:ahLst/>
              <a:cxnLst/>
              <a:rect l="l" t="t" r="r" b="b"/>
              <a:pathLst>
                <a:path w="2120" h="2108" extrusionOk="0">
                  <a:moveTo>
                    <a:pt x="1060" y="0"/>
                  </a:moveTo>
                  <a:cubicBezTo>
                    <a:pt x="953" y="0"/>
                    <a:pt x="882" y="71"/>
                    <a:pt x="882" y="179"/>
                  </a:cubicBezTo>
                  <a:lnTo>
                    <a:pt x="882" y="881"/>
                  </a:lnTo>
                  <a:lnTo>
                    <a:pt x="179" y="881"/>
                  </a:lnTo>
                  <a:cubicBezTo>
                    <a:pt x="84" y="881"/>
                    <a:pt x="0" y="953"/>
                    <a:pt x="0" y="1060"/>
                  </a:cubicBezTo>
                  <a:cubicBezTo>
                    <a:pt x="0" y="1143"/>
                    <a:pt x="84" y="1238"/>
                    <a:pt x="179" y="1238"/>
                  </a:cubicBezTo>
                  <a:lnTo>
                    <a:pt x="882" y="1238"/>
                  </a:lnTo>
                  <a:lnTo>
                    <a:pt x="882" y="1941"/>
                  </a:lnTo>
                  <a:cubicBezTo>
                    <a:pt x="882" y="2024"/>
                    <a:pt x="953" y="2107"/>
                    <a:pt x="1060" y="2107"/>
                  </a:cubicBezTo>
                  <a:cubicBezTo>
                    <a:pt x="1155" y="2107"/>
                    <a:pt x="1239" y="2036"/>
                    <a:pt x="1239" y="1941"/>
                  </a:cubicBezTo>
                  <a:lnTo>
                    <a:pt x="1239" y="1238"/>
                  </a:lnTo>
                  <a:lnTo>
                    <a:pt x="1941" y="1238"/>
                  </a:lnTo>
                  <a:cubicBezTo>
                    <a:pt x="2048" y="1238"/>
                    <a:pt x="2120" y="1167"/>
                    <a:pt x="2120" y="1060"/>
                  </a:cubicBezTo>
                  <a:cubicBezTo>
                    <a:pt x="2120" y="953"/>
                    <a:pt x="2036" y="881"/>
                    <a:pt x="1941" y="881"/>
                  </a:cubicBezTo>
                  <a:lnTo>
                    <a:pt x="1239" y="881"/>
                  </a:lnTo>
                  <a:lnTo>
                    <a:pt x="1239" y="179"/>
                  </a:lnTo>
                  <a:cubicBezTo>
                    <a:pt x="1239" y="95"/>
                    <a:pt x="1167" y="0"/>
                    <a:pt x="10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59"/>
            <p:cNvSpPr/>
            <p:nvPr/>
          </p:nvSpPr>
          <p:spPr>
            <a:xfrm>
              <a:off x="6235052" y="2128393"/>
              <a:ext cx="132007" cy="131625"/>
            </a:xfrm>
            <a:custGeom>
              <a:avLst/>
              <a:gdLst/>
              <a:ahLst/>
              <a:cxnLst/>
              <a:rect l="l" t="t" r="r" b="b"/>
              <a:pathLst>
                <a:path w="4144" h="4132" extrusionOk="0">
                  <a:moveTo>
                    <a:pt x="2072" y="357"/>
                  </a:moveTo>
                  <a:cubicBezTo>
                    <a:pt x="3013" y="357"/>
                    <a:pt x="3799" y="1131"/>
                    <a:pt x="3799" y="2084"/>
                  </a:cubicBezTo>
                  <a:cubicBezTo>
                    <a:pt x="3799" y="3024"/>
                    <a:pt x="3025" y="3798"/>
                    <a:pt x="2072" y="3798"/>
                  </a:cubicBezTo>
                  <a:cubicBezTo>
                    <a:pt x="1120" y="3798"/>
                    <a:pt x="370" y="3024"/>
                    <a:pt x="370" y="2084"/>
                  </a:cubicBezTo>
                  <a:cubicBezTo>
                    <a:pt x="370" y="1131"/>
                    <a:pt x="1143" y="357"/>
                    <a:pt x="2072" y="357"/>
                  </a:cubicBezTo>
                  <a:close/>
                  <a:moveTo>
                    <a:pt x="2072" y="0"/>
                  </a:moveTo>
                  <a:cubicBezTo>
                    <a:pt x="929" y="0"/>
                    <a:pt x="0" y="917"/>
                    <a:pt x="0" y="2072"/>
                  </a:cubicBezTo>
                  <a:cubicBezTo>
                    <a:pt x="0" y="3215"/>
                    <a:pt x="929" y="4132"/>
                    <a:pt x="2072" y="4132"/>
                  </a:cubicBezTo>
                  <a:cubicBezTo>
                    <a:pt x="3227" y="4132"/>
                    <a:pt x="4144" y="3215"/>
                    <a:pt x="4144" y="2072"/>
                  </a:cubicBezTo>
                  <a:cubicBezTo>
                    <a:pt x="4144" y="917"/>
                    <a:pt x="3227" y="0"/>
                    <a:pt x="20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59"/>
            <p:cNvSpPr/>
            <p:nvPr/>
          </p:nvSpPr>
          <p:spPr>
            <a:xfrm>
              <a:off x="6195998" y="1983102"/>
              <a:ext cx="368308" cy="338746"/>
            </a:xfrm>
            <a:custGeom>
              <a:avLst/>
              <a:gdLst/>
              <a:ahLst/>
              <a:cxnLst/>
              <a:rect l="l" t="t" r="r" b="b"/>
              <a:pathLst>
                <a:path w="11562" h="10634" extrusionOk="0">
                  <a:moveTo>
                    <a:pt x="3143" y="382"/>
                  </a:moveTo>
                  <a:lnTo>
                    <a:pt x="3143" y="1989"/>
                  </a:lnTo>
                  <a:lnTo>
                    <a:pt x="2227" y="1989"/>
                  </a:lnTo>
                  <a:lnTo>
                    <a:pt x="2227" y="382"/>
                  </a:lnTo>
                  <a:close/>
                  <a:moveTo>
                    <a:pt x="4382" y="382"/>
                  </a:moveTo>
                  <a:lnTo>
                    <a:pt x="4382" y="1989"/>
                  </a:lnTo>
                  <a:lnTo>
                    <a:pt x="3477" y="1989"/>
                  </a:lnTo>
                  <a:lnTo>
                    <a:pt x="3477" y="382"/>
                  </a:lnTo>
                  <a:close/>
                  <a:moveTo>
                    <a:pt x="5584" y="382"/>
                  </a:moveTo>
                  <a:lnTo>
                    <a:pt x="5584" y="1989"/>
                  </a:lnTo>
                  <a:lnTo>
                    <a:pt x="4727" y="1989"/>
                  </a:lnTo>
                  <a:lnTo>
                    <a:pt x="4727" y="382"/>
                  </a:lnTo>
                  <a:close/>
                  <a:moveTo>
                    <a:pt x="4846" y="2323"/>
                  </a:moveTo>
                  <a:lnTo>
                    <a:pt x="4846" y="2656"/>
                  </a:lnTo>
                  <a:lnTo>
                    <a:pt x="1750" y="2656"/>
                  </a:lnTo>
                  <a:lnTo>
                    <a:pt x="1750" y="2323"/>
                  </a:lnTo>
                  <a:close/>
                  <a:moveTo>
                    <a:pt x="7918" y="6073"/>
                  </a:moveTo>
                  <a:cubicBezTo>
                    <a:pt x="8442" y="6073"/>
                    <a:pt x="8894" y="6276"/>
                    <a:pt x="9251" y="6585"/>
                  </a:cubicBezTo>
                  <a:lnTo>
                    <a:pt x="6322" y="9514"/>
                  </a:lnTo>
                  <a:cubicBezTo>
                    <a:pt x="5144" y="8121"/>
                    <a:pt x="6203" y="6073"/>
                    <a:pt x="7918" y="6073"/>
                  </a:cubicBezTo>
                  <a:close/>
                  <a:moveTo>
                    <a:pt x="11204" y="6585"/>
                  </a:moveTo>
                  <a:lnTo>
                    <a:pt x="11204" y="7990"/>
                  </a:lnTo>
                  <a:cubicBezTo>
                    <a:pt x="11204" y="8776"/>
                    <a:pt x="10656" y="9431"/>
                    <a:pt x="9906" y="9562"/>
                  </a:cubicBezTo>
                  <a:cubicBezTo>
                    <a:pt x="10168" y="9193"/>
                    <a:pt x="10347" y="8669"/>
                    <a:pt x="10347" y="8181"/>
                  </a:cubicBezTo>
                  <a:cubicBezTo>
                    <a:pt x="10347" y="7764"/>
                    <a:pt x="10251" y="7550"/>
                    <a:pt x="10251" y="7538"/>
                  </a:cubicBezTo>
                  <a:cubicBezTo>
                    <a:pt x="10168" y="7192"/>
                    <a:pt x="10144" y="7228"/>
                    <a:pt x="10073" y="7073"/>
                  </a:cubicBezTo>
                  <a:cubicBezTo>
                    <a:pt x="9966" y="6883"/>
                    <a:pt x="9954" y="6823"/>
                    <a:pt x="9751" y="6585"/>
                  </a:cubicBezTo>
                  <a:close/>
                  <a:moveTo>
                    <a:pt x="9513" y="6823"/>
                  </a:moveTo>
                  <a:lnTo>
                    <a:pt x="9513" y="6823"/>
                  </a:lnTo>
                  <a:cubicBezTo>
                    <a:pt x="10704" y="8216"/>
                    <a:pt x="9632" y="10240"/>
                    <a:pt x="7918" y="10240"/>
                  </a:cubicBezTo>
                  <a:cubicBezTo>
                    <a:pt x="7890" y="10242"/>
                    <a:pt x="7862" y="10242"/>
                    <a:pt x="7834" y="10242"/>
                  </a:cubicBezTo>
                  <a:cubicBezTo>
                    <a:pt x="7345" y="10242"/>
                    <a:pt x="6910" y="10045"/>
                    <a:pt x="6572" y="9752"/>
                  </a:cubicBezTo>
                  <a:lnTo>
                    <a:pt x="9513" y="6823"/>
                  </a:lnTo>
                  <a:close/>
                  <a:moveTo>
                    <a:pt x="881" y="1"/>
                  </a:moveTo>
                  <a:cubicBezTo>
                    <a:pt x="786" y="1"/>
                    <a:pt x="703" y="84"/>
                    <a:pt x="703" y="180"/>
                  </a:cubicBezTo>
                  <a:lnTo>
                    <a:pt x="703" y="525"/>
                  </a:lnTo>
                  <a:cubicBezTo>
                    <a:pt x="703" y="620"/>
                    <a:pt x="774" y="703"/>
                    <a:pt x="881" y="703"/>
                  </a:cubicBezTo>
                  <a:cubicBezTo>
                    <a:pt x="976" y="703"/>
                    <a:pt x="1060" y="632"/>
                    <a:pt x="1060" y="525"/>
                  </a:cubicBezTo>
                  <a:lnTo>
                    <a:pt x="1060" y="358"/>
                  </a:lnTo>
                  <a:lnTo>
                    <a:pt x="1905" y="358"/>
                  </a:lnTo>
                  <a:lnTo>
                    <a:pt x="1905" y="1966"/>
                  </a:lnTo>
                  <a:lnTo>
                    <a:pt x="1060" y="1966"/>
                  </a:lnTo>
                  <a:lnTo>
                    <a:pt x="1060" y="1418"/>
                  </a:lnTo>
                  <a:cubicBezTo>
                    <a:pt x="1060" y="1323"/>
                    <a:pt x="976" y="1239"/>
                    <a:pt x="881" y="1239"/>
                  </a:cubicBezTo>
                  <a:cubicBezTo>
                    <a:pt x="786" y="1239"/>
                    <a:pt x="703" y="1311"/>
                    <a:pt x="703" y="1418"/>
                  </a:cubicBezTo>
                  <a:lnTo>
                    <a:pt x="703" y="2144"/>
                  </a:lnTo>
                  <a:cubicBezTo>
                    <a:pt x="703" y="2239"/>
                    <a:pt x="774" y="2323"/>
                    <a:pt x="881" y="2323"/>
                  </a:cubicBezTo>
                  <a:lnTo>
                    <a:pt x="1429" y="2323"/>
                  </a:lnTo>
                  <a:lnTo>
                    <a:pt x="1429" y="2656"/>
                  </a:lnTo>
                  <a:lnTo>
                    <a:pt x="905" y="2656"/>
                  </a:lnTo>
                  <a:cubicBezTo>
                    <a:pt x="405" y="2656"/>
                    <a:pt x="0" y="3049"/>
                    <a:pt x="0" y="3561"/>
                  </a:cubicBezTo>
                  <a:lnTo>
                    <a:pt x="0" y="9693"/>
                  </a:lnTo>
                  <a:cubicBezTo>
                    <a:pt x="0" y="10193"/>
                    <a:pt x="405" y="10598"/>
                    <a:pt x="905" y="10598"/>
                  </a:cubicBezTo>
                  <a:lnTo>
                    <a:pt x="3774" y="10598"/>
                  </a:lnTo>
                  <a:cubicBezTo>
                    <a:pt x="3882" y="10598"/>
                    <a:pt x="3953" y="10526"/>
                    <a:pt x="3953" y="10419"/>
                  </a:cubicBezTo>
                  <a:cubicBezTo>
                    <a:pt x="3953" y="10336"/>
                    <a:pt x="3882" y="10240"/>
                    <a:pt x="3774" y="10240"/>
                  </a:cubicBezTo>
                  <a:lnTo>
                    <a:pt x="905" y="10240"/>
                  </a:lnTo>
                  <a:cubicBezTo>
                    <a:pt x="595" y="10240"/>
                    <a:pt x="357" y="9990"/>
                    <a:pt x="357" y="9693"/>
                  </a:cubicBezTo>
                  <a:lnTo>
                    <a:pt x="357" y="3561"/>
                  </a:lnTo>
                  <a:cubicBezTo>
                    <a:pt x="357" y="3251"/>
                    <a:pt x="607" y="3013"/>
                    <a:pt x="905" y="3013"/>
                  </a:cubicBezTo>
                  <a:lnTo>
                    <a:pt x="5739" y="3013"/>
                  </a:lnTo>
                  <a:cubicBezTo>
                    <a:pt x="6060" y="3013"/>
                    <a:pt x="6298" y="3263"/>
                    <a:pt x="6298" y="3561"/>
                  </a:cubicBezTo>
                  <a:lnTo>
                    <a:pt x="6298" y="6359"/>
                  </a:lnTo>
                  <a:lnTo>
                    <a:pt x="6251" y="6407"/>
                  </a:lnTo>
                  <a:cubicBezTo>
                    <a:pt x="6191" y="6466"/>
                    <a:pt x="6132" y="6538"/>
                    <a:pt x="6072" y="6609"/>
                  </a:cubicBezTo>
                  <a:cubicBezTo>
                    <a:pt x="5917" y="6788"/>
                    <a:pt x="5941" y="6752"/>
                    <a:pt x="5787" y="7026"/>
                  </a:cubicBezTo>
                  <a:cubicBezTo>
                    <a:pt x="5715" y="7180"/>
                    <a:pt x="5679" y="7169"/>
                    <a:pt x="5584" y="7538"/>
                  </a:cubicBezTo>
                  <a:cubicBezTo>
                    <a:pt x="5584" y="7550"/>
                    <a:pt x="5477" y="7776"/>
                    <a:pt x="5477" y="8181"/>
                  </a:cubicBezTo>
                  <a:cubicBezTo>
                    <a:pt x="5477" y="8502"/>
                    <a:pt x="5536" y="8835"/>
                    <a:pt x="5667" y="9133"/>
                  </a:cubicBezTo>
                  <a:cubicBezTo>
                    <a:pt x="5703" y="9181"/>
                    <a:pt x="5727" y="9228"/>
                    <a:pt x="5763" y="9288"/>
                  </a:cubicBezTo>
                  <a:cubicBezTo>
                    <a:pt x="5917" y="9621"/>
                    <a:pt x="5906" y="9562"/>
                    <a:pt x="6037" y="9728"/>
                  </a:cubicBezTo>
                  <a:cubicBezTo>
                    <a:pt x="6096" y="9776"/>
                    <a:pt x="6144" y="9859"/>
                    <a:pt x="6203" y="9919"/>
                  </a:cubicBezTo>
                  <a:lnTo>
                    <a:pt x="6239" y="9943"/>
                  </a:lnTo>
                  <a:cubicBezTo>
                    <a:pt x="6144" y="10145"/>
                    <a:pt x="5953" y="10276"/>
                    <a:pt x="5727" y="10276"/>
                  </a:cubicBezTo>
                  <a:lnTo>
                    <a:pt x="4548" y="10276"/>
                  </a:lnTo>
                  <a:cubicBezTo>
                    <a:pt x="4465" y="10276"/>
                    <a:pt x="4370" y="10347"/>
                    <a:pt x="4370" y="10455"/>
                  </a:cubicBezTo>
                  <a:cubicBezTo>
                    <a:pt x="4370" y="10538"/>
                    <a:pt x="4453" y="10633"/>
                    <a:pt x="4548" y="10633"/>
                  </a:cubicBezTo>
                  <a:lnTo>
                    <a:pt x="5727" y="10633"/>
                  </a:lnTo>
                  <a:cubicBezTo>
                    <a:pt x="6060" y="10633"/>
                    <a:pt x="6358" y="10455"/>
                    <a:pt x="6501" y="10169"/>
                  </a:cubicBezTo>
                  <a:cubicBezTo>
                    <a:pt x="6931" y="10472"/>
                    <a:pt x="7425" y="10620"/>
                    <a:pt x="7915" y="10620"/>
                  </a:cubicBezTo>
                  <a:cubicBezTo>
                    <a:pt x="8523" y="10620"/>
                    <a:pt x="9123" y="10391"/>
                    <a:pt x="9585" y="9943"/>
                  </a:cubicBezTo>
                  <a:cubicBezTo>
                    <a:pt x="9606" y="9943"/>
                    <a:pt x="9627" y="9944"/>
                    <a:pt x="9648" y="9944"/>
                  </a:cubicBezTo>
                  <a:cubicBezTo>
                    <a:pt x="10702" y="9944"/>
                    <a:pt x="11549" y="9076"/>
                    <a:pt x="11549" y="8026"/>
                  </a:cubicBezTo>
                  <a:lnTo>
                    <a:pt x="11549" y="4847"/>
                  </a:lnTo>
                  <a:cubicBezTo>
                    <a:pt x="11561" y="3966"/>
                    <a:pt x="10978" y="3192"/>
                    <a:pt x="10144" y="2966"/>
                  </a:cubicBezTo>
                  <a:cubicBezTo>
                    <a:pt x="10132" y="2962"/>
                    <a:pt x="10118" y="2960"/>
                    <a:pt x="10105" y="2960"/>
                  </a:cubicBezTo>
                  <a:cubicBezTo>
                    <a:pt x="10031" y="2960"/>
                    <a:pt x="9952" y="3014"/>
                    <a:pt x="9942" y="3085"/>
                  </a:cubicBezTo>
                  <a:cubicBezTo>
                    <a:pt x="9906" y="3180"/>
                    <a:pt x="9966" y="3275"/>
                    <a:pt x="10061" y="3299"/>
                  </a:cubicBezTo>
                  <a:cubicBezTo>
                    <a:pt x="10740" y="3490"/>
                    <a:pt x="11204" y="4109"/>
                    <a:pt x="11204" y="4811"/>
                  </a:cubicBezTo>
                  <a:lnTo>
                    <a:pt x="11204" y="6228"/>
                  </a:lnTo>
                  <a:lnTo>
                    <a:pt x="9394" y="6228"/>
                  </a:lnTo>
                  <a:cubicBezTo>
                    <a:pt x="9251" y="6121"/>
                    <a:pt x="9275" y="6133"/>
                    <a:pt x="9120" y="6061"/>
                  </a:cubicBezTo>
                  <a:cubicBezTo>
                    <a:pt x="8882" y="5930"/>
                    <a:pt x="8894" y="5942"/>
                    <a:pt x="8704" y="5871"/>
                  </a:cubicBezTo>
                  <a:cubicBezTo>
                    <a:pt x="8465" y="5776"/>
                    <a:pt x="8454" y="5776"/>
                    <a:pt x="8239" y="5752"/>
                  </a:cubicBezTo>
                  <a:cubicBezTo>
                    <a:pt x="8180" y="5728"/>
                    <a:pt x="8120" y="5716"/>
                    <a:pt x="8061" y="5716"/>
                  </a:cubicBezTo>
                  <a:lnTo>
                    <a:pt x="8061" y="4799"/>
                  </a:lnTo>
                  <a:cubicBezTo>
                    <a:pt x="8061" y="4037"/>
                    <a:pt x="8620" y="3382"/>
                    <a:pt x="9358" y="3251"/>
                  </a:cubicBezTo>
                  <a:cubicBezTo>
                    <a:pt x="9454" y="3228"/>
                    <a:pt x="9525" y="3144"/>
                    <a:pt x="9513" y="3037"/>
                  </a:cubicBezTo>
                  <a:cubicBezTo>
                    <a:pt x="9491" y="2960"/>
                    <a:pt x="9418" y="2893"/>
                    <a:pt x="9322" y="2893"/>
                  </a:cubicBezTo>
                  <a:cubicBezTo>
                    <a:pt x="9315" y="2893"/>
                    <a:pt x="9307" y="2893"/>
                    <a:pt x="9299" y="2894"/>
                  </a:cubicBezTo>
                  <a:cubicBezTo>
                    <a:pt x="8382" y="3061"/>
                    <a:pt x="7727" y="3847"/>
                    <a:pt x="7727" y="4787"/>
                  </a:cubicBezTo>
                  <a:lnTo>
                    <a:pt x="7727" y="5716"/>
                  </a:lnTo>
                  <a:cubicBezTo>
                    <a:pt x="7322" y="5752"/>
                    <a:pt x="6965" y="5871"/>
                    <a:pt x="6632" y="6073"/>
                  </a:cubicBezTo>
                  <a:lnTo>
                    <a:pt x="6632" y="3549"/>
                  </a:lnTo>
                  <a:cubicBezTo>
                    <a:pt x="6632" y="3037"/>
                    <a:pt x="6239" y="2632"/>
                    <a:pt x="5727" y="2632"/>
                  </a:cubicBezTo>
                  <a:lnTo>
                    <a:pt x="5203" y="2632"/>
                  </a:lnTo>
                  <a:lnTo>
                    <a:pt x="5203" y="2311"/>
                  </a:lnTo>
                  <a:lnTo>
                    <a:pt x="5763" y="2311"/>
                  </a:lnTo>
                  <a:cubicBezTo>
                    <a:pt x="5846" y="2311"/>
                    <a:pt x="5941" y="2239"/>
                    <a:pt x="5941" y="2132"/>
                  </a:cubicBezTo>
                  <a:lnTo>
                    <a:pt x="5941" y="180"/>
                  </a:lnTo>
                  <a:cubicBezTo>
                    <a:pt x="5941" y="96"/>
                    <a:pt x="5858" y="1"/>
                    <a:pt x="5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0" name="Google Shape;660;p59"/>
          <p:cNvGrpSpPr/>
          <p:nvPr/>
        </p:nvGrpSpPr>
        <p:grpSpPr>
          <a:xfrm>
            <a:off x="834015" y="3122524"/>
            <a:ext cx="396869" cy="494814"/>
            <a:chOff x="8007400" y="2902278"/>
            <a:chExt cx="285230" cy="355597"/>
          </a:xfrm>
        </p:grpSpPr>
        <p:sp>
          <p:nvSpPr>
            <p:cNvPr id="661" name="Google Shape;661;p59"/>
            <p:cNvSpPr/>
            <p:nvPr/>
          </p:nvSpPr>
          <p:spPr>
            <a:xfrm>
              <a:off x="8134820" y="3165305"/>
              <a:ext cx="39851" cy="39851"/>
            </a:xfrm>
            <a:custGeom>
              <a:avLst/>
              <a:gdLst/>
              <a:ahLst/>
              <a:cxnLst/>
              <a:rect l="l" t="t" r="r" b="b"/>
              <a:pathLst>
                <a:path w="1251" h="1251" extrusionOk="0">
                  <a:moveTo>
                    <a:pt x="632" y="310"/>
                  </a:moveTo>
                  <a:cubicBezTo>
                    <a:pt x="799" y="310"/>
                    <a:pt x="930" y="441"/>
                    <a:pt x="930" y="608"/>
                  </a:cubicBezTo>
                  <a:cubicBezTo>
                    <a:pt x="930" y="775"/>
                    <a:pt x="799" y="906"/>
                    <a:pt x="632" y="906"/>
                  </a:cubicBezTo>
                  <a:cubicBezTo>
                    <a:pt x="465" y="906"/>
                    <a:pt x="334" y="775"/>
                    <a:pt x="334" y="608"/>
                  </a:cubicBezTo>
                  <a:cubicBezTo>
                    <a:pt x="334" y="441"/>
                    <a:pt x="465" y="310"/>
                    <a:pt x="632" y="310"/>
                  </a:cubicBezTo>
                  <a:close/>
                  <a:moveTo>
                    <a:pt x="632" y="1"/>
                  </a:moveTo>
                  <a:cubicBezTo>
                    <a:pt x="287" y="1"/>
                    <a:pt x="1" y="275"/>
                    <a:pt x="1" y="620"/>
                  </a:cubicBezTo>
                  <a:cubicBezTo>
                    <a:pt x="1" y="965"/>
                    <a:pt x="287" y="1251"/>
                    <a:pt x="632" y="1251"/>
                  </a:cubicBezTo>
                  <a:cubicBezTo>
                    <a:pt x="977" y="1251"/>
                    <a:pt x="1251" y="965"/>
                    <a:pt x="1251" y="620"/>
                  </a:cubicBezTo>
                  <a:cubicBezTo>
                    <a:pt x="1251" y="275"/>
                    <a:pt x="977" y="1"/>
                    <a:pt x="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9"/>
            <p:cNvSpPr/>
            <p:nvPr/>
          </p:nvSpPr>
          <p:spPr>
            <a:xfrm>
              <a:off x="8007400" y="2902278"/>
              <a:ext cx="285230" cy="355597"/>
            </a:xfrm>
            <a:custGeom>
              <a:avLst/>
              <a:gdLst/>
              <a:ahLst/>
              <a:cxnLst/>
              <a:rect l="l" t="t" r="r" b="b"/>
              <a:pathLst>
                <a:path w="8954" h="11163" extrusionOk="0">
                  <a:moveTo>
                    <a:pt x="6528" y="337"/>
                  </a:moveTo>
                  <a:cubicBezTo>
                    <a:pt x="6549" y="337"/>
                    <a:pt x="6573" y="346"/>
                    <a:pt x="6596" y="364"/>
                  </a:cubicBezTo>
                  <a:lnTo>
                    <a:pt x="7632" y="1412"/>
                  </a:lnTo>
                  <a:cubicBezTo>
                    <a:pt x="7668" y="1435"/>
                    <a:pt x="7668" y="1483"/>
                    <a:pt x="7632" y="1519"/>
                  </a:cubicBezTo>
                  <a:lnTo>
                    <a:pt x="7489" y="1674"/>
                  </a:lnTo>
                  <a:cubicBezTo>
                    <a:pt x="7472" y="1691"/>
                    <a:pt x="7454" y="1700"/>
                    <a:pt x="7434" y="1700"/>
                  </a:cubicBezTo>
                  <a:cubicBezTo>
                    <a:pt x="7415" y="1700"/>
                    <a:pt x="7394" y="1691"/>
                    <a:pt x="7370" y="1674"/>
                  </a:cubicBezTo>
                  <a:lnTo>
                    <a:pt x="6323" y="626"/>
                  </a:lnTo>
                  <a:cubicBezTo>
                    <a:pt x="6299" y="590"/>
                    <a:pt x="6299" y="542"/>
                    <a:pt x="6323" y="519"/>
                  </a:cubicBezTo>
                  <a:lnTo>
                    <a:pt x="6477" y="364"/>
                  </a:lnTo>
                  <a:cubicBezTo>
                    <a:pt x="6489" y="346"/>
                    <a:pt x="6507" y="337"/>
                    <a:pt x="6528" y="337"/>
                  </a:cubicBezTo>
                  <a:close/>
                  <a:moveTo>
                    <a:pt x="6299" y="1066"/>
                  </a:moveTo>
                  <a:lnTo>
                    <a:pt x="7001" y="1769"/>
                  </a:lnTo>
                  <a:lnTo>
                    <a:pt x="6346" y="2424"/>
                  </a:lnTo>
                  <a:lnTo>
                    <a:pt x="5644" y="1721"/>
                  </a:lnTo>
                  <a:lnTo>
                    <a:pt x="6299" y="1066"/>
                  </a:lnTo>
                  <a:close/>
                  <a:moveTo>
                    <a:pt x="2155" y="4698"/>
                  </a:moveTo>
                  <a:lnTo>
                    <a:pt x="2453" y="4995"/>
                  </a:lnTo>
                  <a:lnTo>
                    <a:pt x="2215" y="5198"/>
                  </a:lnTo>
                  <a:cubicBezTo>
                    <a:pt x="2203" y="5216"/>
                    <a:pt x="2182" y="5225"/>
                    <a:pt x="2160" y="5225"/>
                  </a:cubicBezTo>
                  <a:cubicBezTo>
                    <a:pt x="2137" y="5225"/>
                    <a:pt x="2114" y="5216"/>
                    <a:pt x="2096" y="5198"/>
                  </a:cubicBezTo>
                  <a:lnTo>
                    <a:pt x="1941" y="5031"/>
                  </a:lnTo>
                  <a:cubicBezTo>
                    <a:pt x="1905" y="5007"/>
                    <a:pt x="1905" y="4948"/>
                    <a:pt x="1941" y="4924"/>
                  </a:cubicBezTo>
                  <a:lnTo>
                    <a:pt x="2155" y="4698"/>
                  </a:lnTo>
                  <a:close/>
                  <a:moveTo>
                    <a:pt x="2408" y="3865"/>
                  </a:moveTo>
                  <a:cubicBezTo>
                    <a:pt x="2416" y="3865"/>
                    <a:pt x="2422" y="3869"/>
                    <a:pt x="2429" y="3876"/>
                  </a:cubicBezTo>
                  <a:lnTo>
                    <a:pt x="2572" y="4031"/>
                  </a:lnTo>
                  <a:cubicBezTo>
                    <a:pt x="4203" y="5662"/>
                    <a:pt x="4144" y="5579"/>
                    <a:pt x="4108" y="5603"/>
                  </a:cubicBezTo>
                  <a:lnTo>
                    <a:pt x="3846" y="5876"/>
                  </a:lnTo>
                  <a:cubicBezTo>
                    <a:pt x="3842" y="5879"/>
                    <a:pt x="3839" y="5883"/>
                    <a:pt x="3835" y="5883"/>
                  </a:cubicBezTo>
                  <a:cubicBezTo>
                    <a:pt x="3804" y="5883"/>
                    <a:pt x="3678" y="5722"/>
                    <a:pt x="2120" y="4174"/>
                  </a:cubicBezTo>
                  <a:cubicBezTo>
                    <a:pt x="2096" y="4162"/>
                    <a:pt x="2096" y="4138"/>
                    <a:pt x="2120" y="4138"/>
                  </a:cubicBezTo>
                  <a:cubicBezTo>
                    <a:pt x="2328" y="3930"/>
                    <a:pt x="2378" y="3865"/>
                    <a:pt x="2408" y="3865"/>
                  </a:cubicBezTo>
                  <a:close/>
                  <a:moveTo>
                    <a:pt x="3025" y="5579"/>
                  </a:moveTo>
                  <a:lnTo>
                    <a:pt x="3322" y="5876"/>
                  </a:lnTo>
                  <a:lnTo>
                    <a:pt x="3084" y="6079"/>
                  </a:lnTo>
                  <a:cubicBezTo>
                    <a:pt x="3066" y="6097"/>
                    <a:pt x="3042" y="6106"/>
                    <a:pt x="3020" y="6106"/>
                  </a:cubicBezTo>
                  <a:cubicBezTo>
                    <a:pt x="2998" y="6106"/>
                    <a:pt x="2977" y="6097"/>
                    <a:pt x="2965" y="6079"/>
                  </a:cubicBezTo>
                  <a:lnTo>
                    <a:pt x="2798" y="5912"/>
                  </a:lnTo>
                  <a:cubicBezTo>
                    <a:pt x="2774" y="5888"/>
                    <a:pt x="2774" y="5829"/>
                    <a:pt x="2798" y="5793"/>
                  </a:cubicBezTo>
                  <a:lnTo>
                    <a:pt x="3025" y="5579"/>
                  </a:lnTo>
                  <a:close/>
                  <a:moveTo>
                    <a:pt x="3025" y="6936"/>
                  </a:moveTo>
                  <a:cubicBezTo>
                    <a:pt x="3072" y="6936"/>
                    <a:pt x="3096" y="6972"/>
                    <a:pt x="3096" y="7019"/>
                  </a:cubicBezTo>
                  <a:lnTo>
                    <a:pt x="3096" y="7269"/>
                  </a:lnTo>
                  <a:cubicBezTo>
                    <a:pt x="3096" y="7317"/>
                    <a:pt x="3072" y="7341"/>
                    <a:pt x="3025" y="7341"/>
                  </a:cubicBezTo>
                  <a:lnTo>
                    <a:pt x="405" y="7341"/>
                  </a:lnTo>
                  <a:cubicBezTo>
                    <a:pt x="369" y="7341"/>
                    <a:pt x="334" y="7305"/>
                    <a:pt x="334" y="7269"/>
                  </a:cubicBezTo>
                  <a:lnTo>
                    <a:pt x="334" y="7019"/>
                  </a:lnTo>
                  <a:cubicBezTo>
                    <a:pt x="334" y="6972"/>
                    <a:pt x="358" y="6936"/>
                    <a:pt x="405" y="6936"/>
                  </a:cubicBezTo>
                  <a:close/>
                  <a:moveTo>
                    <a:pt x="1834" y="7674"/>
                  </a:moveTo>
                  <a:cubicBezTo>
                    <a:pt x="2060" y="7960"/>
                    <a:pt x="2322" y="8210"/>
                    <a:pt x="2632" y="8401"/>
                  </a:cubicBezTo>
                  <a:cubicBezTo>
                    <a:pt x="2608" y="8448"/>
                    <a:pt x="2572" y="8496"/>
                    <a:pt x="2548" y="8520"/>
                  </a:cubicBezTo>
                  <a:cubicBezTo>
                    <a:pt x="2489" y="8591"/>
                    <a:pt x="2441" y="8663"/>
                    <a:pt x="2393" y="8746"/>
                  </a:cubicBezTo>
                  <a:cubicBezTo>
                    <a:pt x="2382" y="8770"/>
                    <a:pt x="2334" y="8805"/>
                    <a:pt x="2322" y="8853"/>
                  </a:cubicBezTo>
                  <a:cubicBezTo>
                    <a:pt x="1846" y="8555"/>
                    <a:pt x="1465" y="8151"/>
                    <a:pt x="1167" y="7674"/>
                  </a:cubicBezTo>
                  <a:close/>
                  <a:moveTo>
                    <a:pt x="4632" y="7793"/>
                  </a:moveTo>
                  <a:cubicBezTo>
                    <a:pt x="5870" y="7793"/>
                    <a:pt x="6846" y="8793"/>
                    <a:pt x="6918" y="9936"/>
                  </a:cubicBezTo>
                  <a:lnTo>
                    <a:pt x="2334" y="9936"/>
                  </a:lnTo>
                  <a:cubicBezTo>
                    <a:pt x="2417" y="8770"/>
                    <a:pt x="3406" y="7793"/>
                    <a:pt x="4632" y="7793"/>
                  </a:cubicBezTo>
                  <a:close/>
                  <a:moveTo>
                    <a:pt x="6525" y="1"/>
                  </a:moveTo>
                  <a:cubicBezTo>
                    <a:pt x="6421" y="1"/>
                    <a:pt x="6317" y="42"/>
                    <a:pt x="6239" y="126"/>
                  </a:cubicBezTo>
                  <a:lnTo>
                    <a:pt x="6084" y="269"/>
                  </a:lnTo>
                  <a:cubicBezTo>
                    <a:pt x="5942" y="423"/>
                    <a:pt x="5942" y="662"/>
                    <a:pt x="6073" y="804"/>
                  </a:cubicBezTo>
                  <a:lnTo>
                    <a:pt x="5406" y="1483"/>
                  </a:lnTo>
                  <a:lnTo>
                    <a:pt x="5251" y="1328"/>
                  </a:lnTo>
                  <a:cubicBezTo>
                    <a:pt x="5221" y="1299"/>
                    <a:pt x="5180" y="1284"/>
                    <a:pt x="5136" y="1284"/>
                  </a:cubicBezTo>
                  <a:cubicBezTo>
                    <a:pt x="5093" y="1284"/>
                    <a:pt x="5049" y="1299"/>
                    <a:pt x="5013" y="1328"/>
                  </a:cubicBezTo>
                  <a:lnTo>
                    <a:pt x="3977" y="2376"/>
                  </a:lnTo>
                  <a:cubicBezTo>
                    <a:pt x="3917" y="2436"/>
                    <a:pt x="3917" y="2531"/>
                    <a:pt x="3977" y="2614"/>
                  </a:cubicBezTo>
                  <a:cubicBezTo>
                    <a:pt x="4007" y="2644"/>
                    <a:pt x="4045" y="2659"/>
                    <a:pt x="4087" y="2659"/>
                  </a:cubicBezTo>
                  <a:cubicBezTo>
                    <a:pt x="4129" y="2659"/>
                    <a:pt x="4173" y="2644"/>
                    <a:pt x="4215" y="2614"/>
                  </a:cubicBezTo>
                  <a:lnTo>
                    <a:pt x="5132" y="1685"/>
                  </a:lnTo>
                  <a:lnTo>
                    <a:pt x="6299" y="2852"/>
                  </a:lnTo>
                  <a:lnTo>
                    <a:pt x="4060" y="5079"/>
                  </a:lnTo>
                  <a:lnTo>
                    <a:pt x="2905" y="3924"/>
                  </a:lnTo>
                  <a:lnTo>
                    <a:pt x="3739" y="3090"/>
                  </a:lnTo>
                  <a:cubicBezTo>
                    <a:pt x="3798" y="3031"/>
                    <a:pt x="3798" y="2924"/>
                    <a:pt x="3739" y="2864"/>
                  </a:cubicBezTo>
                  <a:cubicBezTo>
                    <a:pt x="3709" y="2834"/>
                    <a:pt x="3667" y="2820"/>
                    <a:pt x="3624" y="2820"/>
                  </a:cubicBezTo>
                  <a:cubicBezTo>
                    <a:pt x="3581" y="2820"/>
                    <a:pt x="3536" y="2834"/>
                    <a:pt x="3501" y="2864"/>
                  </a:cubicBezTo>
                  <a:lnTo>
                    <a:pt x="2667" y="3698"/>
                  </a:lnTo>
                  <a:lnTo>
                    <a:pt x="2632" y="3662"/>
                  </a:lnTo>
                  <a:cubicBezTo>
                    <a:pt x="2566" y="3596"/>
                    <a:pt x="2477" y="3564"/>
                    <a:pt x="2388" y="3564"/>
                  </a:cubicBezTo>
                  <a:cubicBezTo>
                    <a:pt x="2298" y="3564"/>
                    <a:pt x="2209" y="3596"/>
                    <a:pt x="2143" y="3662"/>
                  </a:cubicBezTo>
                  <a:lnTo>
                    <a:pt x="1870" y="3936"/>
                  </a:lnTo>
                  <a:cubicBezTo>
                    <a:pt x="1739" y="4067"/>
                    <a:pt x="1739" y="4293"/>
                    <a:pt x="1870" y="4424"/>
                  </a:cubicBezTo>
                  <a:lnTo>
                    <a:pt x="1905" y="4460"/>
                  </a:lnTo>
                  <a:cubicBezTo>
                    <a:pt x="1751" y="4638"/>
                    <a:pt x="1548" y="4722"/>
                    <a:pt x="1548" y="4972"/>
                  </a:cubicBezTo>
                  <a:cubicBezTo>
                    <a:pt x="1548" y="5079"/>
                    <a:pt x="1596" y="5186"/>
                    <a:pt x="1667" y="5269"/>
                  </a:cubicBezTo>
                  <a:cubicBezTo>
                    <a:pt x="1786" y="5376"/>
                    <a:pt x="1870" y="5555"/>
                    <a:pt x="2132" y="5555"/>
                  </a:cubicBezTo>
                  <a:cubicBezTo>
                    <a:pt x="2382" y="5555"/>
                    <a:pt x="2465" y="5353"/>
                    <a:pt x="2644" y="5198"/>
                  </a:cubicBezTo>
                  <a:lnTo>
                    <a:pt x="2763" y="5317"/>
                  </a:lnTo>
                  <a:cubicBezTo>
                    <a:pt x="2620" y="5495"/>
                    <a:pt x="2405" y="5591"/>
                    <a:pt x="2405" y="5841"/>
                  </a:cubicBezTo>
                  <a:cubicBezTo>
                    <a:pt x="2405" y="6079"/>
                    <a:pt x="2608" y="6186"/>
                    <a:pt x="2691" y="6305"/>
                  </a:cubicBezTo>
                  <a:cubicBezTo>
                    <a:pt x="2763" y="6377"/>
                    <a:pt x="2870" y="6424"/>
                    <a:pt x="2989" y="6424"/>
                  </a:cubicBezTo>
                  <a:cubicBezTo>
                    <a:pt x="3239" y="6424"/>
                    <a:pt x="3334" y="6210"/>
                    <a:pt x="3513" y="6067"/>
                  </a:cubicBezTo>
                  <a:cubicBezTo>
                    <a:pt x="3525" y="6079"/>
                    <a:pt x="3620" y="6198"/>
                    <a:pt x="3798" y="6198"/>
                  </a:cubicBezTo>
                  <a:cubicBezTo>
                    <a:pt x="3882" y="6198"/>
                    <a:pt x="3977" y="6162"/>
                    <a:pt x="4048" y="6091"/>
                  </a:cubicBezTo>
                  <a:lnTo>
                    <a:pt x="4310" y="5829"/>
                  </a:lnTo>
                  <a:cubicBezTo>
                    <a:pt x="4453" y="5686"/>
                    <a:pt x="4453" y="5472"/>
                    <a:pt x="4310" y="5329"/>
                  </a:cubicBezTo>
                  <a:lnTo>
                    <a:pt x="4287" y="5305"/>
                  </a:lnTo>
                  <a:lnTo>
                    <a:pt x="6239" y="3352"/>
                  </a:lnTo>
                  <a:cubicBezTo>
                    <a:pt x="6930" y="3924"/>
                    <a:pt x="7335" y="4733"/>
                    <a:pt x="7335" y="5626"/>
                  </a:cubicBezTo>
                  <a:cubicBezTo>
                    <a:pt x="7335" y="6555"/>
                    <a:pt x="6906" y="7412"/>
                    <a:pt x="6156" y="7984"/>
                  </a:cubicBezTo>
                  <a:cubicBezTo>
                    <a:pt x="5690" y="7638"/>
                    <a:pt x="5153" y="7470"/>
                    <a:pt x="4619" y="7470"/>
                  </a:cubicBezTo>
                  <a:cubicBezTo>
                    <a:pt x="3993" y="7470"/>
                    <a:pt x="3371" y="7701"/>
                    <a:pt x="2870" y="8151"/>
                  </a:cubicBezTo>
                  <a:cubicBezTo>
                    <a:pt x="2644" y="8008"/>
                    <a:pt x="2453" y="7853"/>
                    <a:pt x="2274" y="7650"/>
                  </a:cubicBezTo>
                  <a:lnTo>
                    <a:pt x="3025" y="7650"/>
                  </a:lnTo>
                  <a:cubicBezTo>
                    <a:pt x="3239" y="7650"/>
                    <a:pt x="3417" y="7472"/>
                    <a:pt x="3417" y="7258"/>
                  </a:cubicBezTo>
                  <a:lnTo>
                    <a:pt x="3417" y="6996"/>
                  </a:lnTo>
                  <a:cubicBezTo>
                    <a:pt x="3417" y="6781"/>
                    <a:pt x="3239" y="6603"/>
                    <a:pt x="3025" y="6603"/>
                  </a:cubicBezTo>
                  <a:lnTo>
                    <a:pt x="405" y="6603"/>
                  </a:lnTo>
                  <a:cubicBezTo>
                    <a:pt x="179" y="6603"/>
                    <a:pt x="0" y="6781"/>
                    <a:pt x="0" y="6996"/>
                  </a:cubicBezTo>
                  <a:lnTo>
                    <a:pt x="0" y="7258"/>
                  </a:lnTo>
                  <a:cubicBezTo>
                    <a:pt x="0" y="7472"/>
                    <a:pt x="179" y="7650"/>
                    <a:pt x="405" y="7650"/>
                  </a:cubicBezTo>
                  <a:lnTo>
                    <a:pt x="774" y="7650"/>
                  </a:lnTo>
                  <a:cubicBezTo>
                    <a:pt x="1036" y="8162"/>
                    <a:pt x="1548" y="8722"/>
                    <a:pt x="2191" y="9127"/>
                  </a:cubicBezTo>
                  <a:cubicBezTo>
                    <a:pt x="2084" y="9377"/>
                    <a:pt x="2036" y="9651"/>
                    <a:pt x="2012" y="9936"/>
                  </a:cubicBezTo>
                  <a:lnTo>
                    <a:pt x="846" y="9936"/>
                  </a:lnTo>
                  <a:cubicBezTo>
                    <a:pt x="774" y="9936"/>
                    <a:pt x="715" y="9972"/>
                    <a:pt x="703" y="10032"/>
                  </a:cubicBezTo>
                  <a:lnTo>
                    <a:pt x="346" y="10948"/>
                  </a:lnTo>
                  <a:cubicBezTo>
                    <a:pt x="298" y="11044"/>
                    <a:pt x="381" y="11163"/>
                    <a:pt x="488" y="11163"/>
                  </a:cubicBezTo>
                  <a:lnTo>
                    <a:pt x="1393" y="11163"/>
                  </a:lnTo>
                  <a:cubicBezTo>
                    <a:pt x="1489" y="11163"/>
                    <a:pt x="1560" y="11091"/>
                    <a:pt x="1560" y="11008"/>
                  </a:cubicBezTo>
                  <a:cubicBezTo>
                    <a:pt x="1560" y="10913"/>
                    <a:pt x="1489" y="10841"/>
                    <a:pt x="1393" y="10841"/>
                  </a:cubicBezTo>
                  <a:lnTo>
                    <a:pt x="739" y="10841"/>
                  </a:lnTo>
                  <a:lnTo>
                    <a:pt x="965" y="10258"/>
                  </a:lnTo>
                  <a:lnTo>
                    <a:pt x="8299" y="10258"/>
                  </a:lnTo>
                  <a:lnTo>
                    <a:pt x="8525" y="10841"/>
                  </a:lnTo>
                  <a:lnTo>
                    <a:pt x="2167" y="10841"/>
                  </a:lnTo>
                  <a:cubicBezTo>
                    <a:pt x="2084" y="10841"/>
                    <a:pt x="2012" y="10913"/>
                    <a:pt x="2012" y="11008"/>
                  </a:cubicBezTo>
                  <a:cubicBezTo>
                    <a:pt x="2012" y="11091"/>
                    <a:pt x="2084" y="11163"/>
                    <a:pt x="2167" y="11163"/>
                  </a:cubicBezTo>
                  <a:lnTo>
                    <a:pt x="8763" y="11163"/>
                  </a:lnTo>
                  <a:cubicBezTo>
                    <a:pt x="8882" y="11163"/>
                    <a:pt x="8954" y="11044"/>
                    <a:pt x="8918" y="10948"/>
                  </a:cubicBezTo>
                  <a:lnTo>
                    <a:pt x="8561" y="10044"/>
                  </a:lnTo>
                  <a:cubicBezTo>
                    <a:pt x="8525" y="9984"/>
                    <a:pt x="8466" y="9936"/>
                    <a:pt x="8406" y="9936"/>
                  </a:cubicBezTo>
                  <a:lnTo>
                    <a:pt x="7251" y="9936"/>
                  </a:lnTo>
                  <a:cubicBezTo>
                    <a:pt x="7216" y="9555"/>
                    <a:pt x="7132" y="9198"/>
                    <a:pt x="6965" y="8889"/>
                  </a:cubicBezTo>
                  <a:cubicBezTo>
                    <a:pt x="7847" y="8210"/>
                    <a:pt x="8430" y="7174"/>
                    <a:pt x="8525" y="6067"/>
                  </a:cubicBezTo>
                  <a:cubicBezTo>
                    <a:pt x="8537" y="5972"/>
                    <a:pt x="8466" y="5900"/>
                    <a:pt x="8382" y="5888"/>
                  </a:cubicBezTo>
                  <a:cubicBezTo>
                    <a:pt x="8371" y="5886"/>
                    <a:pt x="8360" y="5884"/>
                    <a:pt x="8350" y="5884"/>
                  </a:cubicBezTo>
                  <a:cubicBezTo>
                    <a:pt x="8271" y="5884"/>
                    <a:pt x="8214" y="5958"/>
                    <a:pt x="8204" y="6031"/>
                  </a:cubicBezTo>
                  <a:cubicBezTo>
                    <a:pt x="8097" y="7043"/>
                    <a:pt x="7597" y="7972"/>
                    <a:pt x="6799" y="8603"/>
                  </a:cubicBezTo>
                  <a:cubicBezTo>
                    <a:pt x="6751" y="8543"/>
                    <a:pt x="6715" y="8508"/>
                    <a:pt x="6668" y="8460"/>
                  </a:cubicBezTo>
                  <a:cubicBezTo>
                    <a:pt x="6608" y="8389"/>
                    <a:pt x="6537" y="8293"/>
                    <a:pt x="6454" y="8222"/>
                  </a:cubicBezTo>
                  <a:lnTo>
                    <a:pt x="6430" y="8186"/>
                  </a:lnTo>
                  <a:cubicBezTo>
                    <a:pt x="8037" y="6912"/>
                    <a:pt x="8097" y="4460"/>
                    <a:pt x="6477" y="3114"/>
                  </a:cubicBezTo>
                  <a:lnTo>
                    <a:pt x="6632" y="2948"/>
                  </a:lnTo>
                  <a:cubicBezTo>
                    <a:pt x="6692" y="2888"/>
                    <a:pt x="6692" y="2793"/>
                    <a:pt x="6632" y="2733"/>
                  </a:cubicBezTo>
                  <a:lnTo>
                    <a:pt x="6561" y="2650"/>
                  </a:lnTo>
                  <a:lnTo>
                    <a:pt x="6656" y="2567"/>
                  </a:lnTo>
                  <a:cubicBezTo>
                    <a:pt x="7013" y="2793"/>
                    <a:pt x="7489" y="3305"/>
                    <a:pt x="7799" y="3900"/>
                  </a:cubicBezTo>
                  <a:cubicBezTo>
                    <a:pt x="8037" y="4352"/>
                    <a:pt x="8168" y="4876"/>
                    <a:pt x="8216" y="5376"/>
                  </a:cubicBezTo>
                  <a:cubicBezTo>
                    <a:pt x="8216" y="5465"/>
                    <a:pt x="8287" y="5532"/>
                    <a:pt x="8373" y="5532"/>
                  </a:cubicBezTo>
                  <a:cubicBezTo>
                    <a:pt x="8380" y="5532"/>
                    <a:pt x="8387" y="5532"/>
                    <a:pt x="8394" y="5531"/>
                  </a:cubicBezTo>
                  <a:cubicBezTo>
                    <a:pt x="8478" y="5531"/>
                    <a:pt x="8561" y="5436"/>
                    <a:pt x="8537" y="5353"/>
                  </a:cubicBezTo>
                  <a:cubicBezTo>
                    <a:pt x="8454" y="4138"/>
                    <a:pt x="7858" y="3055"/>
                    <a:pt x="6894" y="2328"/>
                  </a:cubicBezTo>
                  <a:lnTo>
                    <a:pt x="7251" y="1971"/>
                  </a:lnTo>
                  <a:cubicBezTo>
                    <a:pt x="7317" y="2002"/>
                    <a:pt x="7384" y="2017"/>
                    <a:pt x="7446" y="2017"/>
                  </a:cubicBezTo>
                  <a:cubicBezTo>
                    <a:pt x="7551" y="2017"/>
                    <a:pt x="7644" y="1975"/>
                    <a:pt x="7704" y="1900"/>
                  </a:cubicBezTo>
                  <a:lnTo>
                    <a:pt x="7858" y="1745"/>
                  </a:lnTo>
                  <a:cubicBezTo>
                    <a:pt x="8025" y="1578"/>
                    <a:pt x="8025" y="1328"/>
                    <a:pt x="7858" y="1162"/>
                  </a:cubicBezTo>
                  <a:lnTo>
                    <a:pt x="6811" y="126"/>
                  </a:lnTo>
                  <a:cubicBezTo>
                    <a:pt x="6733" y="42"/>
                    <a:pt x="6629" y="1"/>
                    <a:pt x="65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3" name="Google Shape;663;p59"/>
          <p:cNvGrpSpPr/>
          <p:nvPr/>
        </p:nvGrpSpPr>
        <p:grpSpPr>
          <a:xfrm>
            <a:off x="799120" y="1493350"/>
            <a:ext cx="466117" cy="456742"/>
            <a:chOff x="6657194" y="2434073"/>
            <a:chExt cx="375507" cy="367925"/>
          </a:xfrm>
        </p:grpSpPr>
        <p:sp>
          <p:nvSpPr>
            <p:cNvPr id="664" name="Google Shape;664;p59"/>
            <p:cNvSpPr/>
            <p:nvPr/>
          </p:nvSpPr>
          <p:spPr>
            <a:xfrm>
              <a:off x="6657194" y="2434073"/>
              <a:ext cx="190780" cy="367925"/>
            </a:xfrm>
            <a:custGeom>
              <a:avLst/>
              <a:gdLst/>
              <a:ahLst/>
              <a:cxnLst/>
              <a:rect l="l" t="t" r="r" b="b"/>
              <a:pathLst>
                <a:path w="5989" h="11550" extrusionOk="0">
                  <a:moveTo>
                    <a:pt x="3024" y="346"/>
                  </a:moveTo>
                  <a:cubicBezTo>
                    <a:pt x="4465" y="346"/>
                    <a:pt x="5644" y="1524"/>
                    <a:pt x="5644" y="2965"/>
                  </a:cubicBezTo>
                  <a:lnTo>
                    <a:pt x="5644" y="5596"/>
                  </a:lnTo>
                  <a:lnTo>
                    <a:pt x="2977" y="5596"/>
                  </a:lnTo>
                  <a:cubicBezTo>
                    <a:pt x="2893" y="5596"/>
                    <a:pt x="2810" y="5668"/>
                    <a:pt x="2810" y="5763"/>
                  </a:cubicBezTo>
                  <a:cubicBezTo>
                    <a:pt x="2810" y="5846"/>
                    <a:pt x="2893" y="5930"/>
                    <a:pt x="2977" y="5930"/>
                  </a:cubicBezTo>
                  <a:lnTo>
                    <a:pt x="5644" y="5930"/>
                  </a:lnTo>
                  <a:lnTo>
                    <a:pt x="5644" y="8561"/>
                  </a:lnTo>
                  <a:cubicBezTo>
                    <a:pt x="5644" y="10002"/>
                    <a:pt x="4465" y="11180"/>
                    <a:pt x="3024" y="11180"/>
                  </a:cubicBezTo>
                  <a:lnTo>
                    <a:pt x="2965" y="11180"/>
                  </a:lnTo>
                  <a:cubicBezTo>
                    <a:pt x="1524" y="11180"/>
                    <a:pt x="345" y="10002"/>
                    <a:pt x="345" y="8561"/>
                  </a:cubicBezTo>
                  <a:lnTo>
                    <a:pt x="345" y="5930"/>
                  </a:lnTo>
                  <a:lnTo>
                    <a:pt x="2119" y="5930"/>
                  </a:lnTo>
                  <a:cubicBezTo>
                    <a:pt x="2203" y="5930"/>
                    <a:pt x="2274" y="5846"/>
                    <a:pt x="2274" y="5763"/>
                  </a:cubicBezTo>
                  <a:cubicBezTo>
                    <a:pt x="2274" y="5668"/>
                    <a:pt x="2203" y="5596"/>
                    <a:pt x="2119" y="5596"/>
                  </a:cubicBezTo>
                  <a:lnTo>
                    <a:pt x="345" y="5596"/>
                  </a:lnTo>
                  <a:lnTo>
                    <a:pt x="345" y="2965"/>
                  </a:lnTo>
                  <a:cubicBezTo>
                    <a:pt x="345" y="1524"/>
                    <a:pt x="1524" y="346"/>
                    <a:pt x="2965" y="346"/>
                  </a:cubicBezTo>
                  <a:close/>
                  <a:moveTo>
                    <a:pt x="2965" y="0"/>
                  </a:moveTo>
                  <a:cubicBezTo>
                    <a:pt x="1322" y="0"/>
                    <a:pt x="0" y="1322"/>
                    <a:pt x="0" y="2965"/>
                  </a:cubicBezTo>
                  <a:lnTo>
                    <a:pt x="0" y="8585"/>
                  </a:lnTo>
                  <a:cubicBezTo>
                    <a:pt x="0" y="10228"/>
                    <a:pt x="1322" y="11550"/>
                    <a:pt x="2965" y="11550"/>
                  </a:cubicBezTo>
                  <a:lnTo>
                    <a:pt x="3024" y="11550"/>
                  </a:lnTo>
                  <a:cubicBezTo>
                    <a:pt x="4655" y="11550"/>
                    <a:pt x="5989" y="10228"/>
                    <a:pt x="5989" y="8585"/>
                  </a:cubicBezTo>
                  <a:lnTo>
                    <a:pt x="5989" y="2953"/>
                  </a:lnTo>
                  <a:cubicBezTo>
                    <a:pt x="5965" y="1322"/>
                    <a:pt x="4644" y="0"/>
                    <a:pt x="30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59"/>
            <p:cNvSpPr/>
            <p:nvPr/>
          </p:nvSpPr>
          <p:spPr>
            <a:xfrm>
              <a:off x="6854409" y="2464399"/>
              <a:ext cx="178292" cy="162365"/>
            </a:xfrm>
            <a:custGeom>
              <a:avLst/>
              <a:gdLst/>
              <a:ahLst/>
              <a:cxnLst/>
              <a:rect l="l" t="t" r="r" b="b"/>
              <a:pathLst>
                <a:path w="5597" h="5097" extrusionOk="0">
                  <a:moveTo>
                    <a:pt x="2807" y="346"/>
                  </a:moveTo>
                  <a:cubicBezTo>
                    <a:pt x="3371" y="346"/>
                    <a:pt x="3933" y="564"/>
                    <a:pt x="4358" y="1001"/>
                  </a:cubicBezTo>
                  <a:cubicBezTo>
                    <a:pt x="5180" y="1835"/>
                    <a:pt x="5227" y="3132"/>
                    <a:pt x="4477" y="3990"/>
                  </a:cubicBezTo>
                  <a:lnTo>
                    <a:pt x="3441" y="2954"/>
                  </a:lnTo>
                  <a:cubicBezTo>
                    <a:pt x="3411" y="2924"/>
                    <a:pt x="3367" y="2909"/>
                    <a:pt x="3322" y="2909"/>
                  </a:cubicBezTo>
                  <a:cubicBezTo>
                    <a:pt x="3278" y="2909"/>
                    <a:pt x="3233" y="2924"/>
                    <a:pt x="3203" y="2954"/>
                  </a:cubicBezTo>
                  <a:cubicBezTo>
                    <a:pt x="3144" y="3013"/>
                    <a:pt x="3144" y="3132"/>
                    <a:pt x="3203" y="3192"/>
                  </a:cubicBezTo>
                  <a:lnTo>
                    <a:pt x="4239" y="4228"/>
                  </a:lnTo>
                  <a:cubicBezTo>
                    <a:pt x="3831" y="4584"/>
                    <a:pt x="3321" y="4763"/>
                    <a:pt x="2810" y="4763"/>
                  </a:cubicBezTo>
                  <a:cubicBezTo>
                    <a:pt x="2246" y="4763"/>
                    <a:pt x="1681" y="4546"/>
                    <a:pt x="1250" y="4109"/>
                  </a:cubicBezTo>
                  <a:cubicBezTo>
                    <a:pt x="417" y="3287"/>
                    <a:pt x="393" y="1977"/>
                    <a:pt x="1131" y="1120"/>
                  </a:cubicBezTo>
                  <a:lnTo>
                    <a:pt x="1131" y="1120"/>
                  </a:lnTo>
                  <a:lnTo>
                    <a:pt x="2679" y="2668"/>
                  </a:lnTo>
                  <a:cubicBezTo>
                    <a:pt x="2709" y="2698"/>
                    <a:pt x="2754" y="2713"/>
                    <a:pt x="2798" y="2713"/>
                  </a:cubicBezTo>
                  <a:cubicBezTo>
                    <a:pt x="2843" y="2713"/>
                    <a:pt x="2888" y="2698"/>
                    <a:pt x="2917" y="2668"/>
                  </a:cubicBezTo>
                  <a:cubicBezTo>
                    <a:pt x="2977" y="2608"/>
                    <a:pt x="2977" y="2489"/>
                    <a:pt x="2917" y="2430"/>
                  </a:cubicBezTo>
                  <a:lnTo>
                    <a:pt x="1370" y="882"/>
                  </a:lnTo>
                  <a:cubicBezTo>
                    <a:pt x="1783" y="525"/>
                    <a:pt x="2296" y="346"/>
                    <a:pt x="2807" y="346"/>
                  </a:cubicBezTo>
                  <a:close/>
                  <a:moveTo>
                    <a:pt x="2803" y="1"/>
                  </a:moveTo>
                  <a:cubicBezTo>
                    <a:pt x="2152" y="1"/>
                    <a:pt x="1501" y="251"/>
                    <a:pt x="1000" y="751"/>
                  </a:cubicBezTo>
                  <a:cubicBezTo>
                    <a:pt x="0" y="1739"/>
                    <a:pt x="0" y="3347"/>
                    <a:pt x="1000" y="4347"/>
                  </a:cubicBezTo>
                  <a:cubicBezTo>
                    <a:pt x="1501" y="4847"/>
                    <a:pt x="2152" y="5097"/>
                    <a:pt x="2803" y="5097"/>
                  </a:cubicBezTo>
                  <a:cubicBezTo>
                    <a:pt x="3453" y="5097"/>
                    <a:pt x="4102" y="4847"/>
                    <a:pt x="4596" y="4347"/>
                  </a:cubicBezTo>
                  <a:cubicBezTo>
                    <a:pt x="5596" y="3347"/>
                    <a:pt x="5596" y="1739"/>
                    <a:pt x="4596" y="751"/>
                  </a:cubicBezTo>
                  <a:cubicBezTo>
                    <a:pt x="4102" y="251"/>
                    <a:pt x="3453" y="1"/>
                    <a:pt x="28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59"/>
            <p:cNvSpPr/>
            <p:nvPr/>
          </p:nvSpPr>
          <p:spPr>
            <a:xfrm>
              <a:off x="6854409" y="2631288"/>
              <a:ext cx="177528" cy="162365"/>
            </a:xfrm>
            <a:custGeom>
              <a:avLst/>
              <a:gdLst/>
              <a:ahLst/>
              <a:cxnLst/>
              <a:rect l="l" t="t" r="r" b="b"/>
              <a:pathLst>
                <a:path w="5573" h="5097" extrusionOk="0">
                  <a:moveTo>
                    <a:pt x="2805" y="338"/>
                  </a:moveTo>
                  <a:cubicBezTo>
                    <a:pt x="3314" y="338"/>
                    <a:pt x="3821" y="515"/>
                    <a:pt x="4227" y="870"/>
                  </a:cubicBezTo>
                  <a:lnTo>
                    <a:pt x="1120" y="3977"/>
                  </a:lnTo>
                  <a:cubicBezTo>
                    <a:pt x="393" y="3108"/>
                    <a:pt x="417" y="1799"/>
                    <a:pt x="1239" y="989"/>
                  </a:cubicBezTo>
                  <a:cubicBezTo>
                    <a:pt x="1671" y="556"/>
                    <a:pt x="2239" y="338"/>
                    <a:pt x="2805" y="338"/>
                  </a:cubicBezTo>
                  <a:close/>
                  <a:moveTo>
                    <a:pt x="2803" y="1"/>
                  </a:moveTo>
                  <a:cubicBezTo>
                    <a:pt x="2152" y="1"/>
                    <a:pt x="1501" y="251"/>
                    <a:pt x="1000" y="751"/>
                  </a:cubicBezTo>
                  <a:cubicBezTo>
                    <a:pt x="0" y="1739"/>
                    <a:pt x="0" y="3346"/>
                    <a:pt x="1000" y="4346"/>
                  </a:cubicBezTo>
                  <a:cubicBezTo>
                    <a:pt x="1501" y="4847"/>
                    <a:pt x="2152" y="5097"/>
                    <a:pt x="2803" y="5097"/>
                  </a:cubicBezTo>
                  <a:cubicBezTo>
                    <a:pt x="3453" y="5097"/>
                    <a:pt x="4102" y="4847"/>
                    <a:pt x="4596" y="4346"/>
                  </a:cubicBezTo>
                  <a:cubicBezTo>
                    <a:pt x="4656" y="4287"/>
                    <a:pt x="4656" y="4168"/>
                    <a:pt x="4596" y="4108"/>
                  </a:cubicBezTo>
                  <a:cubicBezTo>
                    <a:pt x="4566" y="4079"/>
                    <a:pt x="4522" y="4064"/>
                    <a:pt x="4477" y="4064"/>
                  </a:cubicBezTo>
                  <a:cubicBezTo>
                    <a:pt x="4432" y="4064"/>
                    <a:pt x="4388" y="4079"/>
                    <a:pt x="4358" y="4108"/>
                  </a:cubicBezTo>
                  <a:cubicBezTo>
                    <a:pt x="3933" y="4540"/>
                    <a:pt x="3370" y="4754"/>
                    <a:pt x="2806" y="4754"/>
                  </a:cubicBezTo>
                  <a:cubicBezTo>
                    <a:pt x="2295" y="4754"/>
                    <a:pt x="1783" y="4578"/>
                    <a:pt x="1370" y="4227"/>
                  </a:cubicBezTo>
                  <a:lnTo>
                    <a:pt x="2417" y="3180"/>
                  </a:lnTo>
                  <a:lnTo>
                    <a:pt x="4477" y="1120"/>
                  </a:lnTo>
                  <a:cubicBezTo>
                    <a:pt x="5060" y="1799"/>
                    <a:pt x="5180" y="2775"/>
                    <a:pt x="4763" y="3573"/>
                  </a:cubicBezTo>
                  <a:cubicBezTo>
                    <a:pt x="4715" y="3668"/>
                    <a:pt x="4751" y="3751"/>
                    <a:pt x="4834" y="3799"/>
                  </a:cubicBezTo>
                  <a:cubicBezTo>
                    <a:pt x="4863" y="3813"/>
                    <a:pt x="4890" y="3820"/>
                    <a:pt x="4916" y="3820"/>
                  </a:cubicBezTo>
                  <a:cubicBezTo>
                    <a:pt x="4976" y="3820"/>
                    <a:pt x="5027" y="3782"/>
                    <a:pt x="5060" y="3715"/>
                  </a:cubicBezTo>
                  <a:cubicBezTo>
                    <a:pt x="5572" y="2739"/>
                    <a:pt x="5406" y="1537"/>
                    <a:pt x="4596" y="751"/>
                  </a:cubicBezTo>
                  <a:cubicBezTo>
                    <a:pt x="4102" y="251"/>
                    <a:pt x="3453" y="1"/>
                    <a:pt x="28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7" name="Google Shape;667;p59"/>
          <p:cNvSpPr/>
          <p:nvPr/>
        </p:nvSpPr>
        <p:spPr>
          <a:xfrm>
            <a:off x="5149458" y="1500947"/>
            <a:ext cx="496617" cy="494813"/>
          </a:xfrm>
          <a:custGeom>
            <a:avLst/>
            <a:gdLst/>
            <a:ahLst/>
            <a:cxnLst/>
            <a:rect l="l" t="t" r="r" b="b"/>
            <a:pathLst>
              <a:path w="11562" h="11520" extrusionOk="0">
                <a:moveTo>
                  <a:pt x="9204" y="402"/>
                </a:moveTo>
                <a:lnTo>
                  <a:pt x="11145" y="2343"/>
                </a:lnTo>
                <a:lnTo>
                  <a:pt x="11073" y="2414"/>
                </a:lnTo>
                <a:lnTo>
                  <a:pt x="9132" y="474"/>
                </a:lnTo>
                <a:lnTo>
                  <a:pt x="9204" y="402"/>
                </a:lnTo>
                <a:close/>
                <a:moveTo>
                  <a:pt x="7049" y="1712"/>
                </a:moveTo>
                <a:lnTo>
                  <a:pt x="9823" y="4486"/>
                </a:lnTo>
                <a:lnTo>
                  <a:pt x="9668" y="4629"/>
                </a:lnTo>
                <a:lnTo>
                  <a:pt x="6906" y="1855"/>
                </a:lnTo>
                <a:lnTo>
                  <a:pt x="7049" y="1712"/>
                </a:lnTo>
                <a:close/>
                <a:moveTo>
                  <a:pt x="5025" y="4927"/>
                </a:moveTo>
                <a:lnTo>
                  <a:pt x="5025" y="4927"/>
                </a:lnTo>
                <a:cubicBezTo>
                  <a:pt x="5192" y="5022"/>
                  <a:pt x="5465" y="5224"/>
                  <a:pt x="5703" y="5760"/>
                </a:cubicBezTo>
                <a:cubicBezTo>
                  <a:pt x="5965" y="6367"/>
                  <a:pt x="6323" y="6629"/>
                  <a:pt x="6596" y="6724"/>
                </a:cubicBezTo>
                <a:lnTo>
                  <a:pt x="5489" y="7832"/>
                </a:lnTo>
                <a:cubicBezTo>
                  <a:pt x="5048" y="8272"/>
                  <a:pt x="4462" y="8519"/>
                  <a:pt x="3836" y="8519"/>
                </a:cubicBezTo>
                <a:cubicBezTo>
                  <a:pt x="3768" y="8519"/>
                  <a:pt x="3700" y="8516"/>
                  <a:pt x="3632" y="8510"/>
                </a:cubicBezTo>
                <a:cubicBezTo>
                  <a:pt x="3298" y="8487"/>
                  <a:pt x="3048" y="8237"/>
                  <a:pt x="3025" y="7903"/>
                </a:cubicBezTo>
                <a:cubicBezTo>
                  <a:pt x="2977" y="7308"/>
                  <a:pt x="3156" y="6713"/>
                  <a:pt x="3525" y="6248"/>
                </a:cubicBezTo>
                <a:cubicBezTo>
                  <a:pt x="4358" y="7058"/>
                  <a:pt x="4334" y="7117"/>
                  <a:pt x="4465" y="7117"/>
                </a:cubicBezTo>
                <a:cubicBezTo>
                  <a:pt x="4608" y="7117"/>
                  <a:pt x="4691" y="6939"/>
                  <a:pt x="4584" y="6832"/>
                </a:cubicBezTo>
                <a:lnTo>
                  <a:pt x="3763" y="6010"/>
                </a:lnTo>
                <a:lnTo>
                  <a:pt x="4120" y="5653"/>
                </a:lnTo>
                <a:cubicBezTo>
                  <a:pt x="4477" y="5998"/>
                  <a:pt x="4489" y="6093"/>
                  <a:pt x="4608" y="6093"/>
                </a:cubicBezTo>
                <a:cubicBezTo>
                  <a:pt x="4763" y="6093"/>
                  <a:pt x="4834" y="5915"/>
                  <a:pt x="4727" y="5808"/>
                </a:cubicBezTo>
                <a:lnTo>
                  <a:pt x="4358" y="5439"/>
                </a:lnTo>
                <a:lnTo>
                  <a:pt x="4715" y="5081"/>
                </a:lnTo>
                <a:cubicBezTo>
                  <a:pt x="5072" y="5415"/>
                  <a:pt x="5084" y="5510"/>
                  <a:pt x="5203" y="5510"/>
                </a:cubicBezTo>
                <a:cubicBezTo>
                  <a:pt x="5358" y="5510"/>
                  <a:pt x="5430" y="5331"/>
                  <a:pt x="5322" y="5224"/>
                </a:cubicBezTo>
                <a:lnTo>
                  <a:pt x="5025" y="4927"/>
                </a:lnTo>
                <a:close/>
                <a:moveTo>
                  <a:pt x="2751" y="8248"/>
                </a:moveTo>
                <a:cubicBezTo>
                  <a:pt x="2858" y="8487"/>
                  <a:pt x="3048" y="8677"/>
                  <a:pt x="3287" y="8784"/>
                </a:cubicBezTo>
                <a:cubicBezTo>
                  <a:pt x="3036" y="9022"/>
                  <a:pt x="3001" y="9106"/>
                  <a:pt x="2882" y="9106"/>
                </a:cubicBezTo>
                <a:cubicBezTo>
                  <a:pt x="2763" y="9106"/>
                  <a:pt x="2727" y="9010"/>
                  <a:pt x="2477" y="8784"/>
                </a:cubicBezTo>
                <a:cubicBezTo>
                  <a:pt x="2405" y="8713"/>
                  <a:pt x="2405" y="8594"/>
                  <a:pt x="2477" y="8510"/>
                </a:cubicBezTo>
                <a:lnTo>
                  <a:pt x="2751" y="8248"/>
                </a:lnTo>
                <a:close/>
                <a:moveTo>
                  <a:pt x="9216" y="0"/>
                </a:moveTo>
                <a:cubicBezTo>
                  <a:pt x="9171" y="0"/>
                  <a:pt x="9127" y="15"/>
                  <a:pt x="9097" y="45"/>
                </a:cubicBezTo>
                <a:lnTo>
                  <a:pt x="8775" y="355"/>
                </a:lnTo>
                <a:cubicBezTo>
                  <a:pt x="8716" y="414"/>
                  <a:pt x="8716" y="533"/>
                  <a:pt x="8775" y="593"/>
                </a:cubicBezTo>
                <a:lnTo>
                  <a:pt x="9037" y="855"/>
                </a:lnTo>
                <a:lnTo>
                  <a:pt x="8775" y="1105"/>
                </a:lnTo>
                <a:cubicBezTo>
                  <a:pt x="8716" y="1164"/>
                  <a:pt x="8716" y="1283"/>
                  <a:pt x="8775" y="1343"/>
                </a:cubicBezTo>
                <a:cubicBezTo>
                  <a:pt x="8805" y="1373"/>
                  <a:pt x="8850" y="1387"/>
                  <a:pt x="8894" y="1387"/>
                </a:cubicBezTo>
                <a:cubicBezTo>
                  <a:pt x="8939" y="1387"/>
                  <a:pt x="8984" y="1373"/>
                  <a:pt x="9013" y="1343"/>
                </a:cubicBezTo>
                <a:lnTo>
                  <a:pt x="9275" y="1093"/>
                </a:lnTo>
                <a:lnTo>
                  <a:pt x="10466" y="2283"/>
                </a:lnTo>
                <a:lnTo>
                  <a:pt x="9275" y="3474"/>
                </a:lnTo>
                <a:lnTo>
                  <a:pt x="8085" y="2283"/>
                </a:lnTo>
                <a:lnTo>
                  <a:pt x="8406" y="1950"/>
                </a:lnTo>
                <a:cubicBezTo>
                  <a:pt x="8466" y="1890"/>
                  <a:pt x="8466" y="1771"/>
                  <a:pt x="8406" y="1712"/>
                </a:cubicBezTo>
                <a:cubicBezTo>
                  <a:pt x="8376" y="1682"/>
                  <a:pt x="8332" y="1667"/>
                  <a:pt x="8287" y="1667"/>
                </a:cubicBezTo>
                <a:cubicBezTo>
                  <a:pt x="8242" y="1667"/>
                  <a:pt x="8198" y="1682"/>
                  <a:pt x="8168" y="1712"/>
                </a:cubicBezTo>
                <a:lnTo>
                  <a:pt x="7847" y="2045"/>
                </a:lnTo>
                <a:cubicBezTo>
                  <a:pt x="7168" y="1390"/>
                  <a:pt x="7168" y="1331"/>
                  <a:pt x="7049" y="1331"/>
                </a:cubicBezTo>
                <a:cubicBezTo>
                  <a:pt x="6930" y="1331"/>
                  <a:pt x="6906" y="1414"/>
                  <a:pt x="6549" y="1760"/>
                </a:cubicBezTo>
                <a:cubicBezTo>
                  <a:pt x="6489" y="1819"/>
                  <a:pt x="6489" y="1938"/>
                  <a:pt x="6549" y="1998"/>
                </a:cubicBezTo>
                <a:lnTo>
                  <a:pt x="6918" y="2367"/>
                </a:lnTo>
                <a:lnTo>
                  <a:pt x="3346" y="5939"/>
                </a:lnTo>
                <a:cubicBezTo>
                  <a:pt x="2870" y="6462"/>
                  <a:pt x="2620" y="7165"/>
                  <a:pt x="2644" y="7879"/>
                </a:cubicBezTo>
                <a:lnTo>
                  <a:pt x="2215" y="8308"/>
                </a:lnTo>
                <a:cubicBezTo>
                  <a:pt x="2108" y="8403"/>
                  <a:pt x="2072" y="8534"/>
                  <a:pt x="2072" y="8677"/>
                </a:cubicBezTo>
                <a:cubicBezTo>
                  <a:pt x="2072" y="8915"/>
                  <a:pt x="2227" y="9070"/>
                  <a:pt x="2227" y="9070"/>
                </a:cubicBezTo>
                <a:lnTo>
                  <a:pt x="60" y="11237"/>
                </a:lnTo>
                <a:cubicBezTo>
                  <a:pt x="0" y="11296"/>
                  <a:pt x="0" y="11415"/>
                  <a:pt x="60" y="11475"/>
                </a:cubicBezTo>
                <a:cubicBezTo>
                  <a:pt x="90" y="11505"/>
                  <a:pt x="134" y="11520"/>
                  <a:pt x="179" y="11520"/>
                </a:cubicBezTo>
                <a:cubicBezTo>
                  <a:pt x="224" y="11520"/>
                  <a:pt x="268" y="11505"/>
                  <a:pt x="298" y="11475"/>
                </a:cubicBezTo>
                <a:lnTo>
                  <a:pt x="2465" y="9296"/>
                </a:lnTo>
                <a:lnTo>
                  <a:pt x="2477" y="9320"/>
                </a:lnTo>
                <a:cubicBezTo>
                  <a:pt x="2584" y="9421"/>
                  <a:pt x="2718" y="9472"/>
                  <a:pt x="2852" y="9472"/>
                </a:cubicBezTo>
                <a:cubicBezTo>
                  <a:pt x="2986" y="9472"/>
                  <a:pt x="3120" y="9421"/>
                  <a:pt x="3227" y="9320"/>
                </a:cubicBezTo>
                <a:lnTo>
                  <a:pt x="3656" y="8891"/>
                </a:lnTo>
                <a:cubicBezTo>
                  <a:pt x="3685" y="8892"/>
                  <a:pt x="3715" y="8893"/>
                  <a:pt x="3745" y="8893"/>
                </a:cubicBezTo>
                <a:cubicBezTo>
                  <a:pt x="4485" y="8893"/>
                  <a:pt x="5176" y="8609"/>
                  <a:pt x="5680" y="8094"/>
                </a:cubicBezTo>
                <a:lnTo>
                  <a:pt x="7835" y="5939"/>
                </a:lnTo>
                <a:cubicBezTo>
                  <a:pt x="7906" y="5879"/>
                  <a:pt x="7906" y="5760"/>
                  <a:pt x="7835" y="5700"/>
                </a:cubicBezTo>
                <a:cubicBezTo>
                  <a:pt x="7805" y="5671"/>
                  <a:pt x="7760" y="5656"/>
                  <a:pt x="7717" y="5656"/>
                </a:cubicBezTo>
                <a:cubicBezTo>
                  <a:pt x="7674" y="5656"/>
                  <a:pt x="7632" y="5671"/>
                  <a:pt x="7608" y="5700"/>
                </a:cubicBezTo>
                <a:lnTo>
                  <a:pt x="6811" y="6486"/>
                </a:lnTo>
                <a:cubicBezTo>
                  <a:pt x="6668" y="6462"/>
                  <a:pt x="6275" y="6343"/>
                  <a:pt x="5965" y="5641"/>
                </a:cubicBezTo>
                <a:cubicBezTo>
                  <a:pt x="5680" y="5022"/>
                  <a:pt x="5358" y="4748"/>
                  <a:pt x="5120" y="4629"/>
                </a:cubicBezTo>
                <a:lnTo>
                  <a:pt x="5251" y="4498"/>
                </a:lnTo>
                <a:lnTo>
                  <a:pt x="6073" y="5319"/>
                </a:lnTo>
                <a:cubicBezTo>
                  <a:pt x="6102" y="5349"/>
                  <a:pt x="6147" y="5364"/>
                  <a:pt x="6192" y="5364"/>
                </a:cubicBezTo>
                <a:cubicBezTo>
                  <a:pt x="6236" y="5364"/>
                  <a:pt x="6281" y="5349"/>
                  <a:pt x="6311" y="5319"/>
                </a:cubicBezTo>
                <a:cubicBezTo>
                  <a:pt x="6370" y="5260"/>
                  <a:pt x="6370" y="5141"/>
                  <a:pt x="6311" y="5081"/>
                </a:cubicBezTo>
                <a:lnTo>
                  <a:pt x="5489" y="4260"/>
                </a:lnTo>
                <a:lnTo>
                  <a:pt x="5846" y="3903"/>
                </a:lnTo>
                <a:lnTo>
                  <a:pt x="6215" y="4272"/>
                </a:lnTo>
                <a:cubicBezTo>
                  <a:pt x="6245" y="4301"/>
                  <a:pt x="6290" y="4316"/>
                  <a:pt x="6335" y="4316"/>
                </a:cubicBezTo>
                <a:cubicBezTo>
                  <a:pt x="6379" y="4316"/>
                  <a:pt x="6424" y="4301"/>
                  <a:pt x="6454" y="4272"/>
                </a:cubicBezTo>
                <a:cubicBezTo>
                  <a:pt x="6513" y="4212"/>
                  <a:pt x="6513" y="4093"/>
                  <a:pt x="6454" y="4034"/>
                </a:cubicBezTo>
                <a:lnTo>
                  <a:pt x="6084" y="3665"/>
                </a:lnTo>
                <a:lnTo>
                  <a:pt x="6442" y="3307"/>
                </a:lnTo>
                <a:lnTo>
                  <a:pt x="6811" y="3676"/>
                </a:lnTo>
                <a:cubicBezTo>
                  <a:pt x="6841" y="3706"/>
                  <a:pt x="6885" y="3721"/>
                  <a:pt x="6930" y="3721"/>
                </a:cubicBezTo>
                <a:cubicBezTo>
                  <a:pt x="6974" y="3721"/>
                  <a:pt x="7019" y="3706"/>
                  <a:pt x="7049" y="3676"/>
                </a:cubicBezTo>
                <a:cubicBezTo>
                  <a:pt x="7108" y="3617"/>
                  <a:pt x="7108" y="3498"/>
                  <a:pt x="7049" y="3438"/>
                </a:cubicBezTo>
                <a:lnTo>
                  <a:pt x="6680" y="3069"/>
                </a:lnTo>
                <a:lnTo>
                  <a:pt x="7144" y="2605"/>
                </a:lnTo>
                <a:lnTo>
                  <a:pt x="8906" y="4379"/>
                </a:lnTo>
                <a:lnTo>
                  <a:pt x="8287" y="4998"/>
                </a:lnTo>
                <a:cubicBezTo>
                  <a:pt x="8228" y="5058"/>
                  <a:pt x="8228" y="5177"/>
                  <a:pt x="8287" y="5236"/>
                </a:cubicBezTo>
                <a:cubicBezTo>
                  <a:pt x="8317" y="5266"/>
                  <a:pt x="8362" y="5281"/>
                  <a:pt x="8406" y="5281"/>
                </a:cubicBezTo>
                <a:cubicBezTo>
                  <a:pt x="8451" y="5281"/>
                  <a:pt x="8495" y="5266"/>
                  <a:pt x="8525" y="5236"/>
                </a:cubicBezTo>
                <a:lnTo>
                  <a:pt x="9144" y="4617"/>
                </a:lnTo>
                <a:cubicBezTo>
                  <a:pt x="9502" y="4962"/>
                  <a:pt x="9525" y="5034"/>
                  <a:pt x="9644" y="5034"/>
                </a:cubicBezTo>
                <a:cubicBezTo>
                  <a:pt x="9680" y="5034"/>
                  <a:pt x="9728" y="5010"/>
                  <a:pt x="9764" y="4986"/>
                </a:cubicBezTo>
                <a:cubicBezTo>
                  <a:pt x="10121" y="4617"/>
                  <a:pt x="10192" y="4593"/>
                  <a:pt x="10192" y="4486"/>
                </a:cubicBezTo>
                <a:cubicBezTo>
                  <a:pt x="10192" y="4367"/>
                  <a:pt x="10133" y="4379"/>
                  <a:pt x="9478" y="3688"/>
                </a:cubicBezTo>
                <a:lnTo>
                  <a:pt x="10668" y="2498"/>
                </a:lnTo>
                <a:cubicBezTo>
                  <a:pt x="10907" y="2724"/>
                  <a:pt x="10930" y="2819"/>
                  <a:pt x="11037" y="2819"/>
                </a:cubicBezTo>
                <a:cubicBezTo>
                  <a:pt x="11085" y="2819"/>
                  <a:pt x="11133" y="2795"/>
                  <a:pt x="11157" y="2772"/>
                </a:cubicBezTo>
                <a:lnTo>
                  <a:pt x="11502" y="2462"/>
                </a:lnTo>
                <a:cubicBezTo>
                  <a:pt x="11561" y="2402"/>
                  <a:pt x="11561" y="2283"/>
                  <a:pt x="11502" y="2224"/>
                </a:cubicBezTo>
                <a:lnTo>
                  <a:pt x="9335" y="45"/>
                </a:lnTo>
                <a:cubicBezTo>
                  <a:pt x="9305" y="15"/>
                  <a:pt x="9260" y="0"/>
                  <a:pt x="9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61"/>
          <p:cNvSpPr txBox="1">
            <a:spLocks noGrp="1"/>
          </p:cNvSpPr>
          <p:nvPr>
            <p:ph type="title"/>
          </p:nvPr>
        </p:nvSpPr>
        <p:spPr>
          <a:xfrm>
            <a:off x="720000" y="1188163"/>
            <a:ext cx="27708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Mockups</a:t>
            </a:r>
            <a:endParaRPr/>
          </a:p>
        </p:txBody>
      </p:sp>
      <p:sp>
        <p:nvSpPr>
          <p:cNvPr id="680" name="Google Shape;680;p61"/>
          <p:cNvSpPr txBox="1">
            <a:spLocks noGrp="1"/>
          </p:cNvSpPr>
          <p:nvPr>
            <p:ph type="subTitle" idx="1"/>
          </p:nvPr>
        </p:nvSpPr>
        <p:spPr>
          <a:xfrm>
            <a:off x="720000" y="1943888"/>
            <a:ext cx="2770800" cy="118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images on the screen with your own work. Just right-click on it and select “Replace images”</a:t>
            </a:r>
            <a:endParaRPr/>
          </a:p>
        </p:txBody>
      </p:sp>
      <p:grpSp>
        <p:nvGrpSpPr>
          <p:cNvPr id="681" name="Google Shape;681;p61"/>
          <p:cNvGrpSpPr/>
          <p:nvPr/>
        </p:nvGrpSpPr>
        <p:grpSpPr>
          <a:xfrm>
            <a:off x="4834330" y="1824008"/>
            <a:ext cx="3432984" cy="2496295"/>
            <a:chOff x="331763" y="414153"/>
            <a:chExt cx="6903246" cy="5019697"/>
          </a:xfrm>
        </p:grpSpPr>
        <p:sp>
          <p:nvSpPr>
            <p:cNvPr id="682" name="Google Shape;682;p61"/>
            <p:cNvSpPr/>
            <p:nvPr/>
          </p:nvSpPr>
          <p:spPr>
            <a:xfrm>
              <a:off x="2953125" y="4725150"/>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61"/>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61"/>
            <p:cNvSpPr/>
            <p:nvPr/>
          </p:nvSpPr>
          <p:spPr>
            <a:xfrm>
              <a:off x="547300" y="600323"/>
              <a:ext cx="6472159" cy="3981525"/>
            </a:xfrm>
            <a:custGeom>
              <a:avLst/>
              <a:gdLst/>
              <a:ahLst/>
              <a:cxnLst/>
              <a:rect l="l" t="t" r="r" b="b"/>
              <a:pathLst>
                <a:path w="232665" h="165707" extrusionOk="0">
                  <a:moveTo>
                    <a:pt x="1" y="1"/>
                  </a:moveTo>
                  <a:lnTo>
                    <a:pt x="1" y="24307"/>
                  </a:lnTo>
                  <a:lnTo>
                    <a:pt x="1" y="165707"/>
                  </a:lnTo>
                  <a:lnTo>
                    <a:pt x="232665" y="165707"/>
                  </a:lnTo>
                  <a:lnTo>
                    <a:pt x="232665" y="121532"/>
                  </a:lnTo>
                  <a:lnTo>
                    <a:pt x="232665"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61"/>
            <p:cNvSpPr/>
            <p:nvPr/>
          </p:nvSpPr>
          <p:spPr>
            <a:xfrm>
              <a:off x="2772650" y="5206975"/>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7" name="Google Shape;687;p61"/>
          <p:cNvGrpSpPr/>
          <p:nvPr/>
        </p:nvGrpSpPr>
        <p:grpSpPr>
          <a:xfrm>
            <a:off x="4190644" y="1159218"/>
            <a:ext cx="1214752" cy="2465737"/>
            <a:chOff x="5186401" y="494525"/>
            <a:chExt cx="1834973" cy="3724678"/>
          </a:xfrm>
        </p:grpSpPr>
        <p:sp>
          <p:nvSpPr>
            <p:cNvPr id="688" name="Google Shape;688;p61"/>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61"/>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90" name="Google Shape;690;p61"/>
          <p:cNvPicPr preferRelativeResize="0"/>
          <p:nvPr/>
        </p:nvPicPr>
        <p:blipFill rotWithShape="1">
          <a:blip r:embed="rId3">
            <a:alphaModFix/>
          </a:blip>
          <a:srcRect l="8741" r="61780"/>
          <a:stretch/>
        </p:blipFill>
        <p:spPr>
          <a:xfrm>
            <a:off x="4246815" y="1280025"/>
            <a:ext cx="1101895" cy="2102526"/>
          </a:xfrm>
          <a:prstGeom prst="rect">
            <a:avLst/>
          </a:prstGeom>
          <a:noFill/>
          <a:ln w="9525" cap="flat" cmpd="sng">
            <a:solidFill>
              <a:schemeClr val="dk1"/>
            </a:solidFill>
            <a:prstDash val="solid"/>
            <a:round/>
            <a:headEnd type="none" w="sm" len="sm"/>
            <a:tailEnd type="none" w="sm" len="sm"/>
          </a:ln>
        </p:spPr>
      </p:pic>
      <p:pic>
        <p:nvPicPr>
          <p:cNvPr id="691" name="Google Shape;691;p61"/>
          <p:cNvPicPr preferRelativeResize="0"/>
          <p:nvPr/>
        </p:nvPicPr>
        <p:blipFill>
          <a:blip r:embed="rId4">
            <a:alphaModFix/>
          </a:blip>
          <a:stretch>
            <a:fillRect/>
          </a:stretch>
        </p:blipFill>
        <p:spPr>
          <a:xfrm rot="1402185" flipH="1">
            <a:off x="5990033" y="452233"/>
            <a:ext cx="970183" cy="1019736"/>
          </a:xfrm>
          <a:prstGeom prst="rect">
            <a:avLst/>
          </a:prstGeom>
          <a:noFill/>
          <a:ln>
            <a:noFill/>
          </a:ln>
        </p:spPr>
      </p:pic>
    </p:spTree>
  </p:cSld>
  <p:clrMapOvr>
    <a:masterClrMapping/>
  </p:clrMapOvr>
</p:sld>
</file>

<file path=ppt/theme/theme1.xml><?xml version="1.0" encoding="utf-8"?>
<a:theme xmlns:a="http://schemas.openxmlformats.org/drawingml/2006/main" name="Epidemiology Study on Infectious Diseases Thesis Defense by Slidesgo">
  <a:themeElements>
    <a:clrScheme name="Simple Light">
      <a:dk1>
        <a:srgbClr val="345CAC"/>
      </a:dk1>
      <a:lt1>
        <a:srgbClr val="F4F2E6"/>
      </a:lt1>
      <a:dk2>
        <a:srgbClr val="B2D6E6"/>
      </a:dk2>
      <a:lt2>
        <a:srgbClr val="D0E7EF"/>
      </a:lt2>
      <a:accent1>
        <a:srgbClr val="FFFFFF"/>
      </a:accent1>
      <a:accent2>
        <a:srgbClr val="FFFFFF"/>
      </a:accent2>
      <a:accent3>
        <a:srgbClr val="FFFFFF"/>
      </a:accent3>
      <a:accent4>
        <a:srgbClr val="FFFFFF"/>
      </a:accent4>
      <a:accent5>
        <a:srgbClr val="FFFFFF"/>
      </a:accent5>
      <a:accent6>
        <a:srgbClr val="FFFFFF"/>
      </a:accent6>
      <a:hlink>
        <a:srgbClr val="345CA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1420</Words>
  <Application>Microsoft Office PowerPoint</Application>
  <PresentationFormat>Экран (16:9)</PresentationFormat>
  <Paragraphs>186</Paragraphs>
  <Slides>21</Slides>
  <Notes>21</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21</vt:i4>
      </vt:variant>
    </vt:vector>
  </HeadingPairs>
  <TitlesOfParts>
    <vt:vector size="28" baseType="lpstr">
      <vt:lpstr>Roboto Slab</vt:lpstr>
      <vt:lpstr>Arial</vt:lpstr>
      <vt:lpstr>IBM Plex Sans</vt:lpstr>
      <vt:lpstr>Nunito Light</vt:lpstr>
      <vt:lpstr>Bebas Neue</vt:lpstr>
      <vt:lpstr>Nunito</vt:lpstr>
      <vt:lpstr>Epidemiology Study on Infectious Diseases Thesis Defense by Slidesgo</vt:lpstr>
      <vt:lpstr>Epidemiology Study on Infectious Diseases Thesis Defense</vt:lpstr>
      <vt:lpstr>Table of contents</vt:lpstr>
      <vt:lpstr>Statement</vt:lpstr>
      <vt:lpstr>Introduction</vt:lpstr>
      <vt:lpstr>Purpose statement</vt:lpstr>
      <vt:lpstr>—Someone Famous</vt:lpstr>
      <vt:lpstr>Current situation &amp; problems</vt:lpstr>
      <vt:lpstr>Hypothesis</vt:lpstr>
      <vt:lpstr>Hypotheses</vt:lpstr>
      <vt:lpstr>Study objectives</vt:lpstr>
      <vt:lpstr>Reviewing concepts is a good idea</vt:lpstr>
      <vt:lpstr>Literature review</vt:lpstr>
      <vt:lpstr>Theoretical framework</vt:lpstr>
      <vt:lpstr>Methodology</vt:lpstr>
      <vt:lpstr>Analysis &amp; development</vt:lpstr>
      <vt:lpstr>Analysis &amp; development</vt:lpstr>
      <vt:lpstr>Analysis of the results</vt:lpstr>
      <vt:lpstr>Discussion</vt:lpstr>
      <vt:lpstr>Epidemiology study steps</vt:lpstr>
      <vt:lpstr>Conclusions</vt:lpstr>
      <vt:lpstr>Mockups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Epidemiology Study on Infectious Diseases Thesis Defense</dc:title>
  <dc:creator>Oribjonov Afzalbek</dc:creator>
  <cp:lastModifiedBy>Oribjonov Afzalbek</cp:lastModifiedBy>
  <cp:revision>1</cp:revision>
  <dcterms:modified xsi:type="dcterms:W3CDTF">2026-03-31T06:46:07Z</dcterms:modified>
</cp:coreProperties>
</file>