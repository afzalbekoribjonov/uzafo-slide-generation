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0"/>
  </p:notesMasterIdLst>
  <p:sldIdLst>
    <p:sldId id="256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9" r:id="rId11"/>
    <p:sldId id="275" r:id="rId12"/>
    <p:sldId id="279" r:id="rId13"/>
    <p:sldId id="280" r:id="rId14"/>
    <p:sldId id="283" r:id="rId15"/>
    <p:sldId id="285" r:id="rId16"/>
    <p:sldId id="286" r:id="rId17"/>
    <p:sldId id="287" r:id="rId18"/>
    <p:sldId id="288" r:id="rId19"/>
  </p:sldIdLst>
  <p:sldSz cx="9144000" cy="5143500" type="screen16x9"/>
  <p:notesSz cx="6858000" cy="9144000"/>
  <p:embeddedFontLst>
    <p:embeddedFont>
      <p:font typeface="Montserrat" panose="020B0604020202020204" charset="-52"/>
      <p:regular r:id="rId21"/>
      <p:bold r:id="rId22"/>
      <p:italic r:id="rId23"/>
      <p:boldItalic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Maven Pro" panose="020B0604020202020204" charset="0"/>
      <p:regular r:id="rId29"/>
      <p:bold r:id="rId30"/>
    </p:embeddedFont>
    <p:embeddedFont>
      <p:font typeface="Raleway" panose="020B0604020202020204" charset="-52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59D7B8-A635-4777-AE19-DF4A489B5552}">
  <a:tblStyle styleId="{0C59D7B8-A635-4777-AE19-DF4A489B55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B061E3B-2C71-447E-BC3B-412BE562158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0" autoAdjust="0"/>
    <p:restoredTop sz="95048" autoAdjust="0"/>
  </p:normalViewPr>
  <p:slideViewPr>
    <p:cSldViewPr snapToGrid="0">
      <p:cViewPr varScale="1">
        <p:scale>
          <a:sx n="107" d="100"/>
          <a:sy n="107" d="100"/>
        </p:scale>
        <p:origin x="7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font" Target="fonts/font6.fntdata"/><Relationship Id="rId27" Type="http://schemas.openxmlformats.org/officeDocument/2006/relationships/font" Target="fonts/font7.fntdata"/><Relationship Id="rId28" Type="http://schemas.openxmlformats.org/officeDocument/2006/relationships/font" Target="fonts/font8.fntdata"/><Relationship Id="rId29" Type="http://schemas.openxmlformats.org/officeDocument/2006/relationships/font" Target="fonts/font9.fntdata"/><Relationship Id="rId30" Type="http://schemas.openxmlformats.org/officeDocument/2006/relationships/font" Target="fonts/font10.fntdata"/><Relationship Id="rId31" Type="http://schemas.openxmlformats.org/officeDocument/2006/relationships/font" Target="fonts/font11.fntdata"/><Relationship Id="rId32" Type="http://schemas.openxmlformats.org/officeDocument/2006/relationships/font" Target="fonts/font12.fntdata"/><Relationship Id="rId33" Type="http://schemas.openxmlformats.org/officeDocument/2006/relationships/font" Target="fonts/font13.fntdata"/><Relationship Id="rId34" Type="http://schemas.openxmlformats.org/officeDocument/2006/relationships/font" Target="fonts/font14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13ce2af5b7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8cc7b9663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8cc7b9663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1e932d62275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1e932d62275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e91eb690e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e91eb690e5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1e92f4e007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1e92f4e007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1e932d62275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4" name="Google Shape;1164;g1e932d62275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1e932d62275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1e932d62275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1e932d62275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9" name="Google Shape;1239;g1e932d62275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1e932d62275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1e932d62275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1e9418e3c38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1e9418e3c38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1e9418e3c38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1e9418e3c38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1e9418e3c38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g1e9418e3c38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28cc7b966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2" name="Google Shape;1562;g28cc7b966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g28cc7b9663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5" name="Google Shape;1605;g28cc7b9663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g28cc7b96639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7" name="Google Shape;1627;g28cc7b96639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g1e950aa7105_1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8" name="Google Shape;1648;g1e950aa7105_1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g1e950aa7105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g1e950aa7105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 rot="10800000" flipH="1">
            <a:off x="-78450" y="-78300"/>
            <a:ext cx="3429000" cy="851400"/>
          </a:xfrm>
          <a:prstGeom prst="round1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308350" y="1494300"/>
            <a:ext cx="45273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308350" y="3204600"/>
            <a:ext cx="4527300" cy="4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" name="Google Shape;77;p5"/>
          <p:cNvGrpSpPr/>
          <p:nvPr/>
        </p:nvGrpSpPr>
        <p:grpSpPr>
          <a:xfrm>
            <a:off x="-202950" y="-1524237"/>
            <a:ext cx="9908950" cy="5849938"/>
            <a:chOff x="-202950" y="-1524237"/>
            <a:chExt cx="9908950" cy="5849938"/>
          </a:xfrm>
        </p:grpSpPr>
        <p:sp>
          <p:nvSpPr>
            <p:cNvPr id="78" name="Google Shape;78;p5"/>
            <p:cNvSpPr/>
            <p:nvPr/>
          </p:nvSpPr>
          <p:spPr>
            <a:xfrm rot="10800000" flipH="1">
              <a:off x="-202950" y="-430750"/>
              <a:ext cx="3429000" cy="8514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79" name="Google Shape;79;p5"/>
            <p:cNvGrpSpPr/>
            <p:nvPr/>
          </p:nvGrpSpPr>
          <p:grpSpPr>
            <a:xfrm>
              <a:off x="8719875" y="2230200"/>
              <a:ext cx="986125" cy="2095500"/>
              <a:chOff x="7631225" y="2241175"/>
              <a:chExt cx="986125" cy="2095500"/>
            </a:xfrm>
          </p:grpSpPr>
          <p:cxnSp>
            <p:nvCxnSpPr>
              <p:cNvPr id="80" name="Google Shape;80;p5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" name="Google Shape;81;p5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" name="Google Shape;82;p5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" name="Google Shape;83;p5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" name="Google Shape;84;p5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" name="Google Shape;85;p5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" name="Google Shape;86;p5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" name="Google Shape;87;p5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" name="Google Shape;88;p5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" name="Google Shape;89;p5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" name="Google Shape;90;p5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" name="Google Shape;91;p5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" name="Google Shape;92;p5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" name="Google Shape;93;p5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94" name="Google Shape;94;p5"/>
            <p:cNvGrpSpPr/>
            <p:nvPr/>
          </p:nvGrpSpPr>
          <p:grpSpPr>
            <a:xfrm>
              <a:off x="4865588" y="-1524237"/>
              <a:ext cx="1885275" cy="1884250"/>
              <a:chOff x="2609275" y="3149350"/>
              <a:chExt cx="1885275" cy="1884250"/>
            </a:xfrm>
          </p:grpSpPr>
          <p:sp>
            <p:nvSpPr>
              <p:cNvPr id="95" name="Google Shape;95;p5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5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5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5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5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5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5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5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5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5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5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5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5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5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5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5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4" name="Google Shape;114;p5"/>
          <p:cNvGrpSpPr/>
          <p:nvPr/>
        </p:nvGrpSpPr>
        <p:grpSpPr>
          <a:xfrm>
            <a:off x="-5879" y="147025"/>
            <a:ext cx="9561029" cy="4996475"/>
            <a:chOff x="-5879" y="147025"/>
            <a:chExt cx="9561029" cy="4996475"/>
          </a:xfrm>
        </p:grpSpPr>
        <p:sp>
          <p:nvSpPr>
            <p:cNvPr id="115" name="Google Shape;115;p5"/>
            <p:cNvSpPr/>
            <p:nvPr/>
          </p:nvSpPr>
          <p:spPr>
            <a:xfrm>
              <a:off x="0" y="4570725"/>
              <a:ext cx="3023100" cy="5727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7672650" y="147025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 flipH="1">
              <a:off x="6920275" y="4829625"/>
              <a:ext cx="22158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-5879" y="3272100"/>
              <a:ext cx="530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subTitle" idx="1"/>
          </p:nvPr>
        </p:nvSpPr>
        <p:spPr>
          <a:xfrm>
            <a:off x="826450" y="2085250"/>
            <a:ext cx="3516600" cy="17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5"/>
          <p:cNvSpPr txBox="1">
            <a:spLocks noGrp="1"/>
          </p:cNvSpPr>
          <p:nvPr>
            <p:ph type="subTitle" idx="2"/>
          </p:nvPr>
        </p:nvSpPr>
        <p:spPr>
          <a:xfrm>
            <a:off x="4800925" y="2085250"/>
            <a:ext cx="3516600" cy="17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6"/>
          <p:cNvGrpSpPr/>
          <p:nvPr/>
        </p:nvGrpSpPr>
        <p:grpSpPr>
          <a:xfrm>
            <a:off x="-313650" y="-25"/>
            <a:ext cx="9457650" cy="5143450"/>
            <a:chOff x="-313650" y="-25"/>
            <a:chExt cx="9457650" cy="5143450"/>
          </a:xfrm>
        </p:grpSpPr>
        <p:sp>
          <p:nvSpPr>
            <p:cNvPr id="125" name="Google Shape;125;p6"/>
            <p:cNvSpPr/>
            <p:nvPr/>
          </p:nvSpPr>
          <p:spPr>
            <a:xfrm rot="10800000">
              <a:off x="8676300" y="-25"/>
              <a:ext cx="467700" cy="14568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 rot="10800000">
              <a:off x="6880500" y="-12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-313650" y="460400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 flipH="1">
              <a:off x="5715000" y="4681725"/>
              <a:ext cx="3429000" cy="4617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129" name="Google Shape;129;p6"/>
          <p:cNvGrpSpPr/>
          <p:nvPr/>
        </p:nvGrpSpPr>
        <p:grpSpPr>
          <a:xfrm>
            <a:off x="-1165287" y="-673237"/>
            <a:ext cx="1885275" cy="1884250"/>
            <a:chOff x="2609275" y="3149350"/>
            <a:chExt cx="1885275" cy="1884250"/>
          </a:xfrm>
        </p:grpSpPr>
        <p:sp>
          <p:nvSpPr>
            <p:cNvPr id="130" name="Google Shape;130;p6"/>
            <p:cNvSpPr/>
            <p:nvPr/>
          </p:nvSpPr>
          <p:spPr>
            <a:xfrm>
              <a:off x="3923900" y="3224950"/>
              <a:ext cx="494025" cy="495025"/>
            </a:xfrm>
            <a:custGeom>
              <a:avLst/>
              <a:gdLst/>
              <a:ahLst/>
              <a:cxnLst/>
              <a:rect l="l" t="t" r="r" b="b"/>
              <a:pathLst>
                <a:path w="19761" h="19801" extrusionOk="0">
                  <a:moveTo>
                    <a:pt x="485" y="202"/>
                  </a:moveTo>
                  <a:cubicBezTo>
                    <a:pt x="323" y="162"/>
                    <a:pt x="162" y="81"/>
                    <a:pt x="1" y="1"/>
                  </a:cubicBezTo>
                  <a:lnTo>
                    <a:pt x="19761" y="19801"/>
                  </a:lnTo>
                  <a:cubicBezTo>
                    <a:pt x="19720" y="19640"/>
                    <a:pt x="19640" y="19478"/>
                    <a:pt x="19559" y="19317"/>
                  </a:cubicBezTo>
                  <a:lnTo>
                    <a:pt x="485" y="2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3725300" y="3164475"/>
              <a:ext cx="753125" cy="753100"/>
            </a:xfrm>
            <a:custGeom>
              <a:avLst/>
              <a:gdLst/>
              <a:ahLst/>
              <a:cxnLst/>
              <a:rect l="l" t="t" r="r" b="b"/>
              <a:pathLst>
                <a:path w="30125" h="30124" extrusionOk="0">
                  <a:moveTo>
                    <a:pt x="323" y="81"/>
                  </a:moveTo>
                  <a:cubicBezTo>
                    <a:pt x="202" y="41"/>
                    <a:pt x="122" y="41"/>
                    <a:pt x="1" y="0"/>
                  </a:cubicBezTo>
                  <a:lnTo>
                    <a:pt x="30124" y="30124"/>
                  </a:lnTo>
                  <a:cubicBezTo>
                    <a:pt x="30084" y="30043"/>
                    <a:pt x="30084" y="29922"/>
                    <a:pt x="30043" y="29801"/>
                  </a:cubicBezTo>
                  <a:lnTo>
                    <a:pt x="323" y="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6"/>
            <p:cNvSpPr/>
            <p:nvPr/>
          </p:nvSpPr>
          <p:spPr>
            <a:xfrm>
              <a:off x="3572075" y="3149350"/>
              <a:ext cx="922475" cy="922475"/>
            </a:xfrm>
            <a:custGeom>
              <a:avLst/>
              <a:gdLst/>
              <a:ahLst/>
              <a:cxnLst/>
              <a:rect l="l" t="t" r="r" b="b"/>
              <a:pathLst>
                <a:path w="36899" h="36899" extrusionOk="0">
                  <a:moveTo>
                    <a:pt x="282" y="0"/>
                  </a:moveTo>
                  <a:cubicBezTo>
                    <a:pt x="161" y="0"/>
                    <a:pt x="81" y="0"/>
                    <a:pt x="0" y="0"/>
                  </a:cubicBezTo>
                  <a:lnTo>
                    <a:pt x="36898" y="36899"/>
                  </a:lnTo>
                  <a:cubicBezTo>
                    <a:pt x="36898" y="36778"/>
                    <a:pt x="36898" y="36697"/>
                    <a:pt x="36858" y="36616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6"/>
            <p:cNvSpPr/>
            <p:nvPr/>
          </p:nvSpPr>
          <p:spPr>
            <a:xfrm>
              <a:off x="3440000" y="315440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242" y="0"/>
                  </a:moveTo>
                  <a:cubicBezTo>
                    <a:pt x="162" y="40"/>
                    <a:pt x="81" y="40"/>
                    <a:pt x="0" y="40"/>
                  </a:cubicBezTo>
                  <a:lnTo>
                    <a:pt x="41899" y="41939"/>
                  </a:lnTo>
                  <a:cubicBezTo>
                    <a:pt x="41899" y="41858"/>
                    <a:pt x="41939" y="41778"/>
                    <a:pt x="41939" y="416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3323050" y="3175550"/>
              <a:ext cx="1145275" cy="1144275"/>
            </a:xfrm>
            <a:custGeom>
              <a:avLst/>
              <a:gdLst/>
              <a:ahLst/>
              <a:cxnLst/>
              <a:rect l="l" t="t" r="r" b="b"/>
              <a:pathLst>
                <a:path w="45811" h="45771" extrusionOk="0">
                  <a:moveTo>
                    <a:pt x="243" y="1"/>
                  </a:moveTo>
                  <a:cubicBezTo>
                    <a:pt x="162" y="1"/>
                    <a:pt x="81" y="41"/>
                    <a:pt x="1" y="41"/>
                  </a:cubicBezTo>
                  <a:lnTo>
                    <a:pt x="45730" y="45771"/>
                  </a:lnTo>
                  <a:cubicBezTo>
                    <a:pt x="45771" y="45690"/>
                    <a:pt x="45771" y="45610"/>
                    <a:pt x="45811" y="455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3218200" y="320782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202" y="0"/>
                  </a:moveTo>
                  <a:cubicBezTo>
                    <a:pt x="122" y="0"/>
                    <a:pt x="81" y="41"/>
                    <a:pt x="1" y="81"/>
                  </a:cubicBezTo>
                  <a:lnTo>
                    <a:pt x="48593" y="48674"/>
                  </a:lnTo>
                  <a:cubicBezTo>
                    <a:pt x="48634" y="48633"/>
                    <a:pt x="48674" y="48553"/>
                    <a:pt x="48674" y="484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3122425" y="324915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202" y="1"/>
                  </a:moveTo>
                  <a:cubicBezTo>
                    <a:pt x="122" y="41"/>
                    <a:pt x="81" y="81"/>
                    <a:pt x="1" y="122"/>
                  </a:cubicBezTo>
                  <a:lnTo>
                    <a:pt x="50771" y="50852"/>
                  </a:lnTo>
                  <a:cubicBezTo>
                    <a:pt x="50771" y="50811"/>
                    <a:pt x="50811" y="50731"/>
                    <a:pt x="50852" y="506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3035725" y="3299550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162" y="1"/>
                  </a:moveTo>
                  <a:cubicBezTo>
                    <a:pt x="81" y="41"/>
                    <a:pt x="41" y="82"/>
                    <a:pt x="1" y="122"/>
                  </a:cubicBezTo>
                  <a:lnTo>
                    <a:pt x="52182" y="52344"/>
                  </a:lnTo>
                  <a:cubicBezTo>
                    <a:pt x="52223" y="52263"/>
                    <a:pt x="52263" y="52223"/>
                    <a:pt x="52303" y="521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2956075" y="3358025"/>
              <a:ext cx="1328775" cy="1329775"/>
            </a:xfrm>
            <a:custGeom>
              <a:avLst/>
              <a:gdLst/>
              <a:ahLst/>
              <a:cxnLst/>
              <a:rect l="l" t="t" r="r" b="b"/>
              <a:pathLst>
                <a:path w="53151" h="53191" extrusionOk="0">
                  <a:moveTo>
                    <a:pt x="122" y="1"/>
                  </a:moveTo>
                  <a:cubicBezTo>
                    <a:pt x="82" y="41"/>
                    <a:pt x="41" y="82"/>
                    <a:pt x="1" y="122"/>
                  </a:cubicBezTo>
                  <a:lnTo>
                    <a:pt x="53030" y="53191"/>
                  </a:lnTo>
                  <a:cubicBezTo>
                    <a:pt x="53070" y="53110"/>
                    <a:pt x="53110" y="53070"/>
                    <a:pt x="53151" y="53030"/>
                  </a:cubicBezTo>
                  <a:lnTo>
                    <a:pt x="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2883500" y="3422550"/>
              <a:ext cx="1336825" cy="1336825"/>
            </a:xfrm>
            <a:custGeom>
              <a:avLst/>
              <a:gdLst/>
              <a:ahLst/>
              <a:cxnLst/>
              <a:rect l="l" t="t" r="r" b="b"/>
              <a:pathLst>
                <a:path w="53473" h="53473" extrusionOk="0">
                  <a:moveTo>
                    <a:pt x="121" y="1"/>
                  </a:moveTo>
                  <a:cubicBezTo>
                    <a:pt x="121" y="1"/>
                    <a:pt x="81" y="81"/>
                    <a:pt x="81" y="81"/>
                  </a:cubicBezTo>
                  <a:cubicBezTo>
                    <a:pt x="41" y="122"/>
                    <a:pt x="0" y="122"/>
                    <a:pt x="0" y="162"/>
                  </a:cubicBezTo>
                  <a:lnTo>
                    <a:pt x="53311" y="53473"/>
                  </a:lnTo>
                  <a:cubicBezTo>
                    <a:pt x="53311" y="53473"/>
                    <a:pt x="53392" y="53433"/>
                    <a:pt x="53392" y="53433"/>
                  </a:cubicBezTo>
                  <a:cubicBezTo>
                    <a:pt x="53432" y="53392"/>
                    <a:pt x="53432" y="53392"/>
                    <a:pt x="53473" y="533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2817975" y="3495150"/>
              <a:ext cx="1329775" cy="1329775"/>
            </a:xfrm>
            <a:custGeom>
              <a:avLst/>
              <a:gdLst/>
              <a:ahLst/>
              <a:cxnLst/>
              <a:rect l="l" t="t" r="r" b="b"/>
              <a:pathLst>
                <a:path w="53191" h="53191" extrusionOk="0">
                  <a:moveTo>
                    <a:pt x="121" y="0"/>
                  </a:moveTo>
                  <a:cubicBezTo>
                    <a:pt x="81" y="41"/>
                    <a:pt x="41" y="121"/>
                    <a:pt x="0" y="161"/>
                  </a:cubicBezTo>
                  <a:lnTo>
                    <a:pt x="53029" y="53190"/>
                  </a:lnTo>
                  <a:cubicBezTo>
                    <a:pt x="53110" y="53150"/>
                    <a:pt x="53150" y="53109"/>
                    <a:pt x="53190" y="53069"/>
                  </a:cubicBezTo>
                  <a:lnTo>
                    <a:pt x="1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2760500" y="3574775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81" y="1"/>
                  </a:moveTo>
                  <a:cubicBezTo>
                    <a:pt x="41" y="82"/>
                    <a:pt x="41" y="122"/>
                    <a:pt x="1" y="162"/>
                  </a:cubicBezTo>
                  <a:lnTo>
                    <a:pt x="52142" y="52344"/>
                  </a:lnTo>
                  <a:cubicBezTo>
                    <a:pt x="52182" y="52304"/>
                    <a:pt x="52263" y="52263"/>
                    <a:pt x="52303" y="52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2710100" y="366250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81" y="0"/>
                  </a:moveTo>
                  <a:cubicBezTo>
                    <a:pt x="41" y="41"/>
                    <a:pt x="41" y="121"/>
                    <a:pt x="0" y="162"/>
                  </a:cubicBezTo>
                  <a:lnTo>
                    <a:pt x="50650" y="50851"/>
                  </a:lnTo>
                  <a:cubicBezTo>
                    <a:pt x="50690" y="50811"/>
                    <a:pt x="50771" y="50771"/>
                    <a:pt x="50851" y="50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2667750" y="375827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81" y="0"/>
                  </a:moveTo>
                  <a:cubicBezTo>
                    <a:pt x="41" y="41"/>
                    <a:pt x="41" y="121"/>
                    <a:pt x="1" y="202"/>
                  </a:cubicBezTo>
                  <a:lnTo>
                    <a:pt x="48513" y="48674"/>
                  </a:lnTo>
                  <a:cubicBezTo>
                    <a:pt x="48553" y="48633"/>
                    <a:pt x="48634" y="48633"/>
                    <a:pt x="48674" y="485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2635500" y="3863125"/>
              <a:ext cx="1144275" cy="1144275"/>
            </a:xfrm>
            <a:custGeom>
              <a:avLst/>
              <a:gdLst/>
              <a:ahLst/>
              <a:cxnLst/>
              <a:rect l="l" t="t" r="r" b="b"/>
              <a:pathLst>
                <a:path w="45771" h="45771" extrusionOk="0">
                  <a:moveTo>
                    <a:pt x="41" y="0"/>
                  </a:moveTo>
                  <a:cubicBezTo>
                    <a:pt x="41" y="81"/>
                    <a:pt x="0" y="121"/>
                    <a:pt x="0" y="202"/>
                  </a:cubicBezTo>
                  <a:lnTo>
                    <a:pt x="45569" y="45770"/>
                  </a:lnTo>
                  <a:cubicBezTo>
                    <a:pt x="45649" y="45770"/>
                    <a:pt x="45730" y="45730"/>
                    <a:pt x="45770" y="45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2615325" y="398005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1" y="1"/>
                  </a:moveTo>
                  <a:cubicBezTo>
                    <a:pt x="1" y="82"/>
                    <a:pt x="1" y="162"/>
                    <a:pt x="1" y="243"/>
                  </a:cubicBezTo>
                  <a:lnTo>
                    <a:pt x="41657" y="41940"/>
                  </a:lnTo>
                  <a:cubicBezTo>
                    <a:pt x="41738" y="41900"/>
                    <a:pt x="41859" y="41900"/>
                    <a:pt x="41940" y="41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2609275" y="4111125"/>
              <a:ext cx="922500" cy="922475"/>
            </a:xfrm>
            <a:custGeom>
              <a:avLst/>
              <a:gdLst/>
              <a:ahLst/>
              <a:cxnLst/>
              <a:rect l="l" t="t" r="r" b="b"/>
              <a:pathLst>
                <a:path w="36900" h="36899" extrusionOk="0">
                  <a:moveTo>
                    <a:pt x="1" y="0"/>
                  </a:moveTo>
                  <a:cubicBezTo>
                    <a:pt x="1" y="81"/>
                    <a:pt x="1" y="202"/>
                    <a:pt x="1" y="283"/>
                  </a:cubicBezTo>
                  <a:lnTo>
                    <a:pt x="36617" y="36899"/>
                  </a:lnTo>
                  <a:cubicBezTo>
                    <a:pt x="36697" y="36899"/>
                    <a:pt x="36818" y="36899"/>
                    <a:pt x="36899" y="3689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2625400" y="4264350"/>
              <a:ext cx="753125" cy="754125"/>
            </a:xfrm>
            <a:custGeom>
              <a:avLst/>
              <a:gdLst/>
              <a:ahLst/>
              <a:cxnLst/>
              <a:rect l="l" t="t" r="r" b="b"/>
              <a:pathLst>
                <a:path w="30125" h="30165" extrusionOk="0">
                  <a:moveTo>
                    <a:pt x="1" y="1"/>
                  </a:moveTo>
                  <a:cubicBezTo>
                    <a:pt x="1" y="122"/>
                    <a:pt x="41" y="243"/>
                    <a:pt x="41" y="364"/>
                  </a:cubicBezTo>
                  <a:lnTo>
                    <a:pt x="29762" y="30084"/>
                  </a:lnTo>
                  <a:cubicBezTo>
                    <a:pt x="29883" y="30124"/>
                    <a:pt x="30004" y="30124"/>
                    <a:pt x="30124" y="301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2684900" y="4462975"/>
              <a:ext cx="495025" cy="495025"/>
            </a:xfrm>
            <a:custGeom>
              <a:avLst/>
              <a:gdLst/>
              <a:ahLst/>
              <a:cxnLst/>
              <a:rect l="l" t="t" r="r" b="b"/>
              <a:pathLst>
                <a:path w="19801" h="19801" extrusionOk="0">
                  <a:moveTo>
                    <a:pt x="0" y="0"/>
                  </a:moveTo>
                  <a:cubicBezTo>
                    <a:pt x="81" y="161"/>
                    <a:pt x="161" y="323"/>
                    <a:pt x="242" y="484"/>
                  </a:cubicBezTo>
                  <a:lnTo>
                    <a:pt x="19316" y="19599"/>
                  </a:lnTo>
                  <a:cubicBezTo>
                    <a:pt x="19478" y="19639"/>
                    <a:pt x="19639" y="19720"/>
                    <a:pt x="19800" y="198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" name="Google Shape;149;p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7"/>
          <p:cNvGrpSpPr/>
          <p:nvPr/>
        </p:nvGrpSpPr>
        <p:grpSpPr>
          <a:xfrm>
            <a:off x="0" y="0"/>
            <a:ext cx="2263500" cy="1871400"/>
            <a:chOff x="0" y="0"/>
            <a:chExt cx="2263500" cy="1871400"/>
          </a:xfrm>
        </p:grpSpPr>
        <p:sp>
          <p:nvSpPr>
            <p:cNvPr id="153" name="Google Shape;153;p7"/>
            <p:cNvSpPr/>
            <p:nvPr/>
          </p:nvSpPr>
          <p:spPr>
            <a:xfrm>
              <a:off x="0" y="0"/>
              <a:ext cx="5556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 rot="10800000" flipH="1">
              <a:off x="0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155" name="Google Shape;155;p7"/>
          <p:cNvGrpSpPr/>
          <p:nvPr/>
        </p:nvGrpSpPr>
        <p:grpSpPr>
          <a:xfrm>
            <a:off x="-1404987" y="-1786325"/>
            <a:ext cx="11178725" cy="6927275"/>
            <a:chOff x="-1404987" y="-1786325"/>
            <a:chExt cx="11178725" cy="6927275"/>
          </a:xfrm>
        </p:grpSpPr>
        <p:sp>
          <p:nvSpPr>
            <p:cNvPr id="156" name="Google Shape;156;p7"/>
            <p:cNvSpPr/>
            <p:nvPr/>
          </p:nvSpPr>
          <p:spPr>
            <a:xfrm>
              <a:off x="-78450" y="452985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157" name="Google Shape;157;p7"/>
            <p:cNvGrpSpPr/>
            <p:nvPr/>
          </p:nvGrpSpPr>
          <p:grpSpPr>
            <a:xfrm>
              <a:off x="-1404987" y="2387838"/>
              <a:ext cx="1885275" cy="1884250"/>
              <a:chOff x="2609275" y="3149350"/>
              <a:chExt cx="1885275" cy="1884250"/>
            </a:xfrm>
          </p:grpSpPr>
          <p:sp>
            <p:nvSpPr>
              <p:cNvPr id="158" name="Google Shape;158;p7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7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7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7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7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7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7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7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7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7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7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7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7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7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7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7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7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7" name="Google Shape;177;p7"/>
            <p:cNvSpPr/>
            <p:nvPr/>
          </p:nvSpPr>
          <p:spPr>
            <a:xfrm rot="-5400000">
              <a:off x="7447913" y="-1786325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7"/>
          <p:cNvSpPr txBox="1">
            <a:spLocks noGrp="1"/>
          </p:cNvSpPr>
          <p:nvPr>
            <p:ph type="body" idx="1"/>
          </p:nvPr>
        </p:nvSpPr>
        <p:spPr>
          <a:xfrm>
            <a:off x="722400" y="2086725"/>
            <a:ext cx="4136700" cy="18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9"/>
          <p:cNvGrpSpPr/>
          <p:nvPr/>
        </p:nvGrpSpPr>
        <p:grpSpPr>
          <a:xfrm>
            <a:off x="0" y="0"/>
            <a:ext cx="9362875" cy="5143500"/>
            <a:chOff x="0" y="0"/>
            <a:chExt cx="9362875" cy="5143500"/>
          </a:xfrm>
        </p:grpSpPr>
        <p:sp>
          <p:nvSpPr>
            <p:cNvPr id="212" name="Google Shape;212;p9"/>
            <p:cNvSpPr/>
            <p:nvPr/>
          </p:nvSpPr>
          <p:spPr>
            <a:xfrm>
              <a:off x="7925" y="0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13" name="Google Shape;213;p9"/>
            <p:cNvSpPr/>
            <p:nvPr/>
          </p:nvSpPr>
          <p:spPr>
            <a:xfrm rot="-5400000">
              <a:off x="7825525" y="3832950"/>
              <a:ext cx="1492500" cy="11286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0" y="4829625"/>
              <a:ext cx="22158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7480375" y="4702475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216" name="Google Shape;216;p9"/>
          <p:cNvSpPr/>
          <p:nvPr/>
        </p:nvSpPr>
        <p:spPr>
          <a:xfrm rot="5400000">
            <a:off x="3685175" y="4829625"/>
            <a:ext cx="2325825" cy="2325825"/>
          </a:xfrm>
          <a:custGeom>
            <a:avLst/>
            <a:gdLst/>
            <a:ahLst/>
            <a:cxnLst/>
            <a:rect l="l" t="t" r="r" b="b"/>
            <a:pathLst>
              <a:path w="93033" h="93033" extrusionOk="0">
                <a:moveTo>
                  <a:pt x="89685" y="61054"/>
                </a:moveTo>
                <a:lnTo>
                  <a:pt x="89685" y="63796"/>
                </a:lnTo>
                <a:lnTo>
                  <a:pt x="89927" y="63150"/>
                </a:lnTo>
                <a:lnTo>
                  <a:pt x="89927" y="61054"/>
                </a:lnTo>
                <a:lnTo>
                  <a:pt x="90693" y="61054"/>
                </a:lnTo>
                <a:cubicBezTo>
                  <a:pt x="90733" y="60973"/>
                  <a:pt x="90733" y="60892"/>
                  <a:pt x="90774" y="60812"/>
                </a:cubicBezTo>
                <a:lnTo>
                  <a:pt x="89927" y="60812"/>
                </a:lnTo>
                <a:lnTo>
                  <a:pt x="89927" y="56255"/>
                </a:lnTo>
                <a:lnTo>
                  <a:pt x="91984" y="56255"/>
                </a:lnTo>
                <a:cubicBezTo>
                  <a:pt x="92024" y="56174"/>
                  <a:pt x="92024" y="56093"/>
                  <a:pt x="92064" y="56013"/>
                </a:cubicBezTo>
                <a:lnTo>
                  <a:pt x="89927" y="56013"/>
                </a:lnTo>
                <a:lnTo>
                  <a:pt x="89927" y="51456"/>
                </a:lnTo>
                <a:lnTo>
                  <a:pt x="92750" y="51456"/>
                </a:lnTo>
                <a:cubicBezTo>
                  <a:pt x="92750" y="51375"/>
                  <a:pt x="92790" y="51295"/>
                  <a:pt x="92790" y="51174"/>
                </a:cubicBezTo>
                <a:lnTo>
                  <a:pt x="89927" y="51174"/>
                </a:lnTo>
                <a:lnTo>
                  <a:pt x="89927" y="46617"/>
                </a:lnTo>
                <a:lnTo>
                  <a:pt x="93032" y="46617"/>
                </a:lnTo>
                <a:lnTo>
                  <a:pt x="93032" y="46496"/>
                </a:lnTo>
                <a:lnTo>
                  <a:pt x="93032" y="46375"/>
                </a:lnTo>
                <a:lnTo>
                  <a:pt x="89927" y="46375"/>
                </a:lnTo>
                <a:lnTo>
                  <a:pt x="89927" y="41818"/>
                </a:lnTo>
                <a:lnTo>
                  <a:pt x="92790" y="41818"/>
                </a:lnTo>
                <a:cubicBezTo>
                  <a:pt x="92790" y="41737"/>
                  <a:pt x="92750" y="41657"/>
                  <a:pt x="92750" y="41576"/>
                </a:cubicBezTo>
                <a:lnTo>
                  <a:pt x="89927" y="41576"/>
                </a:lnTo>
                <a:lnTo>
                  <a:pt x="89927" y="36979"/>
                </a:lnTo>
                <a:lnTo>
                  <a:pt x="92064" y="36979"/>
                </a:lnTo>
                <a:cubicBezTo>
                  <a:pt x="92024" y="36898"/>
                  <a:pt x="92024" y="36818"/>
                  <a:pt x="91984" y="36737"/>
                </a:cubicBezTo>
                <a:lnTo>
                  <a:pt x="89927" y="36737"/>
                </a:lnTo>
                <a:lnTo>
                  <a:pt x="89927" y="32180"/>
                </a:lnTo>
                <a:lnTo>
                  <a:pt x="90774" y="32180"/>
                </a:lnTo>
                <a:cubicBezTo>
                  <a:pt x="90733" y="32099"/>
                  <a:pt x="90733" y="32019"/>
                  <a:pt x="90693" y="31938"/>
                </a:cubicBezTo>
                <a:lnTo>
                  <a:pt x="89927" y="31938"/>
                </a:lnTo>
                <a:lnTo>
                  <a:pt x="89927" y="29841"/>
                </a:lnTo>
                <a:lnTo>
                  <a:pt x="89685" y="29196"/>
                </a:lnTo>
                <a:lnTo>
                  <a:pt x="89685" y="31938"/>
                </a:lnTo>
                <a:lnTo>
                  <a:pt x="85128" y="31938"/>
                </a:lnTo>
                <a:lnTo>
                  <a:pt x="85128" y="27381"/>
                </a:lnTo>
                <a:lnTo>
                  <a:pt x="88919" y="27381"/>
                </a:lnTo>
                <a:cubicBezTo>
                  <a:pt x="88879" y="27301"/>
                  <a:pt x="88838" y="27220"/>
                  <a:pt x="88798" y="27139"/>
                </a:cubicBezTo>
                <a:lnTo>
                  <a:pt x="85128" y="27139"/>
                </a:lnTo>
                <a:lnTo>
                  <a:pt x="85128" y="22542"/>
                </a:lnTo>
                <a:lnTo>
                  <a:pt x="86378" y="22542"/>
                </a:lnTo>
                <a:cubicBezTo>
                  <a:pt x="86338" y="22462"/>
                  <a:pt x="86298" y="22381"/>
                  <a:pt x="86257" y="22300"/>
                </a:cubicBezTo>
                <a:lnTo>
                  <a:pt x="85128" y="22300"/>
                </a:lnTo>
                <a:lnTo>
                  <a:pt x="85128" y="20566"/>
                </a:lnTo>
                <a:cubicBezTo>
                  <a:pt x="85048" y="20445"/>
                  <a:pt x="84967" y="20324"/>
                  <a:pt x="84886" y="20203"/>
                </a:cubicBezTo>
                <a:lnTo>
                  <a:pt x="84886" y="22300"/>
                </a:lnTo>
                <a:lnTo>
                  <a:pt x="80329" y="22300"/>
                </a:lnTo>
                <a:lnTo>
                  <a:pt x="80329" y="17743"/>
                </a:lnTo>
                <a:lnTo>
                  <a:pt x="83072" y="17743"/>
                </a:lnTo>
                <a:lnTo>
                  <a:pt x="82870" y="17501"/>
                </a:lnTo>
                <a:lnTo>
                  <a:pt x="80329" y="17501"/>
                </a:lnTo>
                <a:lnTo>
                  <a:pt x="80329" y="14558"/>
                </a:lnTo>
                <a:lnTo>
                  <a:pt x="80087" y="14316"/>
                </a:lnTo>
                <a:lnTo>
                  <a:pt x="80087" y="17501"/>
                </a:lnTo>
                <a:lnTo>
                  <a:pt x="75490" y="17501"/>
                </a:lnTo>
                <a:lnTo>
                  <a:pt x="75490" y="12945"/>
                </a:lnTo>
                <a:lnTo>
                  <a:pt x="78716" y="12945"/>
                </a:lnTo>
                <a:lnTo>
                  <a:pt x="78434" y="12703"/>
                </a:lnTo>
                <a:lnTo>
                  <a:pt x="75490" y="12703"/>
                </a:lnTo>
                <a:lnTo>
                  <a:pt x="75490" y="10122"/>
                </a:lnTo>
                <a:lnTo>
                  <a:pt x="75248" y="9920"/>
                </a:lnTo>
                <a:lnTo>
                  <a:pt x="75248" y="12703"/>
                </a:lnTo>
                <a:lnTo>
                  <a:pt x="70691" y="12703"/>
                </a:lnTo>
                <a:lnTo>
                  <a:pt x="70691" y="8106"/>
                </a:lnTo>
                <a:lnTo>
                  <a:pt x="72788" y="8106"/>
                </a:lnTo>
                <a:cubicBezTo>
                  <a:pt x="72667" y="8025"/>
                  <a:pt x="72546" y="7944"/>
                  <a:pt x="72425" y="7864"/>
                </a:cubicBezTo>
                <a:lnTo>
                  <a:pt x="70691" y="7864"/>
                </a:lnTo>
                <a:lnTo>
                  <a:pt x="70691" y="6775"/>
                </a:lnTo>
                <a:cubicBezTo>
                  <a:pt x="70611" y="6694"/>
                  <a:pt x="70530" y="6654"/>
                  <a:pt x="70450" y="6613"/>
                </a:cubicBezTo>
                <a:lnTo>
                  <a:pt x="70450" y="7864"/>
                </a:lnTo>
                <a:lnTo>
                  <a:pt x="65893" y="7864"/>
                </a:lnTo>
                <a:lnTo>
                  <a:pt x="65893" y="4194"/>
                </a:lnTo>
                <a:cubicBezTo>
                  <a:pt x="65812" y="4154"/>
                  <a:pt x="65731" y="4113"/>
                  <a:pt x="65651" y="4073"/>
                </a:cubicBezTo>
                <a:lnTo>
                  <a:pt x="65651" y="7864"/>
                </a:lnTo>
                <a:lnTo>
                  <a:pt x="61054" y="7864"/>
                </a:lnTo>
                <a:lnTo>
                  <a:pt x="61054" y="3307"/>
                </a:lnTo>
                <a:lnTo>
                  <a:pt x="63796" y="3307"/>
                </a:lnTo>
                <a:lnTo>
                  <a:pt x="63191" y="3065"/>
                </a:lnTo>
                <a:lnTo>
                  <a:pt x="61054" y="3065"/>
                </a:lnTo>
                <a:lnTo>
                  <a:pt x="61054" y="2339"/>
                </a:lnTo>
                <a:cubicBezTo>
                  <a:pt x="60973" y="2299"/>
                  <a:pt x="60892" y="2258"/>
                  <a:pt x="60812" y="2258"/>
                </a:cubicBezTo>
                <a:lnTo>
                  <a:pt x="60812" y="3065"/>
                </a:lnTo>
                <a:lnTo>
                  <a:pt x="56255" y="3065"/>
                </a:lnTo>
                <a:lnTo>
                  <a:pt x="56255" y="1048"/>
                </a:lnTo>
                <a:cubicBezTo>
                  <a:pt x="56174" y="1008"/>
                  <a:pt x="56093" y="1008"/>
                  <a:pt x="56013" y="968"/>
                </a:cubicBezTo>
                <a:lnTo>
                  <a:pt x="56013" y="3065"/>
                </a:lnTo>
                <a:lnTo>
                  <a:pt x="51456" y="3065"/>
                </a:lnTo>
                <a:lnTo>
                  <a:pt x="51456" y="282"/>
                </a:lnTo>
                <a:cubicBezTo>
                  <a:pt x="51375" y="242"/>
                  <a:pt x="51295" y="242"/>
                  <a:pt x="51214" y="242"/>
                </a:cubicBezTo>
                <a:lnTo>
                  <a:pt x="51214" y="3065"/>
                </a:lnTo>
                <a:lnTo>
                  <a:pt x="46617" y="3065"/>
                </a:lnTo>
                <a:lnTo>
                  <a:pt x="46617" y="0"/>
                </a:lnTo>
                <a:lnTo>
                  <a:pt x="46496" y="0"/>
                </a:lnTo>
                <a:lnTo>
                  <a:pt x="46375" y="0"/>
                </a:lnTo>
                <a:lnTo>
                  <a:pt x="46375" y="3065"/>
                </a:lnTo>
                <a:lnTo>
                  <a:pt x="41818" y="3065"/>
                </a:lnTo>
                <a:lnTo>
                  <a:pt x="41818" y="242"/>
                </a:lnTo>
                <a:cubicBezTo>
                  <a:pt x="41737" y="242"/>
                  <a:pt x="41657" y="242"/>
                  <a:pt x="41576" y="242"/>
                </a:cubicBezTo>
                <a:lnTo>
                  <a:pt x="41576" y="3065"/>
                </a:lnTo>
                <a:lnTo>
                  <a:pt x="37019" y="3065"/>
                </a:lnTo>
                <a:lnTo>
                  <a:pt x="37019" y="968"/>
                </a:lnTo>
                <a:cubicBezTo>
                  <a:pt x="36939" y="1008"/>
                  <a:pt x="36858" y="1008"/>
                  <a:pt x="36777" y="1008"/>
                </a:cubicBezTo>
                <a:lnTo>
                  <a:pt x="36777" y="3065"/>
                </a:lnTo>
                <a:lnTo>
                  <a:pt x="32180" y="3065"/>
                </a:lnTo>
                <a:lnTo>
                  <a:pt x="32180" y="2258"/>
                </a:lnTo>
                <a:cubicBezTo>
                  <a:pt x="32099" y="2258"/>
                  <a:pt x="32019" y="2299"/>
                  <a:pt x="31938" y="2339"/>
                </a:cubicBezTo>
                <a:lnTo>
                  <a:pt x="31938" y="3065"/>
                </a:lnTo>
                <a:lnTo>
                  <a:pt x="29841" y="3065"/>
                </a:lnTo>
                <a:lnTo>
                  <a:pt x="29236" y="3307"/>
                </a:lnTo>
                <a:lnTo>
                  <a:pt x="31938" y="3307"/>
                </a:lnTo>
                <a:lnTo>
                  <a:pt x="31938" y="7904"/>
                </a:lnTo>
                <a:lnTo>
                  <a:pt x="27381" y="7904"/>
                </a:lnTo>
                <a:lnTo>
                  <a:pt x="27381" y="4113"/>
                </a:lnTo>
                <a:cubicBezTo>
                  <a:pt x="27301" y="4154"/>
                  <a:pt x="27220" y="4194"/>
                  <a:pt x="27139" y="4234"/>
                </a:cubicBezTo>
                <a:lnTo>
                  <a:pt x="27139" y="7904"/>
                </a:lnTo>
                <a:lnTo>
                  <a:pt x="22542" y="7904"/>
                </a:lnTo>
                <a:lnTo>
                  <a:pt x="22542" y="6613"/>
                </a:lnTo>
                <a:cubicBezTo>
                  <a:pt x="22462" y="6694"/>
                  <a:pt x="22381" y="6734"/>
                  <a:pt x="22300" y="6775"/>
                </a:cubicBezTo>
                <a:lnTo>
                  <a:pt x="22300" y="7904"/>
                </a:lnTo>
                <a:lnTo>
                  <a:pt x="20566" y="7904"/>
                </a:lnTo>
                <a:cubicBezTo>
                  <a:pt x="20445" y="7985"/>
                  <a:pt x="20324" y="8065"/>
                  <a:pt x="20203" y="8146"/>
                </a:cubicBezTo>
                <a:lnTo>
                  <a:pt x="22300" y="8146"/>
                </a:lnTo>
                <a:lnTo>
                  <a:pt x="22300" y="12703"/>
                </a:lnTo>
                <a:lnTo>
                  <a:pt x="17743" y="12703"/>
                </a:lnTo>
                <a:lnTo>
                  <a:pt x="17743" y="9961"/>
                </a:lnTo>
                <a:lnTo>
                  <a:pt x="17501" y="10162"/>
                </a:lnTo>
                <a:lnTo>
                  <a:pt x="17501" y="12703"/>
                </a:lnTo>
                <a:lnTo>
                  <a:pt x="14558" y="12703"/>
                </a:lnTo>
                <a:lnTo>
                  <a:pt x="14316" y="12945"/>
                </a:lnTo>
                <a:lnTo>
                  <a:pt x="17501" y="12945"/>
                </a:lnTo>
                <a:lnTo>
                  <a:pt x="17501" y="17542"/>
                </a:lnTo>
                <a:lnTo>
                  <a:pt x="12945" y="17542"/>
                </a:lnTo>
                <a:lnTo>
                  <a:pt x="12945" y="14316"/>
                </a:lnTo>
                <a:lnTo>
                  <a:pt x="12703" y="14598"/>
                </a:lnTo>
                <a:lnTo>
                  <a:pt x="12703" y="17542"/>
                </a:lnTo>
                <a:lnTo>
                  <a:pt x="10122" y="17542"/>
                </a:lnTo>
                <a:lnTo>
                  <a:pt x="9920" y="17784"/>
                </a:lnTo>
                <a:lnTo>
                  <a:pt x="12703" y="17784"/>
                </a:lnTo>
                <a:lnTo>
                  <a:pt x="12703" y="22341"/>
                </a:lnTo>
                <a:lnTo>
                  <a:pt x="8106" y="22341"/>
                </a:lnTo>
                <a:lnTo>
                  <a:pt x="8106" y="20244"/>
                </a:lnTo>
                <a:cubicBezTo>
                  <a:pt x="8025" y="20365"/>
                  <a:pt x="7944" y="20486"/>
                  <a:pt x="7864" y="20607"/>
                </a:cubicBezTo>
                <a:lnTo>
                  <a:pt x="7864" y="22341"/>
                </a:lnTo>
                <a:lnTo>
                  <a:pt x="6775" y="22341"/>
                </a:lnTo>
                <a:cubicBezTo>
                  <a:pt x="6694" y="22421"/>
                  <a:pt x="6654" y="22502"/>
                  <a:pt x="6613" y="22583"/>
                </a:cubicBezTo>
                <a:lnTo>
                  <a:pt x="7864" y="22583"/>
                </a:lnTo>
                <a:lnTo>
                  <a:pt x="7864" y="27139"/>
                </a:lnTo>
                <a:lnTo>
                  <a:pt x="4194" y="27139"/>
                </a:lnTo>
                <a:cubicBezTo>
                  <a:pt x="4154" y="27220"/>
                  <a:pt x="4113" y="27301"/>
                  <a:pt x="4073" y="27381"/>
                </a:cubicBezTo>
                <a:lnTo>
                  <a:pt x="7864" y="27381"/>
                </a:lnTo>
                <a:lnTo>
                  <a:pt x="7864" y="31978"/>
                </a:lnTo>
                <a:lnTo>
                  <a:pt x="3307" y="31978"/>
                </a:lnTo>
                <a:lnTo>
                  <a:pt x="3307" y="29236"/>
                </a:lnTo>
                <a:lnTo>
                  <a:pt x="3065" y="29841"/>
                </a:lnTo>
                <a:lnTo>
                  <a:pt x="3065" y="31978"/>
                </a:lnTo>
                <a:lnTo>
                  <a:pt x="2299" y="31978"/>
                </a:lnTo>
                <a:cubicBezTo>
                  <a:pt x="2299" y="32059"/>
                  <a:pt x="2258" y="32140"/>
                  <a:pt x="2218" y="32220"/>
                </a:cubicBezTo>
                <a:lnTo>
                  <a:pt x="3065" y="32220"/>
                </a:lnTo>
                <a:lnTo>
                  <a:pt x="3065" y="36777"/>
                </a:lnTo>
                <a:lnTo>
                  <a:pt x="1008" y="36777"/>
                </a:lnTo>
                <a:cubicBezTo>
                  <a:pt x="1008" y="36858"/>
                  <a:pt x="968" y="36939"/>
                  <a:pt x="968" y="37019"/>
                </a:cubicBezTo>
                <a:lnTo>
                  <a:pt x="3065" y="37019"/>
                </a:lnTo>
                <a:lnTo>
                  <a:pt x="3065" y="41576"/>
                </a:lnTo>
                <a:lnTo>
                  <a:pt x="242" y="41576"/>
                </a:lnTo>
                <a:cubicBezTo>
                  <a:pt x="242" y="41657"/>
                  <a:pt x="242" y="41737"/>
                  <a:pt x="242" y="41818"/>
                </a:cubicBezTo>
                <a:lnTo>
                  <a:pt x="3065" y="41818"/>
                </a:lnTo>
                <a:lnTo>
                  <a:pt x="3065" y="46415"/>
                </a:lnTo>
                <a:lnTo>
                  <a:pt x="0" y="46415"/>
                </a:lnTo>
                <a:lnTo>
                  <a:pt x="0" y="46536"/>
                </a:lnTo>
                <a:lnTo>
                  <a:pt x="0" y="46657"/>
                </a:lnTo>
                <a:lnTo>
                  <a:pt x="3065" y="46657"/>
                </a:lnTo>
                <a:lnTo>
                  <a:pt x="3065" y="51214"/>
                </a:lnTo>
                <a:lnTo>
                  <a:pt x="242" y="51214"/>
                </a:lnTo>
                <a:cubicBezTo>
                  <a:pt x="242" y="51295"/>
                  <a:pt x="242" y="51375"/>
                  <a:pt x="242" y="51456"/>
                </a:cubicBezTo>
                <a:lnTo>
                  <a:pt x="3065" y="51456"/>
                </a:lnTo>
                <a:lnTo>
                  <a:pt x="3065" y="56053"/>
                </a:lnTo>
                <a:lnTo>
                  <a:pt x="968" y="56053"/>
                </a:lnTo>
                <a:cubicBezTo>
                  <a:pt x="968" y="56134"/>
                  <a:pt x="1008" y="56174"/>
                  <a:pt x="1008" y="56295"/>
                </a:cubicBezTo>
                <a:lnTo>
                  <a:pt x="3065" y="56295"/>
                </a:lnTo>
                <a:lnTo>
                  <a:pt x="3065" y="60852"/>
                </a:lnTo>
                <a:lnTo>
                  <a:pt x="2218" y="60852"/>
                </a:lnTo>
                <a:cubicBezTo>
                  <a:pt x="2258" y="60933"/>
                  <a:pt x="2299" y="61013"/>
                  <a:pt x="2299" y="61094"/>
                </a:cubicBezTo>
                <a:lnTo>
                  <a:pt x="3065" y="61094"/>
                </a:lnTo>
                <a:lnTo>
                  <a:pt x="3065" y="63191"/>
                </a:lnTo>
                <a:lnTo>
                  <a:pt x="3307" y="63836"/>
                </a:lnTo>
                <a:lnTo>
                  <a:pt x="3307" y="61094"/>
                </a:lnTo>
                <a:lnTo>
                  <a:pt x="7864" y="61094"/>
                </a:lnTo>
                <a:lnTo>
                  <a:pt x="7864" y="65651"/>
                </a:lnTo>
                <a:lnTo>
                  <a:pt x="4073" y="65651"/>
                </a:lnTo>
                <a:cubicBezTo>
                  <a:pt x="4113" y="65731"/>
                  <a:pt x="4154" y="65812"/>
                  <a:pt x="4194" y="65893"/>
                </a:cubicBezTo>
                <a:lnTo>
                  <a:pt x="7864" y="65893"/>
                </a:lnTo>
                <a:lnTo>
                  <a:pt x="7864" y="70490"/>
                </a:lnTo>
                <a:lnTo>
                  <a:pt x="6613" y="70490"/>
                </a:lnTo>
                <a:cubicBezTo>
                  <a:pt x="6654" y="70570"/>
                  <a:pt x="6694" y="70651"/>
                  <a:pt x="6775" y="70732"/>
                </a:cubicBezTo>
                <a:lnTo>
                  <a:pt x="7864" y="70732"/>
                </a:lnTo>
                <a:lnTo>
                  <a:pt x="7864" y="72466"/>
                </a:lnTo>
                <a:cubicBezTo>
                  <a:pt x="7944" y="72587"/>
                  <a:pt x="8025" y="72708"/>
                  <a:pt x="8106" y="72829"/>
                </a:cubicBezTo>
                <a:lnTo>
                  <a:pt x="8106" y="70732"/>
                </a:lnTo>
                <a:lnTo>
                  <a:pt x="12703" y="70732"/>
                </a:lnTo>
                <a:lnTo>
                  <a:pt x="12703" y="75289"/>
                </a:lnTo>
                <a:lnTo>
                  <a:pt x="9920" y="75289"/>
                </a:lnTo>
                <a:lnTo>
                  <a:pt x="10122" y="75531"/>
                </a:lnTo>
                <a:lnTo>
                  <a:pt x="12703" y="75531"/>
                </a:lnTo>
                <a:lnTo>
                  <a:pt x="12703" y="78474"/>
                </a:lnTo>
                <a:lnTo>
                  <a:pt x="12945" y="78716"/>
                </a:lnTo>
                <a:lnTo>
                  <a:pt x="12945" y="75531"/>
                </a:lnTo>
                <a:lnTo>
                  <a:pt x="17501" y="75531"/>
                </a:lnTo>
                <a:lnTo>
                  <a:pt x="17501" y="80087"/>
                </a:lnTo>
                <a:lnTo>
                  <a:pt x="14316" y="80087"/>
                </a:lnTo>
                <a:lnTo>
                  <a:pt x="14558" y="80329"/>
                </a:lnTo>
                <a:lnTo>
                  <a:pt x="17501" y="80329"/>
                </a:lnTo>
                <a:lnTo>
                  <a:pt x="17501" y="82910"/>
                </a:lnTo>
                <a:lnTo>
                  <a:pt x="17743" y="83072"/>
                </a:lnTo>
                <a:lnTo>
                  <a:pt x="17743" y="80329"/>
                </a:lnTo>
                <a:lnTo>
                  <a:pt x="22300" y="80329"/>
                </a:lnTo>
                <a:lnTo>
                  <a:pt x="22300" y="84927"/>
                </a:lnTo>
                <a:lnTo>
                  <a:pt x="20203" y="84927"/>
                </a:lnTo>
                <a:cubicBezTo>
                  <a:pt x="20324" y="85007"/>
                  <a:pt x="20445" y="85088"/>
                  <a:pt x="20566" y="85168"/>
                </a:cubicBezTo>
                <a:lnTo>
                  <a:pt x="22300" y="85168"/>
                </a:lnTo>
                <a:lnTo>
                  <a:pt x="22300" y="86257"/>
                </a:lnTo>
                <a:cubicBezTo>
                  <a:pt x="22381" y="86338"/>
                  <a:pt x="22462" y="86378"/>
                  <a:pt x="22542" y="86419"/>
                </a:cubicBezTo>
                <a:lnTo>
                  <a:pt x="22542" y="85168"/>
                </a:lnTo>
                <a:lnTo>
                  <a:pt x="27139" y="85168"/>
                </a:lnTo>
                <a:lnTo>
                  <a:pt x="27139" y="88838"/>
                </a:lnTo>
                <a:cubicBezTo>
                  <a:pt x="27220" y="88878"/>
                  <a:pt x="27301" y="88919"/>
                  <a:pt x="27381" y="88959"/>
                </a:cubicBezTo>
                <a:lnTo>
                  <a:pt x="27381" y="85168"/>
                </a:lnTo>
                <a:lnTo>
                  <a:pt x="31938" y="85168"/>
                </a:lnTo>
                <a:lnTo>
                  <a:pt x="31938" y="89725"/>
                </a:lnTo>
                <a:lnTo>
                  <a:pt x="29236" y="89725"/>
                </a:lnTo>
                <a:lnTo>
                  <a:pt x="29841" y="89967"/>
                </a:lnTo>
                <a:lnTo>
                  <a:pt x="31938" y="89967"/>
                </a:lnTo>
                <a:lnTo>
                  <a:pt x="31938" y="90733"/>
                </a:lnTo>
                <a:cubicBezTo>
                  <a:pt x="32019" y="90733"/>
                  <a:pt x="32099" y="90774"/>
                  <a:pt x="32180" y="90814"/>
                </a:cubicBezTo>
                <a:lnTo>
                  <a:pt x="32180" y="89967"/>
                </a:lnTo>
                <a:lnTo>
                  <a:pt x="36777" y="89967"/>
                </a:lnTo>
                <a:lnTo>
                  <a:pt x="36777" y="92024"/>
                </a:lnTo>
                <a:cubicBezTo>
                  <a:pt x="36858" y="92024"/>
                  <a:pt x="36939" y="92064"/>
                  <a:pt x="37019" y="92064"/>
                </a:cubicBezTo>
                <a:lnTo>
                  <a:pt x="37019" y="89967"/>
                </a:lnTo>
                <a:lnTo>
                  <a:pt x="41576" y="89967"/>
                </a:lnTo>
                <a:lnTo>
                  <a:pt x="41576" y="92790"/>
                </a:lnTo>
                <a:cubicBezTo>
                  <a:pt x="41657" y="92790"/>
                  <a:pt x="41737" y="92790"/>
                  <a:pt x="41818" y="92790"/>
                </a:cubicBezTo>
                <a:lnTo>
                  <a:pt x="41818" y="89967"/>
                </a:lnTo>
                <a:lnTo>
                  <a:pt x="46375" y="89967"/>
                </a:lnTo>
                <a:lnTo>
                  <a:pt x="46375" y="93032"/>
                </a:lnTo>
                <a:lnTo>
                  <a:pt x="46496" y="93032"/>
                </a:lnTo>
                <a:lnTo>
                  <a:pt x="46617" y="93032"/>
                </a:lnTo>
                <a:lnTo>
                  <a:pt x="46617" y="89967"/>
                </a:lnTo>
                <a:lnTo>
                  <a:pt x="51214" y="89967"/>
                </a:lnTo>
                <a:lnTo>
                  <a:pt x="51214" y="92790"/>
                </a:lnTo>
                <a:cubicBezTo>
                  <a:pt x="51295" y="92790"/>
                  <a:pt x="51375" y="92790"/>
                  <a:pt x="51456" y="92790"/>
                </a:cubicBezTo>
                <a:lnTo>
                  <a:pt x="51456" y="89967"/>
                </a:lnTo>
                <a:lnTo>
                  <a:pt x="56013" y="89967"/>
                </a:lnTo>
                <a:lnTo>
                  <a:pt x="56013" y="92064"/>
                </a:lnTo>
                <a:cubicBezTo>
                  <a:pt x="56093" y="92064"/>
                  <a:pt x="56174" y="92024"/>
                  <a:pt x="56255" y="92024"/>
                </a:cubicBezTo>
                <a:lnTo>
                  <a:pt x="56255" y="89967"/>
                </a:lnTo>
                <a:lnTo>
                  <a:pt x="60812" y="89967"/>
                </a:lnTo>
                <a:lnTo>
                  <a:pt x="60812" y="90814"/>
                </a:lnTo>
                <a:cubicBezTo>
                  <a:pt x="60892" y="90774"/>
                  <a:pt x="60973" y="90733"/>
                  <a:pt x="61054" y="90733"/>
                </a:cubicBezTo>
                <a:lnTo>
                  <a:pt x="61054" y="89967"/>
                </a:lnTo>
                <a:lnTo>
                  <a:pt x="63191" y="89967"/>
                </a:lnTo>
                <a:lnTo>
                  <a:pt x="63796" y="89725"/>
                </a:lnTo>
                <a:lnTo>
                  <a:pt x="61054" y="89725"/>
                </a:lnTo>
                <a:lnTo>
                  <a:pt x="61054" y="85168"/>
                </a:lnTo>
                <a:lnTo>
                  <a:pt x="65651" y="85168"/>
                </a:lnTo>
                <a:lnTo>
                  <a:pt x="65651" y="88959"/>
                </a:lnTo>
                <a:cubicBezTo>
                  <a:pt x="65731" y="88919"/>
                  <a:pt x="65812" y="88878"/>
                  <a:pt x="65893" y="88838"/>
                </a:cubicBezTo>
                <a:lnTo>
                  <a:pt x="65893" y="85168"/>
                </a:lnTo>
                <a:lnTo>
                  <a:pt x="70450" y="85168"/>
                </a:lnTo>
                <a:lnTo>
                  <a:pt x="70450" y="86419"/>
                </a:lnTo>
                <a:cubicBezTo>
                  <a:pt x="70530" y="86378"/>
                  <a:pt x="70611" y="86338"/>
                  <a:pt x="70691" y="86257"/>
                </a:cubicBezTo>
                <a:lnTo>
                  <a:pt x="70691" y="85168"/>
                </a:lnTo>
                <a:lnTo>
                  <a:pt x="72425" y="85168"/>
                </a:lnTo>
                <a:cubicBezTo>
                  <a:pt x="72546" y="85088"/>
                  <a:pt x="72667" y="85007"/>
                  <a:pt x="72788" y="84927"/>
                </a:cubicBezTo>
                <a:lnTo>
                  <a:pt x="70691" y="84927"/>
                </a:lnTo>
                <a:lnTo>
                  <a:pt x="70691" y="80329"/>
                </a:lnTo>
                <a:lnTo>
                  <a:pt x="75248" y="80329"/>
                </a:lnTo>
                <a:lnTo>
                  <a:pt x="75248" y="83072"/>
                </a:lnTo>
                <a:lnTo>
                  <a:pt x="75490" y="82910"/>
                </a:lnTo>
                <a:lnTo>
                  <a:pt x="75490" y="80329"/>
                </a:lnTo>
                <a:lnTo>
                  <a:pt x="78434" y="80329"/>
                </a:lnTo>
                <a:lnTo>
                  <a:pt x="78716" y="80087"/>
                </a:lnTo>
                <a:lnTo>
                  <a:pt x="75490" y="80087"/>
                </a:lnTo>
                <a:lnTo>
                  <a:pt x="75490" y="75531"/>
                </a:lnTo>
                <a:lnTo>
                  <a:pt x="80087" y="75531"/>
                </a:lnTo>
                <a:lnTo>
                  <a:pt x="80087" y="78716"/>
                </a:lnTo>
                <a:lnTo>
                  <a:pt x="80329" y="78474"/>
                </a:lnTo>
                <a:lnTo>
                  <a:pt x="80329" y="75531"/>
                </a:lnTo>
                <a:lnTo>
                  <a:pt x="82870" y="75531"/>
                </a:lnTo>
                <a:lnTo>
                  <a:pt x="83072" y="75289"/>
                </a:lnTo>
                <a:lnTo>
                  <a:pt x="80329" y="75289"/>
                </a:lnTo>
                <a:lnTo>
                  <a:pt x="80329" y="70732"/>
                </a:lnTo>
                <a:lnTo>
                  <a:pt x="84886" y="70732"/>
                </a:lnTo>
                <a:lnTo>
                  <a:pt x="84886" y="72829"/>
                </a:lnTo>
                <a:cubicBezTo>
                  <a:pt x="84967" y="72708"/>
                  <a:pt x="85048" y="72587"/>
                  <a:pt x="85128" y="72466"/>
                </a:cubicBezTo>
                <a:lnTo>
                  <a:pt x="85128" y="70732"/>
                </a:lnTo>
                <a:lnTo>
                  <a:pt x="86257" y="70732"/>
                </a:lnTo>
                <a:cubicBezTo>
                  <a:pt x="86298" y="70651"/>
                  <a:pt x="86338" y="70570"/>
                  <a:pt x="86378" y="70490"/>
                </a:cubicBezTo>
                <a:lnTo>
                  <a:pt x="85128" y="70490"/>
                </a:lnTo>
                <a:lnTo>
                  <a:pt x="85128" y="65893"/>
                </a:lnTo>
                <a:lnTo>
                  <a:pt x="88798" y="65893"/>
                </a:lnTo>
                <a:cubicBezTo>
                  <a:pt x="88838" y="65812"/>
                  <a:pt x="88879" y="65731"/>
                  <a:pt x="88919" y="65651"/>
                </a:cubicBezTo>
                <a:lnTo>
                  <a:pt x="85128" y="65651"/>
                </a:lnTo>
                <a:lnTo>
                  <a:pt x="85128" y="61094"/>
                </a:lnTo>
                <a:lnTo>
                  <a:pt x="89685" y="61094"/>
                </a:lnTo>
                <a:close/>
                <a:moveTo>
                  <a:pt x="85128" y="32180"/>
                </a:moveTo>
                <a:lnTo>
                  <a:pt x="89685" y="32180"/>
                </a:lnTo>
                <a:lnTo>
                  <a:pt x="89685" y="36777"/>
                </a:lnTo>
                <a:lnTo>
                  <a:pt x="85128" y="36777"/>
                </a:lnTo>
                <a:close/>
                <a:moveTo>
                  <a:pt x="85128" y="37019"/>
                </a:moveTo>
                <a:lnTo>
                  <a:pt x="89685" y="37019"/>
                </a:lnTo>
                <a:lnTo>
                  <a:pt x="89685" y="41576"/>
                </a:lnTo>
                <a:lnTo>
                  <a:pt x="85128" y="41576"/>
                </a:lnTo>
                <a:close/>
                <a:moveTo>
                  <a:pt x="85128" y="41818"/>
                </a:moveTo>
                <a:lnTo>
                  <a:pt x="89685" y="41818"/>
                </a:lnTo>
                <a:lnTo>
                  <a:pt x="89685" y="46375"/>
                </a:lnTo>
                <a:lnTo>
                  <a:pt x="85128" y="46375"/>
                </a:lnTo>
                <a:close/>
                <a:moveTo>
                  <a:pt x="85128" y="46617"/>
                </a:moveTo>
                <a:lnTo>
                  <a:pt x="89685" y="46617"/>
                </a:lnTo>
                <a:lnTo>
                  <a:pt x="89685" y="51214"/>
                </a:lnTo>
                <a:lnTo>
                  <a:pt x="85128" y="51214"/>
                </a:lnTo>
                <a:close/>
                <a:moveTo>
                  <a:pt x="85128" y="51456"/>
                </a:moveTo>
                <a:lnTo>
                  <a:pt x="89685" y="51456"/>
                </a:lnTo>
                <a:lnTo>
                  <a:pt x="89685" y="56013"/>
                </a:lnTo>
                <a:lnTo>
                  <a:pt x="85128" y="56013"/>
                </a:lnTo>
                <a:close/>
                <a:moveTo>
                  <a:pt x="85128" y="56255"/>
                </a:moveTo>
                <a:lnTo>
                  <a:pt x="89685" y="56255"/>
                </a:lnTo>
                <a:lnTo>
                  <a:pt x="89685" y="60812"/>
                </a:lnTo>
                <a:lnTo>
                  <a:pt x="85128" y="60812"/>
                </a:lnTo>
                <a:close/>
                <a:moveTo>
                  <a:pt x="7904" y="60812"/>
                </a:moveTo>
                <a:lnTo>
                  <a:pt x="3347" y="60812"/>
                </a:lnTo>
                <a:lnTo>
                  <a:pt x="3347" y="56255"/>
                </a:lnTo>
                <a:lnTo>
                  <a:pt x="7904" y="56255"/>
                </a:lnTo>
                <a:close/>
                <a:moveTo>
                  <a:pt x="7904" y="56013"/>
                </a:moveTo>
                <a:lnTo>
                  <a:pt x="3347" y="56013"/>
                </a:lnTo>
                <a:lnTo>
                  <a:pt x="3347" y="51456"/>
                </a:lnTo>
                <a:lnTo>
                  <a:pt x="7904" y="51456"/>
                </a:lnTo>
                <a:close/>
                <a:moveTo>
                  <a:pt x="7904" y="51214"/>
                </a:moveTo>
                <a:lnTo>
                  <a:pt x="3347" y="51214"/>
                </a:lnTo>
                <a:lnTo>
                  <a:pt x="3347" y="46617"/>
                </a:lnTo>
                <a:lnTo>
                  <a:pt x="7904" y="46617"/>
                </a:lnTo>
                <a:close/>
                <a:moveTo>
                  <a:pt x="7904" y="46375"/>
                </a:moveTo>
                <a:lnTo>
                  <a:pt x="3347" y="46375"/>
                </a:lnTo>
                <a:lnTo>
                  <a:pt x="3347" y="41818"/>
                </a:lnTo>
                <a:lnTo>
                  <a:pt x="7904" y="41818"/>
                </a:lnTo>
                <a:close/>
                <a:moveTo>
                  <a:pt x="7904" y="41576"/>
                </a:moveTo>
                <a:lnTo>
                  <a:pt x="3347" y="41576"/>
                </a:lnTo>
                <a:lnTo>
                  <a:pt x="3347" y="37019"/>
                </a:lnTo>
                <a:lnTo>
                  <a:pt x="7904" y="37019"/>
                </a:lnTo>
                <a:close/>
                <a:moveTo>
                  <a:pt x="7904" y="36777"/>
                </a:moveTo>
                <a:lnTo>
                  <a:pt x="3347" y="36777"/>
                </a:lnTo>
                <a:lnTo>
                  <a:pt x="3347" y="32180"/>
                </a:lnTo>
                <a:lnTo>
                  <a:pt x="7904" y="32180"/>
                </a:lnTo>
                <a:close/>
                <a:moveTo>
                  <a:pt x="12703" y="70449"/>
                </a:moveTo>
                <a:lnTo>
                  <a:pt x="8146" y="70449"/>
                </a:lnTo>
                <a:lnTo>
                  <a:pt x="8146" y="65893"/>
                </a:lnTo>
                <a:lnTo>
                  <a:pt x="12703" y="65893"/>
                </a:lnTo>
                <a:close/>
                <a:moveTo>
                  <a:pt x="12703" y="65610"/>
                </a:moveTo>
                <a:lnTo>
                  <a:pt x="8146" y="65610"/>
                </a:lnTo>
                <a:lnTo>
                  <a:pt x="8146" y="61054"/>
                </a:lnTo>
                <a:lnTo>
                  <a:pt x="12703" y="61054"/>
                </a:lnTo>
                <a:close/>
                <a:moveTo>
                  <a:pt x="12703" y="60812"/>
                </a:moveTo>
                <a:lnTo>
                  <a:pt x="8146" y="60812"/>
                </a:lnTo>
                <a:lnTo>
                  <a:pt x="8146" y="56255"/>
                </a:lnTo>
                <a:lnTo>
                  <a:pt x="12703" y="56255"/>
                </a:lnTo>
                <a:close/>
                <a:moveTo>
                  <a:pt x="12703" y="56013"/>
                </a:moveTo>
                <a:lnTo>
                  <a:pt x="8146" y="56013"/>
                </a:lnTo>
                <a:lnTo>
                  <a:pt x="8146" y="51456"/>
                </a:lnTo>
                <a:lnTo>
                  <a:pt x="12703" y="51456"/>
                </a:lnTo>
                <a:close/>
                <a:moveTo>
                  <a:pt x="12703" y="51174"/>
                </a:moveTo>
                <a:lnTo>
                  <a:pt x="8146" y="51174"/>
                </a:lnTo>
                <a:lnTo>
                  <a:pt x="8146" y="46617"/>
                </a:lnTo>
                <a:lnTo>
                  <a:pt x="12703" y="46617"/>
                </a:lnTo>
                <a:close/>
                <a:moveTo>
                  <a:pt x="12703" y="46375"/>
                </a:moveTo>
                <a:lnTo>
                  <a:pt x="8146" y="46375"/>
                </a:lnTo>
                <a:lnTo>
                  <a:pt x="8146" y="41818"/>
                </a:lnTo>
                <a:lnTo>
                  <a:pt x="12703" y="41818"/>
                </a:lnTo>
                <a:close/>
                <a:moveTo>
                  <a:pt x="12703" y="41576"/>
                </a:moveTo>
                <a:lnTo>
                  <a:pt x="8146" y="41576"/>
                </a:lnTo>
                <a:lnTo>
                  <a:pt x="8146" y="36979"/>
                </a:lnTo>
                <a:lnTo>
                  <a:pt x="12703" y="36979"/>
                </a:lnTo>
                <a:close/>
                <a:moveTo>
                  <a:pt x="12703" y="36737"/>
                </a:moveTo>
                <a:lnTo>
                  <a:pt x="8146" y="36737"/>
                </a:lnTo>
                <a:lnTo>
                  <a:pt x="8146" y="32180"/>
                </a:lnTo>
                <a:lnTo>
                  <a:pt x="12703" y="32180"/>
                </a:lnTo>
                <a:close/>
                <a:moveTo>
                  <a:pt x="12703" y="31938"/>
                </a:moveTo>
                <a:lnTo>
                  <a:pt x="8146" y="31938"/>
                </a:lnTo>
                <a:lnTo>
                  <a:pt x="8146" y="27381"/>
                </a:lnTo>
                <a:lnTo>
                  <a:pt x="12703" y="27381"/>
                </a:lnTo>
                <a:close/>
                <a:moveTo>
                  <a:pt x="12703" y="27139"/>
                </a:moveTo>
                <a:lnTo>
                  <a:pt x="8146" y="27139"/>
                </a:lnTo>
                <a:lnTo>
                  <a:pt x="8146" y="22542"/>
                </a:lnTo>
                <a:lnTo>
                  <a:pt x="12703" y="22542"/>
                </a:lnTo>
                <a:close/>
                <a:moveTo>
                  <a:pt x="17542" y="75248"/>
                </a:moveTo>
                <a:lnTo>
                  <a:pt x="12945" y="75248"/>
                </a:lnTo>
                <a:lnTo>
                  <a:pt x="12945" y="70651"/>
                </a:lnTo>
                <a:lnTo>
                  <a:pt x="17542" y="70651"/>
                </a:lnTo>
                <a:close/>
                <a:moveTo>
                  <a:pt x="17542" y="70449"/>
                </a:moveTo>
                <a:lnTo>
                  <a:pt x="12945" y="70449"/>
                </a:lnTo>
                <a:lnTo>
                  <a:pt x="12945" y="65852"/>
                </a:lnTo>
                <a:lnTo>
                  <a:pt x="17542" y="65852"/>
                </a:lnTo>
                <a:close/>
                <a:moveTo>
                  <a:pt x="17542" y="65610"/>
                </a:moveTo>
                <a:lnTo>
                  <a:pt x="12945" y="65610"/>
                </a:lnTo>
                <a:lnTo>
                  <a:pt x="12945" y="61054"/>
                </a:lnTo>
                <a:lnTo>
                  <a:pt x="17542" y="61054"/>
                </a:lnTo>
                <a:close/>
                <a:moveTo>
                  <a:pt x="17542" y="60812"/>
                </a:moveTo>
                <a:lnTo>
                  <a:pt x="12945" y="60812"/>
                </a:lnTo>
                <a:lnTo>
                  <a:pt x="12945" y="56214"/>
                </a:lnTo>
                <a:lnTo>
                  <a:pt x="17542" y="56214"/>
                </a:lnTo>
                <a:close/>
                <a:moveTo>
                  <a:pt x="17542" y="55972"/>
                </a:moveTo>
                <a:lnTo>
                  <a:pt x="12945" y="55972"/>
                </a:lnTo>
                <a:lnTo>
                  <a:pt x="12945" y="51416"/>
                </a:lnTo>
                <a:lnTo>
                  <a:pt x="17542" y="51416"/>
                </a:lnTo>
                <a:close/>
                <a:moveTo>
                  <a:pt x="17542" y="51174"/>
                </a:moveTo>
                <a:lnTo>
                  <a:pt x="12945" y="51174"/>
                </a:lnTo>
                <a:lnTo>
                  <a:pt x="12945" y="46617"/>
                </a:lnTo>
                <a:lnTo>
                  <a:pt x="17542" y="46617"/>
                </a:lnTo>
                <a:close/>
                <a:moveTo>
                  <a:pt x="17542" y="46375"/>
                </a:moveTo>
                <a:lnTo>
                  <a:pt x="12945" y="46375"/>
                </a:lnTo>
                <a:lnTo>
                  <a:pt x="12945" y="41778"/>
                </a:lnTo>
                <a:lnTo>
                  <a:pt x="17542" y="41778"/>
                </a:lnTo>
                <a:close/>
                <a:moveTo>
                  <a:pt x="17542" y="41536"/>
                </a:moveTo>
                <a:lnTo>
                  <a:pt x="12945" y="41536"/>
                </a:lnTo>
                <a:lnTo>
                  <a:pt x="12945" y="36979"/>
                </a:lnTo>
                <a:lnTo>
                  <a:pt x="17542" y="36979"/>
                </a:lnTo>
                <a:close/>
                <a:moveTo>
                  <a:pt x="17542" y="36737"/>
                </a:moveTo>
                <a:lnTo>
                  <a:pt x="12945" y="36737"/>
                </a:lnTo>
                <a:lnTo>
                  <a:pt x="12945" y="32180"/>
                </a:lnTo>
                <a:lnTo>
                  <a:pt x="17542" y="32180"/>
                </a:lnTo>
                <a:close/>
                <a:moveTo>
                  <a:pt x="17542" y="31938"/>
                </a:moveTo>
                <a:lnTo>
                  <a:pt x="12945" y="31938"/>
                </a:lnTo>
                <a:lnTo>
                  <a:pt x="12945" y="27341"/>
                </a:lnTo>
                <a:lnTo>
                  <a:pt x="17542" y="27341"/>
                </a:lnTo>
                <a:close/>
                <a:moveTo>
                  <a:pt x="17542" y="27099"/>
                </a:moveTo>
                <a:lnTo>
                  <a:pt x="12945" y="27099"/>
                </a:lnTo>
                <a:lnTo>
                  <a:pt x="12945" y="22542"/>
                </a:lnTo>
                <a:lnTo>
                  <a:pt x="17542" y="22542"/>
                </a:lnTo>
                <a:close/>
                <a:moveTo>
                  <a:pt x="17542" y="22300"/>
                </a:moveTo>
                <a:lnTo>
                  <a:pt x="12945" y="22300"/>
                </a:lnTo>
                <a:lnTo>
                  <a:pt x="12945" y="17743"/>
                </a:lnTo>
                <a:lnTo>
                  <a:pt x="17542" y="17743"/>
                </a:lnTo>
                <a:close/>
                <a:moveTo>
                  <a:pt x="22341" y="80047"/>
                </a:moveTo>
                <a:lnTo>
                  <a:pt x="17784" y="80047"/>
                </a:lnTo>
                <a:lnTo>
                  <a:pt x="17784" y="75450"/>
                </a:lnTo>
                <a:lnTo>
                  <a:pt x="22341" y="75450"/>
                </a:lnTo>
                <a:close/>
                <a:moveTo>
                  <a:pt x="22341" y="75208"/>
                </a:moveTo>
                <a:lnTo>
                  <a:pt x="17784" y="75208"/>
                </a:lnTo>
                <a:lnTo>
                  <a:pt x="17784" y="70651"/>
                </a:lnTo>
                <a:lnTo>
                  <a:pt x="22341" y="70651"/>
                </a:lnTo>
                <a:close/>
                <a:moveTo>
                  <a:pt x="22341" y="70409"/>
                </a:moveTo>
                <a:lnTo>
                  <a:pt x="17784" y="70409"/>
                </a:lnTo>
                <a:lnTo>
                  <a:pt x="17784" y="65852"/>
                </a:lnTo>
                <a:lnTo>
                  <a:pt x="22341" y="65852"/>
                </a:lnTo>
                <a:close/>
                <a:moveTo>
                  <a:pt x="22341" y="65610"/>
                </a:moveTo>
                <a:lnTo>
                  <a:pt x="17784" y="65610"/>
                </a:lnTo>
                <a:lnTo>
                  <a:pt x="17784" y="61013"/>
                </a:lnTo>
                <a:lnTo>
                  <a:pt x="22341" y="61013"/>
                </a:lnTo>
                <a:close/>
                <a:moveTo>
                  <a:pt x="22341" y="60771"/>
                </a:moveTo>
                <a:lnTo>
                  <a:pt x="17784" y="60771"/>
                </a:lnTo>
                <a:lnTo>
                  <a:pt x="17784" y="56214"/>
                </a:lnTo>
                <a:lnTo>
                  <a:pt x="22341" y="56214"/>
                </a:lnTo>
                <a:close/>
                <a:moveTo>
                  <a:pt x="22341" y="55972"/>
                </a:moveTo>
                <a:lnTo>
                  <a:pt x="17784" y="55972"/>
                </a:lnTo>
                <a:lnTo>
                  <a:pt x="17784" y="51416"/>
                </a:lnTo>
                <a:lnTo>
                  <a:pt x="22341" y="51416"/>
                </a:lnTo>
                <a:close/>
                <a:moveTo>
                  <a:pt x="22341" y="51174"/>
                </a:moveTo>
                <a:lnTo>
                  <a:pt x="17784" y="51174"/>
                </a:lnTo>
                <a:lnTo>
                  <a:pt x="17784" y="46577"/>
                </a:lnTo>
                <a:lnTo>
                  <a:pt x="22341" y="46577"/>
                </a:lnTo>
                <a:close/>
                <a:moveTo>
                  <a:pt x="22341" y="46335"/>
                </a:moveTo>
                <a:lnTo>
                  <a:pt x="17784" y="46335"/>
                </a:lnTo>
                <a:lnTo>
                  <a:pt x="17784" y="41778"/>
                </a:lnTo>
                <a:lnTo>
                  <a:pt x="22341" y="41778"/>
                </a:lnTo>
                <a:close/>
                <a:moveTo>
                  <a:pt x="22341" y="41536"/>
                </a:moveTo>
                <a:lnTo>
                  <a:pt x="17784" y="41536"/>
                </a:lnTo>
                <a:lnTo>
                  <a:pt x="17784" y="36939"/>
                </a:lnTo>
                <a:lnTo>
                  <a:pt x="22341" y="36939"/>
                </a:lnTo>
                <a:close/>
                <a:moveTo>
                  <a:pt x="22341" y="36737"/>
                </a:moveTo>
                <a:lnTo>
                  <a:pt x="17784" y="36737"/>
                </a:lnTo>
                <a:lnTo>
                  <a:pt x="17784" y="32140"/>
                </a:lnTo>
                <a:lnTo>
                  <a:pt x="22341" y="32140"/>
                </a:lnTo>
                <a:close/>
                <a:moveTo>
                  <a:pt x="22341" y="31898"/>
                </a:moveTo>
                <a:lnTo>
                  <a:pt x="17784" y="31898"/>
                </a:lnTo>
                <a:lnTo>
                  <a:pt x="17784" y="27341"/>
                </a:lnTo>
                <a:lnTo>
                  <a:pt x="22341" y="27341"/>
                </a:lnTo>
                <a:close/>
                <a:moveTo>
                  <a:pt x="22341" y="27099"/>
                </a:moveTo>
                <a:lnTo>
                  <a:pt x="17784" y="27099"/>
                </a:lnTo>
                <a:lnTo>
                  <a:pt x="17784" y="22502"/>
                </a:lnTo>
                <a:lnTo>
                  <a:pt x="22341" y="22502"/>
                </a:lnTo>
                <a:close/>
                <a:moveTo>
                  <a:pt x="22341" y="22260"/>
                </a:moveTo>
                <a:lnTo>
                  <a:pt x="17784" y="22260"/>
                </a:lnTo>
                <a:lnTo>
                  <a:pt x="17784" y="17703"/>
                </a:lnTo>
                <a:lnTo>
                  <a:pt x="22341" y="17703"/>
                </a:lnTo>
                <a:close/>
                <a:moveTo>
                  <a:pt x="22341" y="17461"/>
                </a:moveTo>
                <a:lnTo>
                  <a:pt x="17784" y="17461"/>
                </a:lnTo>
                <a:lnTo>
                  <a:pt x="17784" y="12904"/>
                </a:lnTo>
                <a:lnTo>
                  <a:pt x="22341" y="12904"/>
                </a:lnTo>
                <a:close/>
                <a:moveTo>
                  <a:pt x="27139" y="84846"/>
                </a:moveTo>
                <a:lnTo>
                  <a:pt x="22583" y="84846"/>
                </a:lnTo>
                <a:lnTo>
                  <a:pt x="22583" y="80249"/>
                </a:lnTo>
                <a:lnTo>
                  <a:pt x="27139" y="80249"/>
                </a:lnTo>
                <a:close/>
                <a:moveTo>
                  <a:pt x="27139" y="80007"/>
                </a:moveTo>
                <a:lnTo>
                  <a:pt x="22583" y="80007"/>
                </a:lnTo>
                <a:lnTo>
                  <a:pt x="22583" y="75450"/>
                </a:lnTo>
                <a:lnTo>
                  <a:pt x="27139" y="75450"/>
                </a:lnTo>
                <a:close/>
                <a:moveTo>
                  <a:pt x="27139" y="75208"/>
                </a:moveTo>
                <a:lnTo>
                  <a:pt x="22583" y="75208"/>
                </a:lnTo>
                <a:lnTo>
                  <a:pt x="22583" y="70611"/>
                </a:lnTo>
                <a:lnTo>
                  <a:pt x="27139" y="70611"/>
                </a:lnTo>
                <a:close/>
                <a:moveTo>
                  <a:pt x="27139" y="70369"/>
                </a:moveTo>
                <a:lnTo>
                  <a:pt x="22583" y="70369"/>
                </a:lnTo>
                <a:lnTo>
                  <a:pt x="22583" y="65812"/>
                </a:lnTo>
                <a:lnTo>
                  <a:pt x="27139" y="65812"/>
                </a:lnTo>
                <a:close/>
                <a:moveTo>
                  <a:pt x="27139" y="65570"/>
                </a:moveTo>
                <a:lnTo>
                  <a:pt x="22583" y="65570"/>
                </a:lnTo>
                <a:lnTo>
                  <a:pt x="22583" y="61013"/>
                </a:lnTo>
                <a:lnTo>
                  <a:pt x="27139" y="61013"/>
                </a:lnTo>
                <a:close/>
                <a:moveTo>
                  <a:pt x="27139" y="60771"/>
                </a:moveTo>
                <a:lnTo>
                  <a:pt x="22583" y="60771"/>
                </a:lnTo>
                <a:lnTo>
                  <a:pt x="22583" y="56174"/>
                </a:lnTo>
                <a:lnTo>
                  <a:pt x="27139" y="56174"/>
                </a:lnTo>
                <a:close/>
                <a:moveTo>
                  <a:pt x="27139" y="55932"/>
                </a:moveTo>
                <a:lnTo>
                  <a:pt x="22583" y="55932"/>
                </a:lnTo>
                <a:lnTo>
                  <a:pt x="22583" y="51375"/>
                </a:lnTo>
                <a:lnTo>
                  <a:pt x="27139" y="51375"/>
                </a:lnTo>
                <a:close/>
                <a:moveTo>
                  <a:pt x="27139" y="51133"/>
                </a:moveTo>
                <a:lnTo>
                  <a:pt x="22583" y="51133"/>
                </a:lnTo>
                <a:lnTo>
                  <a:pt x="22583" y="46577"/>
                </a:lnTo>
                <a:lnTo>
                  <a:pt x="27139" y="46577"/>
                </a:lnTo>
                <a:close/>
                <a:moveTo>
                  <a:pt x="27139" y="46335"/>
                </a:moveTo>
                <a:lnTo>
                  <a:pt x="22583" y="46335"/>
                </a:lnTo>
                <a:lnTo>
                  <a:pt x="22583" y="41737"/>
                </a:lnTo>
                <a:lnTo>
                  <a:pt x="27139" y="41737"/>
                </a:lnTo>
                <a:close/>
                <a:moveTo>
                  <a:pt x="27139" y="41495"/>
                </a:moveTo>
                <a:lnTo>
                  <a:pt x="22583" y="41495"/>
                </a:lnTo>
                <a:lnTo>
                  <a:pt x="22583" y="36939"/>
                </a:lnTo>
                <a:lnTo>
                  <a:pt x="27139" y="36939"/>
                </a:lnTo>
                <a:close/>
                <a:moveTo>
                  <a:pt x="27139" y="36697"/>
                </a:moveTo>
                <a:lnTo>
                  <a:pt x="22583" y="36697"/>
                </a:lnTo>
                <a:lnTo>
                  <a:pt x="22583" y="32140"/>
                </a:lnTo>
                <a:lnTo>
                  <a:pt x="27139" y="32140"/>
                </a:lnTo>
                <a:close/>
                <a:moveTo>
                  <a:pt x="27139" y="31898"/>
                </a:moveTo>
                <a:lnTo>
                  <a:pt x="22583" y="31898"/>
                </a:lnTo>
                <a:lnTo>
                  <a:pt x="22583" y="27301"/>
                </a:lnTo>
                <a:lnTo>
                  <a:pt x="27139" y="27301"/>
                </a:lnTo>
                <a:close/>
                <a:moveTo>
                  <a:pt x="27139" y="27059"/>
                </a:moveTo>
                <a:lnTo>
                  <a:pt x="22583" y="27059"/>
                </a:lnTo>
                <a:lnTo>
                  <a:pt x="22583" y="22502"/>
                </a:lnTo>
                <a:lnTo>
                  <a:pt x="27139" y="22502"/>
                </a:lnTo>
                <a:close/>
                <a:moveTo>
                  <a:pt x="27139" y="22260"/>
                </a:moveTo>
                <a:lnTo>
                  <a:pt x="22583" y="22260"/>
                </a:lnTo>
                <a:lnTo>
                  <a:pt x="22583" y="17703"/>
                </a:lnTo>
                <a:lnTo>
                  <a:pt x="27139" y="17703"/>
                </a:lnTo>
                <a:close/>
                <a:moveTo>
                  <a:pt x="27139" y="17461"/>
                </a:moveTo>
                <a:lnTo>
                  <a:pt x="22583" y="17461"/>
                </a:lnTo>
                <a:lnTo>
                  <a:pt x="22583" y="12864"/>
                </a:lnTo>
                <a:lnTo>
                  <a:pt x="27139" y="12864"/>
                </a:lnTo>
                <a:close/>
                <a:moveTo>
                  <a:pt x="27139" y="12622"/>
                </a:moveTo>
                <a:lnTo>
                  <a:pt x="22583" y="12622"/>
                </a:lnTo>
                <a:lnTo>
                  <a:pt x="22583" y="8065"/>
                </a:lnTo>
                <a:lnTo>
                  <a:pt x="27139" y="8065"/>
                </a:lnTo>
                <a:close/>
                <a:moveTo>
                  <a:pt x="31979" y="84806"/>
                </a:moveTo>
                <a:lnTo>
                  <a:pt x="27381" y="84806"/>
                </a:lnTo>
                <a:lnTo>
                  <a:pt x="27381" y="80249"/>
                </a:lnTo>
                <a:lnTo>
                  <a:pt x="31979" y="80249"/>
                </a:lnTo>
                <a:close/>
                <a:moveTo>
                  <a:pt x="31979" y="80007"/>
                </a:moveTo>
                <a:lnTo>
                  <a:pt x="27381" y="80007"/>
                </a:lnTo>
                <a:lnTo>
                  <a:pt x="27381" y="75410"/>
                </a:lnTo>
                <a:lnTo>
                  <a:pt x="31979" y="75410"/>
                </a:lnTo>
                <a:close/>
                <a:moveTo>
                  <a:pt x="31979" y="75168"/>
                </a:moveTo>
                <a:lnTo>
                  <a:pt x="27381" y="75168"/>
                </a:lnTo>
                <a:lnTo>
                  <a:pt x="27381" y="70611"/>
                </a:lnTo>
                <a:lnTo>
                  <a:pt x="31979" y="70611"/>
                </a:lnTo>
                <a:close/>
                <a:moveTo>
                  <a:pt x="31979" y="70369"/>
                </a:moveTo>
                <a:lnTo>
                  <a:pt x="27381" y="70369"/>
                </a:lnTo>
                <a:lnTo>
                  <a:pt x="27381" y="65812"/>
                </a:lnTo>
                <a:lnTo>
                  <a:pt x="31979" y="65812"/>
                </a:lnTo>
                <a:close/>
                <a:moveTo>
                  <a:pt x="31979" y="65570"/>
                </a:moveTo>
                <a:lnTo>
                  <a:pt x="27381" y="65570"/>
                </a:lnTo>
                <a:lnTo>
                  <a:pt x="27381" y="60973"/>
                </a:lnTo>
                <a:lnTo>
                  <a:pt x="31979" y="60973"/>
                </a:lnTo>
                <a:close/>
                <a:moveTo>
                  <a:pt x="31979" y="60731"/>
                </a:moveTo>
                <a:lnTo>
                  <a:pt x="27381" y="60731"/>
                </a:lnTo>
                <a:lnTo>
                  <a:pt x="27381" y="56174"/>
                </a:lnTo>
                <a:lnTo>
                  <a:pt x="31979" y="56174"/>
                </a:lnTo>
                <a:close/>
                <a:moveTo>
                  <a:pt x="31979" y="55932"/>
                </a:moveTo>
                <a:lnTo>
                  <a:pt x="27381" y="55932"/>
                </a:lnTo>
                <a:lnTo>
                  <a:pt x="27381" y="51375"/>
                </a:lnTo>
                <a:lnTo>
                  <a:pt x="31979" y="51375"/>
                </a:lnTo>
                <a:close/>
                <a:moveTo>
                  <a:pt x="31979" y="51133"/>
                </a:moveTo>
                <a:lnTo>
                  <a:pt x="27381" y="51133"/>
                </a:lnTo>
                <a:lnTo>
                  <a:pt x="27381" y="46536"/>
                </a:lnTo>
                <a:lnTo>
                  <a:pt x="31979" y="46536"/>
                </a:lnTo>
                <a:close/>
                <a:moveTo>
                  <a:pt x="31979" y="46294"/>
                </a:moveTo>
                <a:lnTo>
                  <a:pt x="27381" y="46294"/>
                </a:lnTo>
                <a:lnTo>
                  <a:pt x="27381" y="41737"/>
                </a:lnTo>
                <a:lnTo>
                  <a:pt x="31979" y="41737"/>
                </a:lnTo>
                <a:close/>
                <a:moveTo>
                  <a:pt x="31979" y="41495"/>
                </a:moveTo>
                <a:lnTo>
                  <a:pt x="27381" y="41495"/>
                </a:lnTo>
                <a:lnTo>
                  <a:pt x="27381" y="36898"/>
                </a:lnTo>
                <a:lnTo>
                  <a:pt x="31979" y="36898"/>
                </a:lnTo>
                <a:close/>
                <a:moveTo>
                  <a:pt x="31979" y="36656"/>
                </a:moveTo>
                <a:lnTo>
                  <a:pt x="27381" y="36656"/>
                </a:lnTo>
                <a:lnTo>
                  <a:pt x="27381" y="32099"/>
                </a:lnTo>
                <a:lnTo>
                  <a:pt x="31979" y="32099"/>
                </a:lnTo>
                <a:close/>
                <a:moveTo>
                  <a:pt x="31979" y="31858"/>
                </a:moveTo>
                <a:lnTo>
                  <a:pt x="27381" y="31858"/>
                </a:lnTo>
                <a:lnTo>
                  <a:pt x="27381" y="27301"/>
                </a:lnTo>
                <a:lnTo>
                  <a:pt x="31979" y="27301"/>
                </a:lnTo>
                <a:close/>
                <a:moveTo>
                  <a:pt x="31979" y="27059"/>
                </a:moveTo>
                <a:lnTo>
                  <a:pt x="27381" y="27059"/>
                </a:lnTo>
                <a:lnTo>
                  <a:pt x="27381" y="22462"/>
                </a:lnTo>
                <a:lnTo>
                  <a:pt x="31979" y="22462"/>
                </a:lnTo>
                <a:close/>
                <a:moveTo>
                  <a:pt x="31979" y="22220"/>
                </a:moveTo>
                <a:lnTo>
                  <a:pt x="27381" y="22220"/>
                </a:lnTo>
                <a:lnTo>
                  <a:pt x="27381" y="17663"/>
                </a:lnTo>
                <a:lnTo>
                  <a:pt x="31979" y="17663"/>
                </a:lnTo>
                <a:close/>
                <a:moveTo>
                  <a:pt x="31979" y="17421"/>
                </a:moveTo>
                <a:lnTo>
                  <a:pt x="27381" y="17421"/>
                </a:lnTo>
                <a:lnTo>
                  <a:pt x="27381" y="12864"/>
                </a:lnTo>
                <a:lnTo>
                  <a:pt x="31979" y="12864"/>
                </a:lnTo>
                <a:close/>
                <a:moveTo>
                  <a:pt x="31979" y="12622"/>
                </a:moveTo>
                <a:lnTo>
                  <a:pt x="27381" y="12622"/>
                </a:lnTo>
                <a:lnTo>
                  <a:pt x="27381" y="8025"/>
                </a:lnTo>
                <a:lnTo>
                  <a:pt x="31979" y="8025"/>
                </a:lnTo>
                <a:close/>
                <a:moveTo>
                  <a:pt x="36777" y="89604"/>
                </a:moveTo>
                <a:lnTo>
                  <a:pt x="32220" y="89604"/>
                </a:lnTo>
                <a:lnTo>
                  <a:pt x="32220" y="85007"/>
                </a:lnTo>
                <a:lnTo>
                  <a:pt x="36777" y="85007"/>
                </a:lnTo>
                <a:close/>
                <a:moveTo>
                  <a:pt x="36777" y="84765"/>
                </a:moveTo>
                <a:lnTo>
                  <a:pt x="32220" y="84765"/>
                </a:lnTo>
                <a:lnTo>
                  <a:pt x="32220" y="80208"/>
                </a:lnTo>
                <a:lnTo>
                  <a:pt x="36777" y="80208"/>
                </a:lnTo>
                <a:close/>
                <a:moveTo>
                  <a:pt x="36777" y="79966"/>
                </a:moveTo>
                <a:lnTo>
                  <a:pt x="32220" y="79966"/>
                </a:lnTo>
                <a:lnTo>
                  <a:pt x="32220" y="75410"/>
                </a:lnTo>
                <a:lnTo>
                  <a:pt x="36777" y="75410"/>
                </a:lnTo>
                <a:close/>
                <a:moveTo>
                  <a:pt x="36777" y="75168"/>
                </a:moveTo>
                <a:lnTo>
                  <a:pt x="32220" y="75168"/>
                </a:lnTo>
                <a:lnTo>
                  <a:pt x="32220" y="70570"/>
                </a:lnTo>
                <a:lnTo>
                  <a:pt x="36777" y="70570"/>
                </a:lnTo>
                <a:close/>
                <a:moveTo>
                  <a:pt x="36777" y="70329"/>
                </a:moveTo>
                <a:lnTo>
                  <a:pt x="32220" y="70329"/>
                </a:lnTo>
                <a:lnTo>
                  <a:pt x="32220" y="65772"/>
                </a:lnTo>
                <a:lnTo>
                  <a:pt x="36777" y="65772"/>
                </a:lnTo>
                <a:close/>
                <a:moveTo>
                  <a:pt x="36777" y="65530"/>
                </a:moveTo>
                <a:lnTo>
                  <a:pt x="32220" y="65530"/>
                </a:lnTo>
                <a:lnTo>
                  <a:pt x="32220" y="60973"/>
                </a:lnTo>
                <a:lnTo>
                  <a:pt x="36777" y="60973"/>
                </a:lnTo>
                <a:close/>
                <a:moveTo>
                  <a:pt x="36777" y="60731"/>
                </a:moveTo>
                <a:lnTo>
                  <a:pt x="32220" y="60731"/>
                </a:lnTo>
                <a:lnTo>
                  <a:pt x="32220" y="56134"/>
                </a:lnTo>
                <a:lnTo>
                  <a:pt x="36777" y="56134"/>
                </a:lnTo>
                <a:close/>
                <a:moveTo>
                  <a:pt x="36777" y="55892"/>
                </a:moveTo>
                <a:lnTo>
                  <a:pt x="32220" y="55892"/>
                </a:lnTo>
                <a:lnTo>
                  <a:pt x="32220" y="51335"/>
                </a:lnTo>
                <a:lnTo>
                  <a:pt x="36777" y="51335"/>
                </a:lnTo>
                <a:close/>
                <a:moveTo>
                  <a:pt x="36777" y="51093"/>
                </a:moveTo>
                <a:lnTo>
                  <a:pt x="32220" y="51093"/>
                </a:lnTo>
                <a:lnTo>
                  <a:pt x="32220" y="46536"/>
                </a:lnTo>
                <a:lnTo>
                  <a:pt x="36777" y="46536"/>
                </a:lnTo>
                <a:close/>
                <a:moveTo>
                  <a:pt x="36777" y="46294"/>
                </a:moveTo>
                <a:lnTo>
                  <a:pt x="32220" y="46294"/>
                </a:lnTo>
                <a:lnTo>
                  <a:pt x="32220" y="41697"/>
                </a:lnTo>
                <a:lnTo>
                  <a:pt x="36777" y="41697"/>
                </a:lnTo>
                <a:close/>
                <a:moveTo>
                  <a:pt x="36777" y="41455"/>
                </a:moveTo>
                <a:lnTo>
                  <a:pt x="32220" y="41455"/>
                </a:lnTo>
                <a:lnTo>
                  <a:pt x="32220" y="36898"/>
                </a:lnTo>
                <a:lnTo>
                  <a:pt x="36777" y="36898"/>
                </a:lnTo>
                <a:close/>
                <a:moveTo>
                  <a:pt x="36777" y="36656"/>
                </a:moveTo>
                <a:lnTo>
                  <a:pt x="32220" y="36656"/>
                </a:lnTo>
                <a:lnTo>
                  <a:pt x="32220" y="32059"/>
                </a:lnTo>
                <a:lnTo>
                  <a:pt x="36777" y="32059"/>
                </a:lnTo>
                <a:close/>
                <a:moveTo>
                  <a:pt x="36777" y="31817"/>
                </a:moveTo>
                <a:lnTo>
                  <a:pt x="32220" y="31817"/>
                </a:lnTo>
                <a:lnTo>
                  <a:pt x="32220" y="27260"/>
                </a:lnTo>
                <a:lnTo>
                  <a:pt x="36777" y="27260"/>
                </a:lnTo>
                <a:close/>
                <a:moveTo>
                  <a:pt x="36777" y="27018"/>
                </a:moveTo>
                <a:lnTo>
                  <a:pt x="32220" y="27018"/>
                </a:lnTo>
                <a:lnTo>
                  <a:pt x="32220" y="22462"/>
                </a:lnTo>
                <a:lnTo>
                  <a:pt x="36777" y="22462"/>
                </a:lnTo>
                <a:close/>
                <a:moveTo>
                  <a:pt x="36777" y="22220"/>
                </a:moveTo>
                <a:lnTo>
                  <a:pt x="32220" y="22220"/>
                </a:lnTo>
                <a:lnTo>
                  <a:pt x="32220" y="17622"/>
                </a:lnTo>
                <a:lnTo>
                  <a:pt x="36777" y="17622"/>
                </a:lnTo>
                <a:close/>
                <a:moveTo>
                  <a:pt x="36777" y="17380"/>
                </a:moveTo>
                <a:lnTo>
                  <a:pt x="32220" y="17380"/>
                </a:lnTo>
                <a:lnTo>
                  <a:pt x="32220" y="12824"/>
                </a:lnTo>
                <a:lnTo>
                  <a:pt x="36777" y="12824"/>
                </a:lnTo>
                <a:close/>
                <a:moveTo>
                  <a:pt x="36777" y="12582"/>
                </a:moveTo>
                <a:lnTo>
                  <a:pt x="32220" y="12582"/>
                </a:lnTo>
                <a:lnTo>
                  <a:pt x="32220" y="8025"/>
                </a:lnTo>
                <a:lnTo>
                  <a:pt x="36777" y="8025"/>
                </a:lnTo>
                <a:close/>
                <a:moveTo>
                  <a:pt x="36777" y="7783"/>
                </a:moveTo>
                <a:lnTo>
                  <a:pt x="32220" y="7783"/>
                </a:lnTo>
                <a:lnTo>
                  <a:pt x="32220" y="3307"/>
                </a:lnTo>
                <a:lnTo>
                  <a:pt x="36777" y="3307"/>
                </a:lnTo>
                <a:lnTo>
                  <a:pt x="36777" y="7904"/>
                </a:lnTo>
                <a:close/>
                <a:moveTo>
                  <a:pt x="41616" y="89564"/>
                </a:moveTo>
                <a:lnTo>
                  <a:pt x="37019" y="89564"/>
                </a:lnTo>
                <a:lnTo>
                  <a:pt x="37019" y="85007"/>
                </a:lnTo>
                <a:lnTo>
                  <a:pt x="41616" y="85007"/>
                </a:lnTo>
                <a:close/>
                <a:moveTo>
                  <a:pt x="41616" y="84765"/>
                </a:moveTo>
                <a:lnTo>
                  <a:pt x="37019" y="84765"/>
                </a:lnTo>
                <a:lnTo>
                  <a:pt x="37019" y="80168"/>
                </a:lnTo>
                <a:lnTo>
                  <a:pt x="41616" y="80168"/>
                </a:lnTo>
                <a:close/>
                <a:moveTo>
                  <a:pt x="41616" y="79926"/>
                </a:moveTo>
                <a:lnTo>
                  <a:pt x="37019" y="79926"/>
                </a:lnTo>
                <a:lnTo>
                  <a:pt x="37019" y="75369"/>
                </a:lnTo>
                <a:lnTo>
                  <a:pt x="41616" y="75369"/>
                </a:lnTo>
                <a:close/>
                <a:moveTo>
                  <a:pt x="41616" y="75127"/>
                </a:moveTo>
                <a:lnTo>
                  <a:pt x="37019" y="75127"/>
                </a:lnTo>
                <a:lnTo>
                  <a:pt x="37019" y="70570"/>
                </a:lnTo>
                <a:lnTo>
                  <a:pt x="41616" y="70570"/>
                </a:lnTo>
                <a:close/>
                <a:moveTo>
                  <a:pt x="41616" y="70329"/>
                </a:moveTo>
                <a:lnTo>
                  <a:pt x="37019" y="70329"/>
                </a:lnTo>
                <a:lnTo>
                  <a:pt x="37019" y="65731"/>
                </a:lnTo>
                <a:lnTo>
                  <a:pt x="41616" y="65731"/>
                </a:lnTo>
                <a:close/>
                <a:moveTo>
                  <a:pt x="41616" y="65489"/>
                </a:moveTo>
                <a:lnTo>
                  <a:pt x="37019" y="65489"/>
                </a:lnTo>
                <a:lnTo>
                  <a:pt x="37019" y="60933"/>
                </a:lnTo>
                <a:lnTo>
                  <a:pt x="41616" y="60933"/>
                </a:lnTo>
                <a:close/>
                <a:moveTo>
                  <a:pt x="41616" y="60691"/>
                </a:moveTo>
                <a:lnTo>
                  <a:pt x="37019" y="60691"/>
                </a:lnTo>
                <a:lnTo>
                  <a:pt x="37019" y="56134"/>
                </a:lnTo>
                <a:lnTo>
                  <a:pt x="41616" y="56134"/>
                </a:lnTo>
                <a:close/>
                <a:moveTo>
                  <a:pt x="41616" y="55892"/>
                </a:moveTo>
                <a:lnTo>
                  <a:pt x="37019" y="55892"/>
                </a:lnTo>
                <a:lnTo>
                  <a:pt x="37019" y="51295"/>
                </a:lnTo>
                <a:lnTo>
                  <a:pt x="41616" y="51295"/>
                </a:lnTo>
                <a:close/>
                <a:moveTo>
                  <a:pt x="41616" y="51053"/>
                </a:moveTo>
                <a:lnTo>
                  <a:pt x="37019" y="51053"/>
                </a:lnTo>
                <a:lnTo>
                  <a:pt x="37019" y="46496"/>
                </a:lnTo>
                <a:lnTo>
                  <a:pt x="41616" y="46496"/>
                </a:lnTo>
                <a:close/>
                <a:moveTo>
                  <a:pt x="41616" y="46254"/>
                </a:moveTo>
                <a:lnTo>
                  <a:pt x="37019" y="46254"/>
                </a:lnTo>
                <a:lnTo>
                  <a:pt x="37019" y="41697"/>
                </a:lnTo>
                <a:lnTo>
                  <a:pt x="41616" y="41697"/>
                </a:lnTo>
                <a:close/>
                <a:moveTo>
                  <a:pt x="41616" y="41455"/>
                </a:moveTo>
                <a:lnTo>
                  <a:pt x="37019" y="41455"/>
                </a:lnTo>
                <a:lnTo>
                  <a:pt x="37019" y="36858"/>
                </a:lnTo>
                <a:lnTo>
                  <a:pt x="41616" y="36858"/>
                </a:lnTo>
                <a:close/>
                <a:moveTo>
                  <a:pt x="41616" y="36616"/>
                </a:moveTo>
                <a:lnTo>
                  <a:pt x="37019" y="36616"/>
                </a:lnTo>
                <a:lnTo>
                  <a:pt x="37019" y="32059"/>
                </a:lnTo>
                <a:lnTo>
                  <a:pt x="41616" y="32059"/>
                </a:lnTo>
                <a:close/>
                <a:moveTo>
                  <a:pt x="41616" y="31817"/>
                </a:moveTo>
                <a:lnTo>
                  <a:pt x="37019" y="31817"/>
                </a:lnTo>
                <a:lnTo>
                  <a:pt x="37019" y="27220"/>
                </a:lnTo>
                <a:lnTo>
                  <a:pt x="41616" y="27220"/>
                </a:lnTo>
                <a:close/>
                <a:moveTo>
                  <a:pt x="41616" y="26978"/>
                </a:moveTo>
                <a:lnTo>
                  <a:pt x="37019" y="26978"/>
                </a:lnTo>
                <a:lnTo>
                  <a:pt x="37019" y="22421"/>
                </a:lnTo>
                <a:lnTo>
                  <a:pt x="41616" y="22421"/>
                </a:lnTo>
                <a:close/>
                <a:moveTo>
                  <a:pt x="41616" y="22179"/>
                </a:moveTo>
                <a:lnTo>
                  <a:pt x="37019" y="22179"/>
                </a:lnTo>
                <a:lnTo>
                  <a:pt x="37019" y="17622"/>
                </a:lnTo>
                <a:lnTo>
                  <a:pt x="41616" y="17622"/>
                </a:lnTo>
                <a:close/>
                <a:moveTo>
                  <a:pt x="41616" y="17380"/>
                </a:moveTo>
                <a:lnTo>
                  <a:pt x="37019" y="17380"/>
                </a:lnTo>
                <a:lnTo>
                  <a:pt x="37019" y="12783"/>
                </a:lnTo>
                <a:lnTo>
                  <a:pt x="41616" y="12783"/>
                </a:lnTo>
                <a:close/>
                <a:moveTo>
                  <a:pt x="41616" y="12541"/>
                </a:moveTo>
                <a:lnTo>
                  <a:pt x="37019" y="12541"/>
                </a:lnTo>
                <a:lnTo>
                  <a:pt x="37019" y="7985"/>
                </a:lnTo>
                <a:lnTo>
                  <a:pt x="41616" y="7985"/>
                </a:lnTo>
                <a:close/>
                <a:moveTo>
                  <a:pt x="41616" y="7743"/>
                </a:moveTo>
                <a:lnTo>
                  <a:pt x="37019" y="7743"/>
                </a:lnTo>
                <a:lnTo>
                  <a:pt x="37019" y="3307"/>
                </a:lnTo>
                <a:lnTo>
                  <a:pt x="41616" y="3307"/>
                </a:lnTo>
                <a:lnTo>
                  <a:pt x="41616" y="7904"/>
                </a:lnTo>
                <a:close/>
                <a:moveTo>
                  <a:pt x="46415" y="89564"/>
                </a:moveTo>
                <a:lnTo>
                  <a:pt x="41858" y="89564"/>
                </a:lnTo>
                <a:lnTo>
                  <a:pt x="41858" y="84967"/>
                </a:lnTo>
                <a:lnTo>
                  <a:pt x="46415" y="84967"/>
                </a:lnTo>
                <a:close/>
                <a:moveTo>
                  <a:pt x="46415" y="84725"/>
                </a:moveTo>
                <a:lnTo>
                  <a:pt x="41858" y="84725"/>
                </a:lnTo>
                <a:lnTo>
                  <a:pt x="41858" y="80168"/>
                </a:lnTo>
                <a:lnTo>
                  <a:pt x="46415" y="80168"/>
                </a:lnTo>
                <a:close/>
                <a:moveTo>
                  <a:pt x="46415" y="79926"/>
                </a:moveTo>
                <a:lnTo>
                  <a:pt x="41858" y="79926"/>
                </a:lnTo>
                <a:lnTo>
                  <a:pt x="41858" y="75329"/>
                </a:lnTo>
                <a:lnTo>
                  <a:pt x="46415" y="75329"/>
                </a:lnTo>
                <a:close/>
                <a:moveTo>
                  <a:pt x="46415" y="75087"/>
                </a:moveTo>
                <a:lnTo>
                  <a:pt x="41858" y="75087"/>
                </a:lnTo>
                <a:lnTo>
                  <a:pt x="41858" y="70530"/>
                </a:lnTo>
                <a:lnTo>
                  <a:pt x="46415" y="70530"/>
                </a:lnTo>
                <a:close/>
                <a:moveTo>
                  <a:pt x="46415" y="70288"/>
                </a:moveTo>
                <a:lnTo>
                  <a:pt x="41858" y="70288"/>
                </a:lnTo>
                <a:lnTo>
                  <a:pt x="41858" y="65731"/>
                </a:lnTo>
                <a:lnTo>
                  <a:pt x="46415" y="65731"/>
                </a:lnTo>
                <a:close/>
                <a:moveTo>
                  <a:pt x="46415" y="65489"/>
                </a:moveTo>
                <a:lnTo>
                  <a:pt x="41858" y="65489"/>
                </a:lnTo>
                <a:lnTo>
                  <a:pt x="41858" y="60892"/>
                </a:lnTo>
                <a:lnTo>
                  <a:pt x="46415" y="60892"/>
                </a:lnTo>
                <a:close/>
                <a:moveTo>
                  <a:pt x="46415" y="60650"/>
                </a:moveTo>
                <a:lnTo>
                  <a:pt x="41858" y="60650"/>
                </a:lnTo>
                <a:lnTo>
                  <a:pt x="41858" y="56093"/>
                </a:lnTo>
                <a:lnTo>
                  <a:pt x="46415" y="56093"/>
                </a:lnTo>
                <a:close/>
                <a:moveTo>
                  <a:pt x="46415" y="55851"/>
                </a:moveTo>
                <a:lnTo>
                  <a:pt x="41858" y="55851"/>
                </a:lnTo>
                <a:lnTo>
                  <a:pt x="41858" y="51295"/>
                </a:lnTo>
                <a:lnTo>
                  <a:pt x="46415" y="51295"/>
                </a:lnTo>
                <a:close/>
                <a:moveTo>
                  <a:pt x="46415" y="51053"/>
                </a:moveTo>
                <a:lnTo>
                  <a:pt x="41858" y="51053"/>
                </a:lnTo>
                <a:lnTo>
                  <a:pt x="41858" y="46456"/>
                </a:lnTo>
                <a:lnTo>
                  <a:pt x="46415" y="46456"/>
                </a:lnTo>
                <a:close/>
                <a:moveTo>
                  <a:pt x="46415" y="46214"/>
                </a:moveTo>
                <a:lnTo>
                  <a:pt x="41858" y="46214"/>
                </a:lnTo>
                <a:lnTo>
                  <a:pt x="41858" y="41657"/>
                </a:lnTo>
                <a:lnTo>
                  <a:pt x="46415" y="41657"/>
                </a:lnTo>
                <a:close/>
                <a:moveTo>
                  <a:pt x="46415" y="41415"/>
                </a:moveTo>
                <a:lnTo>
                  <a:pt x="41858" y="41415"/>
                </a:lnTo>
                <a:lnTo>
                  <a:pt x="41858" y="36858"/>
                </a:lnTo>
                <a:lnTo>
                  <a:pt x="46415" y="36858"/>
                </a:lnTo>
                <a:close/>
                <a:moveTo>
                  <a:pt x="46415" y="36616"/>
                </a:moveTo>
                <a:lnTo>
                  <a:pt x="41858" y="36616"/>
                </a:lnTo>
                <a:lnTo>
                  <a:pt x="41858" y="32019"/>
                </a:lnTo>
                <a:lnTo>
                  <a:pt x="46415" y="32019"/>
                </a:lnTo>
                <a:close/>
                <a:moveTo>
                  <a:pt x="46415" y="31777"/>
                </a:moveTo>
                <a:lnTo>
                  <a:pt x="41858" y="31777"/>
                </a:lnTo>
                <a:lnTo>
                  <a:pt x="41858" y="27220"/>
                </a:lnTo>
                <a:lnTo>
                  <a:pt x="46415" y="27220"/>
                </a:lnTo>
                <a:close/>
                <a:moveTo>
                  <a:pt x="46415" y="26978"/>
                </a:moveTo>
                <a:lnTo>
                  <a:pt x="41858" y="26978"/>
                </a:lnTo>
                <a:lnTo>
                  <a:pt x="41858" y="22381"/>
                </a:lnTo>
                <a:lnTo>
                  <a:pt x="46415" y="22381"/>
                </a:lnTo>
                <a:close/>
                <a:moveTo>
                  <a:pt x="46415" y="22139"/>
                </a:moveTo>
                <a:lnTo>
                  <a:pt x="41858" y="22139"/>
                </a:lnTo>
                <a:lnTo>
                  <a:pt x="41858" y="17582"/>
                </a:lnTo>
                <a:lnTo>
                  <a:pt x="46415" y="17582"/>
                </a:lnTo>
                <a:close/>
                <a:moveTo>
                  <a:pt x="46415" y="17340"/>
                </a:moveTo>
                <a:lnTo>
                  <a:pt x="41858" y="17340"/>
                </a:lnTo>
                <a:lnTo>
                  <a:pt x="41858" y="12783"/>
                </a:lnTo>
                <a:lnTo>
                  <a:pt x="46415" y="12783"/>
                </a:lnTo>
                <a:close/>
                <a:moveTo>
                  <a:pt x="46415" y="12541"/>
                </a:moveTo>
                <a:lnTo>
                  <a:pt x="41858" y="12541"/>
                </a:lnTo>
                <a:lnTo>
                  <a:pt x="41858" y="7944"/>
                </a:lnTo>
                <a:lnTo>
                  <a:pt x="46415" y="7944"/>
                </a:lnTo>
                <a:close/>
                <a:moveTo>
                  <a:pt x="46415" y="7702"/>
                </a:moveTo>
                <a:lnTo>
                  <a:pt x="41858" y="7702"/>
                </a:lnTo>
                <a:lnTo>
                  <a:pt x="41858" y="3307"/>
                </a:lnTo>
                <a:lnTo>
                  <a:pt x="46415" y="3307"/>
                </a:lnTo>
                <a:lnTo>
                  <a:pt x="46415" y="7904"/>
                </a:lnTo>
                <a:close/>
                <a:moveTo>
                  <a:pt x="51214" y="89524"/>
                </a:moveTo>
                <a:lnTo>
                  <a:pt x="46657" y="89524"/>
                </a:lnTo>
                <a:lnTo>
                  <a:pt x="46657" y="84967"/>
                </a:lnTo>
                <a:lnTo>
                  <a:pt x="51214" y="84967"/>
                </a:lnTo>
                <a:close/>
                <a:moveTo>
                  <a:pt x="51214" y="84685"/>
                </a:moveTo>
                <a:lnTo>
                  <a:pt x="46657" y="84685"/>
                </a:lnTo>
                <a:lnTo>
                  <a:pt x="46657" y="80128"/>
                </a:lnTo>
                <a:lnTo>
                  <a:pt x="51214" y="80128"/>
                </a:lnTo>
                <a:close/>
                <a:moveTo>
                  <a:pt x="51214" y="79886"/>
                </a:moveTo>
                <a:lnTo>
                  <a:pt x="46657" y="79886"/>
                </a:lnTo>
                <a:lnTo>
                  <a:pt x="46657" y="75329"/>
                </a:lnTo>
                <a:lnTo>
                  <a:pt x="51214" y="75329"/>
                </a:lnTo>
                <a:close/>
                <a:moveTo>
                  <a:pt x="51214" y="75087"/>
                </a:moveTo>
                <a:lnTo>
                  <a:pt x="46657" y="75087"/>
                </a:lnTo>
                <a:lnTo>
                  <a:pt x="46657" y="70490"/>
                </a:lnTo>
                <a:lnTo>
                  <a:pt x="51214" y="70490"/>
                </a:lnTo>
                <a:close/>
                <a:moveTo>
                  <a:pt x="51214" y="70248"/>
                </a:moveTo>
                <a:lnTo>
                  <a:pt x="46657" y="70248"/>
                </a:lnTo>
                <a:lnTo>
                  <a:pt x="46657" y="65691"/>
                </a:lnTo>
                <a:lnTo>
                  <a:pt x="51214" y="65691"/>
                </a:lnTo>
                <a:close/>
                <a:moveTo>
                  <a:pt x="51214" y="65449"/>
                </a:moveTo>
                <a:lnTo>
                  <a:pt x="46657" y="65449"/>
                </a:lnTo>
                <a:lnTo>
                  <a:pt x="46657" y="60892"/>
                </a:lnTo>
                <a:lnTo>
                  <a:pt x="51214" y="60892"/>
                </a:lnTo>
                <a:close/>
                <a:moveTo>
                  <a:pt x="51214" y="60650"/>
                </a:moveTo>
                <a:lnTo>
                  <a:pt x="46657" y="60650"/>
                </a:lnTo>
                <a:lnTo>
                  <a:pt x="46657" y="56053"/>
                </a:lnTo>
                <a:lnTo>
                  <a:pt x="51214" y="56053"/>
                </a:lnTo>
                <a:close/>
                <a:moveTo>
                  <a:pt x="51214" y="55811"/>
                </a:moveTo>
                <a:lnTo>
                  <a:pt x="46657" y="55811"/>
                </a:lnTo>
                <a:lnTo>
                  <a:pt x="46657" y="51254"/>
                </a:lnTo>
                <a:lnTo>
                  <a:pt x="51214" y="51254"/>
                </a:lnTo>
                <a:close/>
                <a:moveTo>
                  <a:pt x="51214" y="51012"/>
                </a:moveTo>
                <a:lnTo>
                  <a:pt x="46657" y="51012"/>
                </a:lnTo>
                <a:lnTo>
                  <a:pt x="46657" y="46456"/>
                </a:lnTo>
                <a:lnTo>
                  <a:pt x="51214" y="46456"/>
                </a:lnTo>
                <a:close/>
                <a:moveTo>
                  <a:pt x="51214" y="46214"/>
                </a:moveTo>
                <a:lnTo>
                  <a:pt x="46657" y="46214"/>
                </a:lnTo>
                <a:lnTo>
                  <a:pt x="46657" y="41616"/>
                </a:lnTo>
                <a:lnTo>
                  <a:pt x="51214" y="41616"/>
                </a:lnTo>
                <a:close/>
                <a:moveTo>
                  <a:pt x="51214" y="41374"/>
                </a:moveTo>
                <a:lnTo>
                  <a:pt x="46657" y="41374"/>
                </a:lnTo>
                <a:lnTo>
                  <a:pt x="46657" y="36818"/>
                </a:lnTo>
                <a:lnTo>
                  <a:pt x="51214" y="36818"/>
                </a:lnTo>
                <a:close/>
                <a:moveTo>
                  <a:pt x="51214" y="36576"/>
                </a:moveTo>
                <a:lnTo>
                  <a:pt x="46657" y="36576"/>
                </a:lnTo>
                <a:lnTo>
                  <a:pt x="46657" y="32019"/>
                </a:lnTo>
                <a:lnTo>
                  <a:pt x="51214" y="32019"/>
                </a:lnTo>
                <a:close/>
                <a:moveTo>
                  <a:pt x="51214" y="31777"/>
                </a:moveTo>
                <a:lnTo>
                  <a:pt x="46657" y="31777"/>
                </a:lnTo>
                <a:lnTo>
                  <a:pt x="46657" y="27180"/>
                </a:lnTo>
                <a:lnTo>
                  <a:pt x="51214" y="27180"/>
                </a:lnTo>
                <a:close/>
                <a:moveTo>
                  <a:pt x="51214" y="26938"/>
                </a:moveTo>
                <a:lnTo>
                  <a:pt x="46657" y="26938"/>
                </a:lnTo>
                <a:lnTo>
                  <a:pt x="46657" y="22381"/>
                </a:lnTo>
                <a:lnTo>
                  <a:pt x="51214" y="22381"/>
                </a:lnTo>
                <a:close/>
                <a:moveTo>
                  <a:pt x="51214" y="22139"/>
                </a:moveTo>
                <a:lnTo>
                  <a:pt x="46657" y="22139"/>
                </a:lnTo>
                <a:lnTo>
                  <a:pt x="46657" y="17582"/>
                </a:lnTo>
                <a:lnTo>
                  <a:pt x="51214" y="17582"/>
                </a:lnTo>
                <a:close/>
                <a:moveTo>
                  <a:pt x="51214" y="17340"/>
                </a:moveTo>
                <a:lnTo>
                  <a:pt x="46657" y="17340"/>
                </a:lnTo>
                <a:lnTo>
                  <a:pt x="46657" y="12743"/>
                </a:lnTo>
                <a:lnTo>
                  <a:pt x="51214" y="12743"/>
                </a:lnTo>
                <a:close/>
                <a:moveTo>
                  <a:pt x="51214" y="12501"/>
                </a:moveTo>
                <a:lnTo>
                  <a:pt x="46657" y="12501"/>
                </a:lnTo>
                <a:lnTo>
                  <a:pt x="46657" y="7944"/>
                </a:lnTo>
                <a:lnTo>
                  <a:pt x="51214" y="7944"/>
                </a:lnTo>
                <a:close/>
                <a:moveTo>
                  <a:pt x="51214" y="7702"/>
                </a:moveTo>
                <a:lnTo>
                  <a:pt x="46657" y="7702"/>
                </a:lnTo>
                <a:lnTo>
                  <a:pt x="46657" y="3307"/>
                </a:lnTo>
                <a:lnTo>
                  <a:pt x="51214" y="3307"/>
                </a:lnTo>
                <a:lnTo>
                  <a:pt x="51214" y="7904"/>
                </a:lnTo>
                <a:close/>
                <a:moveTo>
                  <a:pt x="56053" y="89483"/>
                </a:moveTo>
                <a:lnTo>
                  <a:pt x="51456" y="89483"/>
                </a:lnTo>
                <a:lnTo>
                  <a:pt x="51456" y="84927"/>
                </a:lnTo>
                <a:lnTo>
                  <a:pt x="56053" y="84927"/>
                </a:lnTo>
                <a:close/>
                <a:moveTo>
                  <a:pt x="56053" y="84685"/>
                </a:moveTo>
                <a:lnTo>
                  <a:pt x="51456" y="84685"/>
                </a:lnTo>
                <a:lnTo>
                  <a:pt x="51456" y="80087"/>
                </a:lnTo>
                <a:lnTo>
                  <a:pt x="56053" y="80087"/>
                </a:lnTo>
                <a:close/>
                <a:moveTo>
                  <a:pt x="56053" y="79845"/>
                </a:moveTo>
                <a:lnTo>
                  <a:pt x="51456" y="79845"/>
                </a:lnTo>
                <a:lnTo>
                  <a:pt x="51456" y="75289"/>
                </a:lnTo>
                <a:lnTo>
                  <a:pt x="56053" y="75289"/>
                </a:lnTo>
                <a:close/>
                <a:moveTo>
                  <a:pt x="56053" y="75047"/>
                </a:moveTo>
                <a:lnTo>
                  <a:pt x="51456" y="75047"/>
                </a:lnTo>
                <a:lnTo>
                  <a:pt x="51456" y="70490"/>
                </a:lnTo>
                <a:lnTo>
                  <a:pt x="56053" y="70490"/>
                </a:lnTo>
                <a:close/>
                <a:moveTo>
                  <a:pt x="56053" y="70248"/>
                </a:moveTo>
                <a:lnTo>
                  <a:pt x="51456" y="70248"/>
                </a:lnTo>
                <a:lnTo>
                  <a:pt x="51456" y="65651"/>
                </a:lnTo>
                <a:lnTo>
                  <a:pt x="56053" y="65651"/>
                </a:lnTo>
                <a:close/>
                <a:moveTo>
                  <a:pt x="56053" y="65409"/>
                </a:moveTo>
                <a:lnTo>
                  <a:pt x="51456" y="65409"/>
                </a:lnTo>
                <a:lnTo>
                  <a:pt x="51456" y="60852"/>
                </a:lnTo>
                <a:lnTo>
                  <a:pt x="56053" y="60852"/>
                </a:lnTo>
                <a:close/>
                <a:moveTo>
                  <a:pt x="56053" y="60610"/>
                </a:moveTo>
                <a:lnTo>
                  <a:pt x="51456" y="60610"/>
                </a:lnTo>
                <a:lnTo>
                  <a:pt x="51456" y="56053"/>
                </a:lnTo>
                <a:lnTo>
                  <a:pt x="56053" y="56053"/>
                </a:lnTo>
                <a:close/>
                <a:moveTo>
                  <a:pt x="56053" y="55811"/>
                </a:moveTo>
                <a:lnTo>
                  <a:pt x="51456" y="55811"/>
                </a:lnTo>
                <a:lnTo>
                  <a:pt x="51456" y="51214"/>
                </a:lnTo>
                <a:lnTo>
                  <a:pt x="56053" y="51214"/>
                </a:lnTo>
                <a:close/>
                <a:moveTo>
                  <a:pt x="56053" y="50972"/>
                </a:moveTo>
                <a:lnTo>
                  <a:pt x="51456" y="50972"/>
                </a:lnTo>
                <a:lnTo>
                  <a:pt x="51456" y="46415"/>
                </a:lnTo>
                <a:lnTo>
                  <a:pt x="56053" y="46415"/>
                </a:lnTo>
                <a:close/>
                <a:moveTo>
                  <a:pt x="56053" y="46173"/>
                </a:moveTo>
                <a:lnTo>
                  <a:pt x="51456" y="46173"/>
                </a:lnTo>
                <a:lnTo>
                  <a:pt x="51456" y="41616"/>
                </a:lnTo>
                <a:lnTo>
                  <a:pt x="56053" y="41616"/>
                </a:lnTo>
                <a:close/>
                <a:moveTo>
                  <a:pt x="56053" y="41374"/>
                </a:moveTo>
                <a:lnTo>
                  <a:pt x="51456" y="41374"/>
                </a:lnTo>
                <a:lnTo>
                  <a:pt x="51456" y="36777"/>
                </a:lnTo>
                <a:lnTo>
                  <a:pt x="56053" y="36777"/>
                </a:lnTo>
                <a:close/>
                <a:moveTo>
                  <a:pt x="56053" y="36535"/>
                </a:moveTo>
                <a:lnTo>
                  <a:pt x="51456" y="36535"/>
                </a:lnTo>
                <a:lnTo>
                  <a:pt x="51456" y="31978"/>
                </a:lnTo>
                <a:lnTo>
                  <a:pt x="56053" y="31978"/>
                </a:lnTo>
                <a:close/>
                <a:moveTo>
                  <a:pt x="56053" y="31737"/>
                </a:moveTo>
                <a:lnTo>
                  <a:pt x="51456" y="31737"/>
                </a:lnTo>
                <a:lnTo>
                  <a:pt x="51456" y="27180"/>
                </a:lnTo>
                <a:lnTo>
                  <a:pt x="56053" y="27180"/>
                </a:lnTo>
                <a:close/>
                <a:moveTo>
                  <a:pt x="56053" y="26938"/>
                </a:moveTo>
                <a:lnTo>
                  <a:pt x="51456" y="26938"/>
                </a:lnTo>
                <a:lnTo>
                  <a:pt x="51456" y="22341"/>
                </a:lnTo>
                <a:lnTo>
                  <a:pt x="56053" y="22341"/>
                </a:lnTo>
                <a:close/>
                <a:moveTo>
                  <a:pt x="56053" y="22099"/>
                </a:moveTo>
                <a:lnTo>
                  <a:pt x="51456" y="22099"/>
                </a:lnTo>
                <a:lnTo>
                  <a:pt x="51456" y="17542"/>
                </a:lnTo>
                <a:lnTo>
                  <a:pt x="56053" y="17542"/>
                </a:lnTo>
                <a:close/>
                <a:moveTo>
                  <a:pt x="56053" y="17300"/>
                </a:moveTo>
                <a:lnTo>
                  <a:pt x="51456" y="17300"/>
                </a:lnTo>
                <a:lnTo>
                  <a:pt x="51456" y="12743"/>
                </a:lnTo>
                <a:lnTo>
                  <a:pt x="56053" y="12743"/>
                </a:lnTo>
                <a:close/>
                <a:moveTo>
                  <a:pt x="56053" y="12501"/>
                </a:moveTo>
                <a:lnTo>
                  <a:pt x="51456" y="12501"/>
                </a:lnTo>
                <a:lnTo>
                  <a:pt x="51456" y="7904"/>
                </a:lnTo>
                <a:lnTo>
                  <a:pt x="56053" y="7904"/>
                </a:lnTo>
                <a:close/>
                <a:moveTo>
                  <a:pt x="56053" y="7662"/>
                </a:moveTo>
                <a:lnTo>
                  <a:pt x="51456" y="7662"/>
                </a:lnTo>
                <a:lnTo>
                  <a:pt x="51456" y="3307"/>
                </a:lnTo>
                <a:lnTo>
                  <a:pt x="56053" y="3307"/>
                </a:lnTo>
                <a:lnTo>
                  <a:pt x="56053" y="7904"/>
                </a:lnTo>
                <a:close/>
                <a:moveTo>
                  <a:pt x="60852" y="89483"/>
                </a:moveTo>
                <a:lnTo>
                  <a:pt x="56295" y="89483"/>
                </a:lnTo>
                <a:lnTo>
                  <a:pt x="56295" y="84886"/>
                </a:lnTo>
                <a:lnTo>
                  <a:pt x="60852" y="84886"/>
                </a:lnTo>
                <a:close/>
                <a:moveTo>
                  <a:pt x="60852" y="84644"/>
                </a:moveTo>
                <a:lnTo>
                  <a:pt x="56295" y="84644"/>
                </a:lnTo>
                <a:lnTo>
                  <a:pt x="56295" y="80087"/>
                </a:lnTo>
                <a:lnTo>
                  <a:pt x="60852" y="80087"/>
                </a:lnTo>
                <a:close/>
                <a:moveTo>
                  <a:pt x="60852" y="79845"/>
                </a:moveTo>
                <a:lnTo>
                  <a:pt x="56295" y="79845"/>
                </a:lnTo>
                <a:lnTo>
                  <a:pt x="56295" y="75248"/>
                </a:lnTo>
                <a:lnTo>
                  <a:pt x="60852" y="75248"/>
                </a:lnTo>
                <a:close/>
                <a:moveTo>
                  <a:pt x="60852" y="75006"/>
                </a:moveTo>
                <a:lnTo>
                  <a:pt x="56295" y="75006"/>
                </a:lnTo>
                <a:lnTo>
                  <a:pt x="56295" y="70449"/>
                </a:lnTo>
                <a:lnTo>
                  <a:pt x="60852" y="70449"/>
                </a:lnTo>
                <a:close/>
                <a:moveTo>
                  <a:pt x="60852" y="70208"/>
                </a:moveTo>
                <a:lnTo>
                  <a:pt x="56295" y="70208"/>
                </a:lnTo>
                <a:lnTo>
                  <a:pt x="56295" y="65651"/>
                </a:lnTo>
                <a:lnTo>
                  <a:pt x="60852" y="65651"/>
                </a:lnTo>
                <a:close/>
                <a:moveTo>
                  <a:pt x="60852" y="65409"/>
                </a:moveTo>
                <a:lnTo>
                  <a:pt x="56295" y="65409"/>
                </a:lnTo>
                <a:lnTo>
                  <a:pt x="56295" y="60812"/>
                </a:lnTo>
                <a:lnTo>
                  <a:pt x="60852" y="60812"/>
                </a:lnTo>
                <a:close/>
                <a:moveTo>
                  <a:pt x="60852" y="60570"/>
                </a:moveTo>
                <a:lnTo>
                  <a:pt x="56295" y="60570"/>
                </a:lnTo>
                <a:lnTo>
                  <a:pt x="56295" y="56013"/>
                </a:lnTo>
                <a:lnTo>
                  <a:pt x="60852" y="56013"/>
                </a:lnTo>
                <a:close/>
                <a:moveTo>
                  <a:pt x="60852" y="55771"/>
                </a:moveTo>
                <a:lnTo>
                  <a:pt x="56295" y="55771"/>
                </a:lnTo>
                <a:lnTo>
                  <a:pt x="56295" y="51214"/>
                </a:lnTo>
                <a:lnTo>
                  <a:pt x="60852" y="51214"/>
                </a:lnTo>
                <a:close/>
                <a:moveTo>
                  <a:pt x="60852" y="50972"/>
                </a:moveTo>
                <a:lnTo>
                  <a:pt x="56295" y="50972"/>
                </a:lnTo>
                <a:lnTo>
                  <a:pt x="56295" y="46375"/>
                </a:lnTo>
                <a:lnTo>
                  <a:pt x="60852" y="46375"/>
                </a:lnTo>
                <a:close/>
                <a:moveTo>
                  <a:pt x="60852" y="46133"/>
                </a:moveTo>
                <a:lnTo>
                  <a:pt x="56295" y="46133"/>
                </a:lnTo>
                <a:lnTo>
                  <a:pt x="56295" y="41576"/>
                </a:lnTo>
                <a:lnTo>
                  <a:pt x="60852" y="41576"/>
                </a:lnTo>
                <a:close/>
                <a:moveTo>
                  <a:pt x="60852" y="41334"/>
                </a:moveTo>
                <a:lnTo>
                  <a:pt x="56295" y="41334"/>
                </a:lnTo>
                <a:lnTo>
                  <a:pt x="56295" y="36777"/>
                </a:lnTo>
                <a:lnTo>
                  <a:pt x="60852" y="36777"/>
                </a:lnTo>
                <a:close/>
                <a:moveTo>
                  <a:pt x="60852" y="36535"/>
                </a:moveTo>
                <a:lnTo>
                  <a:pt x="56295" y="36535"/>
                </a:lnTo>
                <a:lnTo>
                  <a:pt x="56295" y="31938"/>
                </a:lnTo>
                <a:lnTo>
                  <a:pt x="60852" y="31938"/>
                </a:lnTo>
                <a:close/>
                <a:moveTo>
                  <a:pt x="60852" y="31696"/>
                </a:moveTo>
                <a:lnTo>
                  <a:pt x="56295" y="31696"/>
                </a:lnTo>
                <a:lnTo>
                  <a:pt x="56295" y="27139"/>
                </a:lnTo>
                <a:lnTo>
                  <a:pt x="60852" y="27139"/>
                </a:lnTo>
                <a:close/>
                <a:moveTo>
                  <a:pt x="60852" y="26897"/>
                </a:moveTo>
                <a:lnTo>
                  <a:pt x="56295" y="26897"/>
                </a:lnTo>
                <a:lnTo>
                  <a:pt x="56295" y="22341"/>
                </a:lnTo>
                <a:lnTo>
                  <a:pt x="60852" y="22341"/>
                </a:lnTo>
                <a:close/>
                <a:moveTo>
                  <a:pt x="60852" y="22099"/>
                </a:moveTo>
                <a:lnTo>
                  <a:pt x="56295" y="22099"/>
                </a:lnTo>
                <a:lnTo>
                  <a:pt x="56295" y="17501"/>
                </a:lnTo>
                <a:lnTo>
                  <a:pt x="60852" y="17501"/>
                </a:lnTo>
                <a:close/>
                <a:moveTo>
                  <a:pt x="60852" y="17260"/>
                </a:moveTo>
                <a:lnTo>
                  <a:pt x="56295" y="17260"/>
                </a:lnTo>
                <a:lnTo>
                  <a:pt x="56295" y="12703"/>
                </a:lnTo>
                <a:lnTo>
                  <a:pt x="60852" y="12703"/>
                </a:lnTo>
                <a:close/>
                <a:moveTo>
                  <a:pt x="60852" y="12461"/>
                </a:moveTo>
                <a:lnTo>
                  <a:pt x="56295" y="12461"/>
                </a:lnTo>
                <a:lnTo>
                  <a:pt x="56295" y="7904"/>
                </a:lnTo>
                <a:lnTo>
                  <a:pt x="60852" y="7904"/>
                </a:lnTo>
                <a:close/>
                <a:moveTo>
                  <a:pt x="60852" y="7662"/>
                </a:moveTo>
                <a:lnTo>
                  <a:pt x="56295" y="7662"/>
                </a:lnTo>
                <a:lnTo>
                  <a:pt x="56295" y="3307"/>
                </a:lnTo>
                <a:lnTo>
                  <a:pt x="60852" y="3307"/>
                </a:lnTo>
                <a:lnTo>
                  <a:pt x="60852" y="7904"/>
                </a:lnTo>
                <a:close/>
                <a:moveTo>
                  <a:pt x="65651" y="84644"/>
                </a:moveTo>
                <a:lnTo>
                  <a:pt x="61094" y="84644"/>
                </a:lnTo>
                <a:lnTo>
                  <a:pt x="61094" y="80047"/>
                </a:lnTo>
                <a:lnTo>
                  <a:pt x="65651" y="80047"/>
                </a:lnTo>
                <a:close/>
                <a:moveTo>
                  <a:pt x="65651" y="79805"/>
                </a:moveTo>
                <a:lnTo>
                  <a:pt x="61094" y="79805"/>
                </a:lnTo>
                <a:lnTo>
                  <a:pt x="61094" y="75248"/>
                </a:lnTo>
                <a:lnTo>
                  <a:pt x="65651" y="75248"/>
                </a:lnTo>
                <a:close/>
                <a:moveTo>
                  <a:pt x="65651" y="75006"/>
                </a:moveTo>
                <a:lnTo>
                  <a:pt x="61094" y="75006"/>
                </a:lnTo>
                <a:lnTo>
                  <a:pt x="61094" y="70449"/>
                </a:lnTo>
                <a:lnTo>
                  <a:pt x="65651" y="70449"/>
                </a:lnTo>
                <a:close/>
                <a:moveTo>
                  <a:pt x="65651" y="70208"/>
                </a:moveTo>
                <a:lnTo>
                  <a:pt x="61094" y="70208"/>
                </a:lnTo>
                <a:lnTo>
                  <a:pt x="61094" y="65610"/>
                </a:lnTo>
                <a:lnTo>
                  <a:pt x="65651" y="65610"/>
                </a:lnTo>
                <a:close/>
                <a:moveTo>
                  <a:pt x="65651" y="65368"/>
                </a:moveTo>
                <a:lnTo>
                  <a:pt x="61094" y="65368"/>
                </a:lnTo>
                <a:lnTo>
                  <a:pt x="61094" y="60812"/>
                </a:lnTo>
                <a:lnTo>
                  <a:pt x="65651" y="60812"/>
                </a:lnTo>
                <a:close/>
                <a:moveTo>
                  <a:pt x="65651" y="60570"/>
                </a:moveTo>
                <a:lnTo>
                  <a:pt x="61094" y="60570"/>
                </a:lnTo>
                <a:lnTo>
                  <a:pt x="61094" y="56013"/>
                </a:lnTo>
                <a:lnTo>
                  <a:pt x="65651" y="56013"/>
                </a:lnTo>
                <a:close/>
                <a:moveTo>
                  <a:pt x="65651" y="55771"/>
                </a:moveTo>
                <a:lnTo>
                  <a:pt x="61094" y="55771"/>
                </a:lnTo>
                <a:lnTo>
                  <a:pt x="61094" y="51174"/>
                </a:lnTo>
                <a:lnTo>
                  <a:pt x="65651" y="51174"/>
                </a:lnTo>
                <a:close/>
                <a:moveTo>
                  <a:pt x="65651" y="50932"/>
                </a:moveTo>
                <a:lnTo>
                  <a:pt x="61094" y="50932"/>
                </a:lnTo>
                <a:lnTo>
                  <a:pt x="61094" y="46375"/>
                </a:lnTo>
                <a:lnTo>
                  <a:pt x="65651" y="46375"/>
                </a:lnTo>
                <a:close/>
                <a:moveTo>
                  <a:pt x="65651" y="46133"/>
                </a:moveTo>
                <a:lnTo>
                  <a:pt x="61094" y="46133"/>
                </a:lnTo>
                <a:lnTo>
                  <a:pt x="61094" y="41536"/>
                </a:lnTo>
                <a:lnTo>
                  <a:pt x="65651" y="41536"/>
                </a:lnTo>
                <a:close/>
                <a:moveTo>
                  <a:pt x="65651" y="41294"/>
                </a:moveTo>
                <a:lnTo>
                  <a:pt x="61094" y="41294"/>
                </a:lnTo>
                <a:lnTo>
                  <a:pt x="61094" y="36737"/>
                </a:lnTo>
                <a:lnTo>
                  <a:pt x="65651" y="36737"/>
                </a:lnTo>
                <a:close/>
                <a:moveTo>
                  <a:pt x="65651" y="36495"/>
                </a:moveTo>
                <a:lnTo>
                  <a:pt x="61094" y="36495"/>
                </a:lnTo>
                <a:lnTo>
                  <a:pt x="61094" y="31938"/>
                </a:lnTo>
                <a:lnTo>
                  <a:pt x="65651" y="31938"/>
                </a:lnTo>
                <a:close/>
                <a:moveTo>
                  <a:pt x="65651" y="31696"/>
                </a:moveTo>
                <a:lnTo>
                  <a:pt x="61094" y="31696"/>
                </a:lnTo>
                <a:lnTo>
                  <a:pt x="61094" y="27099"/>
                </a:lnTo>
                <a:lnTo>
                  <a:pt x="65651" y="27099"/>
                </a:lnTo>
                <a:close/>
                <a:moveTo>
                  <a:pt x="65651" y="26857"/>
                </a:moveTo>
                <a:lnTo>
                  <a:pt x="61094" y="26857"/>
                </a:lnTo>
                <a:lnTo>
                  <a:pt x="61094" y="22300"/>
                </a:lnTo>
                <a:lnTo>
                  <a:pt x="65651" y="22300"/>
                </a:lnTo>
                <a:close/>
                <a:moveTo>
                  <a:pt x="65651" y="22058"/>
                </a:moveTo>
                <a:lnTo>
                  <a:pt x="61094" y="22058"/>
                </a:lnTo>
                <a:lnTo>
                  <a:pt x="61094" y="17501"/>
                </a:lnTo>
                <a:lnTo>
                  <a:pt x="65651" y="17501"/>
                </a:lnTo>
                <a:close/>
                <a:moveTo>
                  <a:pt x="65651" y="17260"/>
                </a:moveTo>
                <a:lnTo>
                  <a:pt x="61094" y="17260"/>
                </a:lnTo>
                <a:lnTo>
                  <a:pt x="61094" y="12662"/>
                </a:lnTo>
                <a:lnTo>
                  <a:pt x="65651" y="12662"/>
                </a:lnTo>
                <a:close/>
                <a:moveTo>
                  <a:pt x="65651" y="12420"/>
                </a:moveTo>
                <a:lnTo>
                  <a:pt x="61094" y="12420"/>
                </a:lnTo>
                <a:lnTo>
                  <a:pt x="61094" y="7864"/>
                </a:lnTo>
                <a:lnTo>
                  <a:pt x="65651" y="7864"/>
                </a:lnTo>
                <a:close/>
                <a:moveTo>
                  <a:pt x="70490" y="84604"/>
                </a:moveTo>
                <a:lnTo>
                  <a:pt x="65893" y="84604"/>
                </a:lnTo>
                <a:lnTo>
                  <a:pt x="65893" y="80047"/>
                </a:lnTo>
                <a:lnTo>
                  <a:pt x="70490" y="80047"/>
                </a:lnTo>
                <a:close/>
                <a:moveTo>
                  <a:pt x="70490" y="79805"/>
                </a:moveTo>
                <a:lnTo>
                  <a:pt x="65893" y="79805"/>
                </a:lnTo>
                <a:lnTo>
                  <a:pt x="65893" y="75208"/>
                </a:lnTo>
                <a:lnTo>
                  <a:pt x="70490" y="75208"/>
                </a:lnTo>
                <a:close/>
                <a:moveTo>
                  <a:pt x="70490" y="74966"/>
                </a:moveTo>
                <a:lnTo>
                  <a:pt x="65893" y="74966"/>
                </a:lnTo>
                <a:lnTo>
                  <a:pt x="65893" y="70409"/>
                </a:lnTo>
                <a:lnTo>
                  <a:pt x="70490" y="70409"/>
                </a:lnTo>
                <a:close/>
                <a:moveTo>
                  <a:pt x="70490" y="70167"/>
                </a:moveTo>
                <a:lnTo>
                  <a:pt x="65893" y="70167"/>
                </a:lnTo>
                <a:lnTo>
                  <a:pt x="65893" y="65610"/>
                </a:lnTo>
                <a:lnTo>
                  <a:pt x="70490" y="65610"/>
                </a:lnTo>
                <a:close/>
                <a:moveTo>
                  <a:pt x="70490" y="65368"/>
                </a:moveTo>
                <a:lnTo>
                  <a:pt x="65893" y="65368"/>
                </a:lnTo>
                <a:lnTo>
                  <a:pt x="65893" y="60771"/>
                </a:lnTo>
                <a:lnTo>
                  <a:pt x="70490" y="60771"/>
                </a:lnTo>
                <a:close/>
                <a:moveTo>
                  <a:pt x="70490" y="60529"/>
                </a:moveTo>
                <a:lnTo>
                  <a:pt x="65893" y="60529"/>
                </a:lnTo>
                <a:lnTo>
                  <a:pt x="65893" y="55972"/>
                </a:lnTo>
                <a:lnTo>
                  <a:pt x="70490" y="55972"/>
                </a:lnTo>
                <a:close/>
                <a:moveTo>
                  <a:pt x="70490" y="55730"/>
                </a:moveTo>
                <a:lnTo>
                  <a:pt x="65893" y="55730"/>
                </a:lnTo>
                <a:lnTo>
                  <a:pt x="65893" y="51174"/>
                </a:lnTo>
                <a:lnTo>
                  <a:pt x="70490" y="51174"/>
                </a:lnTo>
                <a:close/>
                <a:moveTo>
                  <a:pt x="70490" y="50932"/>
                </a:moveTo>
                <a:lnTo>
                  <a:pt x="65893" y="50932"/>
                </a:lnTo>
                <a:lnTo>
                  <a:pt x="65893" y="46335"/>
                </a:lnTo>
                <a:lnTo>
                  <a:pt x="70490" y="46335"/>
                </a:lnTo>
                <a:close/>
                <a:moveTo>
                  <a:pt x="70490" y="46093"/>
                </a:moveTo>
                <a:lnTo>
                  <a:pt x="65893" y="46093"/>
                </a:lnTo>
                <a:lnTo>
                  <a:pt x="65893" y="41536"/>
                </a:lnTo>
                <a:lnTo>
                  <a:pt x="70490" y="41536"/>
                </a:lnTo>
                <a:close/>
                <a:moveTo>
                  <a:pt x="70490" y="41294"/>
                </a:moveTo>
                <a:lnTo>
                  <a:pt x="65893" y="41294"/>
                </a:lnTo>
                <a:lnTo>
                  <a:pt x="65893" y="36737"/>
                </a:lnTo>
                <a:lnTo>
                  <a:pt x="70490" y="36737"/>
                </a:lnTo>
                <a:close/>
                <a:moveTo>
                  <a:pt x="70490" y="36495"/>
                </a:moveTo>
                <a:lnTo>
                  <a:pt x="65893" y="36495"/>
                </a:lnTo>
                <a:lnTo>
                  <a:pt x="65893" y="31898"/>
                </a:lnTo>
                <a:lnTo>
                  <a:pt x="70490" y="31898"/>
                </a:lnTo>
                <a:close/>
                <a:moveTo>
                  <a:pt x="70490" y="31656"/>
                </a:moveTo>
                <a:lnTo>
                  <a:pt x="65893" y="31656"/>
                </a:lnTo>
                <a:lnTo>
                  <a:pt x="65893" y="27099"/>
                </a:lnTo>
                <a:lnTo>
                  <a:pt x="70490" y="27099"/>
                </a:lnTo>
                <a:close/>
                <a:moveTo>
                  <a:pt x="70490" y="26857"/>
                </a:moveTo>
                <a:lnTo>
                  <a:pt x="65893" y="26857"/>
                </a:lnTo>
                <a:lnTo>
                  <a:pt x="65893" y="22260"/>
                </a:lnTo>
                <a:lnTo>
                  <a:pt x="70490" y="22260"/>
                </a:lnTo>
                <a:close/>
                <a:moveTo>
                  <a:pt x="70490" y="22018"/>
                </a:moveTo>
                <a:lnTo>
                  <a:pt x="65893" y="22018"/>
                </a:lnTo>
                <a:lnTo>
                  <a:pt x="65893" y="17461"/>
                </a:lnTo>
                <a:lnTo>
                  <a:pt x="70490" y="17461"/>
                </a:lnTo>
                <a:close/>
                <a:moveTo>
                  <a:pt x="70490" y="17219"/>
                </a:moveTo>
                <a:lnTo>
                  <a:pt x="65893" y="17219"/>
                </a:lnTo>
                <a:lnTo>
                  <a:pt x="65893" y="12662"/>
                </a:lnTo>
                <a:lnTo>
                  <a:pt x="70490" y="12662"/>
                </a:lnTo>
                <a:close/>
                <a:moveTo>
                  <a:pt x="70490" y="12420"/>
                </a:moveTo>
                <a:lnTo>
                  <a:pt x="65893" y="12420"/>
                </a:lnTo>
                <a:lnTo>
                  <a:pt x="65893" y="7823"/>
                </a:lnTo>
                <a:lnTo>
                  <a:pt x="70490" y="7823"/>
                </a:lnTo>
                <a:close/>
                <a:moveTo>
                  <a:pt x="75289" y="79765"/>
                </a:moveTo>
                <a:lnTo>
                  <a:pt x="70732" y="79765"/>
                </a:lnTo>
                <a:lnTo>
                  <a:pt x="70732" y="75208"/>
                </a:lnTo>
                <a:lnTo>
                  <a:pt x="75289" y="75208"/>
                </a:lnTo>
                <a:close/>
                <a:moveTo>
                  <a:pt x="75289" y="74966"/>
                </a:moveTo>
                <a:lnTo>
                  <a:pt x="70732" y="74966"/>
                </a:lnTo>
                <a:lnTo>
                  <a:pt x="70732" y="70409"/>
                </a:lnTo>
                <a:lnTo>
                  <a:pt x="75289" y="70409"/>
                </a:lnTo>
                <a:close/>
                <a:moveTo>
                  <a:pt x="75289" y="70167"/>
                </a:moveTo>
                <a:lnTo>
                  <a:pt x="70732" y="70167"/>
                </a:lnTo>
                <a:lnTo>
                  <a:pt x="70732" y="65570"/>
                </a:lnTo>
                <a:lnTo>
                  <a:pt x="75289" y="65570"/>
                </a:lnTo>
                <a:close/>
                <a:moveTo>
                  <a:pt x="75289" y="65328"/>
                </a:moveTo>
                <a:lnTo>
                  <a:pt x="70732" y="65328"/>
                </a:lnTo>
                <a:lnTo>
                  <a:pt x="70732" y="60771"/>
                </a:lnTo>
                <a:lnTo>
                  <a:pt x="75289" y="60771"/>
                </a:lnTo>
                <a:close/>
                <a:moveTo>
                  <a:pt x="75289" y="60529"/>
                </a:moveTo>
                <a:lnTo>
                  <a:pt x="70732" y="60529"/>
                </a:lnTo>
                <a:lnTo>
                  <a:pt x="70732" y="55972"/>
                </a:lnTo>
                <a:lnTo>
                  <a:pt x="75289" y="55972"/>
                </a:lnTo>
                <a:close/>
                <a:moveTo>
                  <a:pt x="75289" y="55730"/>
                </a:moveTo>
                <a:lnTo>
                  <a:pt x="70732" y="55730"/>
                </a:lnTo>
                <a:lnTo>
                  <a:pt x="70732" y="51133"/>
                </a:lnTo>
                <a:lnTo>
                  <a:pt x="75289" y="51133"/>
                </a:lnTo>
                <a:close/>
                <a:moveTo>
                  <a:pt x="75289" y="50891"/>
                </a:moveTo>
                <a:lnTo>
                  <a:pt x="70732" y="50891"/>
                </a:lnTo>
                <a:lnTo>
                  <a:pt x="70732" y="46335"/>
                </a:lnTo>
                <a:lnTo>
                  <a:pt x="75289" y="46335"/>
                </a:lnTo>
                <a:close/>
                <a:moveTo>
                  <a:pt x="75289" y="46093"/>
                </a:moveTo>
                <a:lnTo>
                  <a:pt x="70732" y="46093"/>
                </a:lnTo>
                <a:lnTo>
                  <a:pt x="70732" y="41495"/>
                </a:lnTo>
                <a:lnTo>
                  <a:pt x="75289" y="41495"/>
                </a:lnTo>
                <a:close/>
                <a:moveTo>
                  <a:pt x="75289" y="41253"/>
                </a:moveTo>
                <a:lnTo>
                  <a:pt x="70732" y="41253"/>
                </a:lnTo>
                <a:lnTo>
                  <a:pt x="70732" y="36697"/>
                </a:lnTo>
                <a:lnTo>
                  <a:pt x="75289" y="36697"/>
                </a:lnTo>
                <a:close/>
                <a:moveTo>
                  <a:pt x="75289" y="36455"/>
                </a:moveTo>
                <a:lnTo>
                  <a:pt x="70732" y="36455"/>
                </a:lnTo>
                <a:lnTo>
                  <a:pt x="70732" y="31898"/>
                </a:lnTo>
                <a:lnTo>
                  <a:pt x="75289" y="31898"/>
                </a:lnTo>
                <a:close/>
                <a:moveTo>
                  <a:pt x="75289" y="31656"/>
                </a:moveTo>
                <a:lnTo>
                  <a:pt x="70732" y="31656"/>
                </a:lnTo>
                <a:lnTo>
                  <a:pt x="70732" y="27059"/>
                </a:lnTo>
                <a:lnTo>
                  <a:pt x="75289" y="27059"/>
                </a:lnTo>
                <a:close/>
                <a:moveTo>
                  <a:pt x="75289" y="26817"/>
                </a:moveTo>
                <a:lnTo>
                  <a:pt x="70732" y="26817"/>
                </a:lnTo>
                <a:lnTo>
                  <a:pt x="70732" y="22260"/>
                </a:lnTo>
                <a:lnTo>
                  <a:pt x="75289" y="22260"/>
                </a:lnTo>
                <a:close/>
                <a:moveTo>
                  <a:pt x="75289" y="22018"/>
                </a:moveTo>
                <a:lnTo>
                  <a:pt x="70732" y="22018"/>
                </a:lnTo>
                <a:lnTo>
                  <a:pt x="70732" y="17461"/>
                </a:lnTo>
                <a:lnTo>
                  <a:pt x="75289" y="17461"/>
                </a:lnTo>
                <a:close/>
                <a:moveTo>
                  <a:pt x="75289" y="17219"/>
                </a:moveTo>
                <a:lnTo>
                  <a:pt x="70732" y="17219"/>
                </a:lnTo>
                <a:lnTo>
                  <a:pt x="70732" y="12622"/>
                </a:lnTo>
                <a:lnTo>
                  <a:pt x="75289" y="12622"/>
                </a:lnTo>
                <a:close/>
                <a:moveTo>
                  <a:pt x="80087" y="74926"/>
                </a:moveTo>
                <a:lnTo>
                  <a:pt x="75531" y="74926"/>
                </a:lnTo>
                <a:lnTo>
                  <a:pt x="75531" y="70369"/>
                </a:lnTo>
                <a:lnTo>
                  <a:pt x="80087" y="70369"/>
                </a:lnTo>
                <a:close/>
                <a:moveTo>
                  <a:pt x="80087" y="70127"/>
                </a:moveTo>
                <a:lnTo>
                  <a:pt x="75531" y="70127"/>
                </a:lnTo>
                <a:lnTo>
                  <a:pt x="75531" y="65570"/>
                </a:lnTo>
                <a:lnTo>
                  <a:pt x="80087" y="65570"/>
                </a:lnTo>
                <a:close/>
                <a:moveTo>
                  <a:pt x="80087" y="65328"/>
                </a:moveTo>
                <a:lnTo>
                  <a:pt x="75531" y="65328"/>
                </a:lnTo>
                <a:lnTo>
                  <a:pt x="75531" y="60731"/>
                </a:lnTo>
                <a:lnTo>
                  <a:pt x="80087" y="60731"/>
                </a:lnTo>
                <a:close/>
                <a:moveTo>
                  <a:pt x="80087" y="60489"/>
                </a:moveTo>
                <a:lnTo>
                  <a:pt x="75531" y="60489"/>
                </a:lnTo>
                <a:lnTo>
                  <a:pt x="75531" y="55932"/>
                </a:lnTo>
                <a:lnTo>
                  <a:pt x="80087" y="55932"/>
                </a:lnTo>
                <a:close/>
                <a:moveTo>
                  <a:pt x="80087" y="55690"/>
                </a:moveTo>
                <a:lnTo>
                  <a:pt x="75531" y="55690"/>
                </a:lnTo>
                <a:lnTo>
                  <a:pt x="75531" y="51133"/>
                </a:lnTo>
                <a:lnTo>
                  <a:pt x="80087" y="51133"/>
                </a:lnTo>
                <a:close/>
                <a:moveTo>
                  <a:pt x="80087" y="50891"/>
                </a:moveTo>
                <a:lnTo>
                  <a:pt x="75531" y="50891"/>
                </a:lnTo>
                <a:lnTo>
                  <a:pt x="75531" y="46294"/>
                </a:lnTo>
                <a:lnTo>
                  <a:pt x="80087" y="46294"/>
                </a:lnTo>
                <a:close/>
                <a:moveTo>
                  <a:pt x="80087" y="46052"/>
                </a:moveTo>
                <a:lnTo>
                  <a:pt x="75531" y="46052"/>
                </a:lnTo>
                <a:lnTo>
                  <a:pt x="75531" y="41495"/>
                </a:lnTo>
                <a:lnTo>
                  <a:pt x="80087" y="41495"/>
                </a:lnTo>
                <a:close/>
                <a:moveTo>
                  <a:pt x="80087" y="41253"/>
                </a:moveTo>
                <a:lnTo>
                  <a:pt x="75531" y="41253"/>
                </a:lnTo>
                <a:lnTo>
                  <a:pt x="75531" y="36697"/>
                </a:lnTo>
                <a:lnTo>
                  <a:pt x="80087" y="36697"/>
                </a:lnTo>
                <a:close/>
                <a:moveTo>
                  <a:pt x="80087" y="36455"/>
                </a:moveTo>
                <a:lnTo>
                  <a:pt x="75531" y="36455"/>
                </a:lnTo>
                <a:lnTo>
                  <a:pt x="75531" y="31858"/>
                </a:lnTo>
                <a:lnTo>
                  <a:pt x="80087" y="31858"/>
                </a:lnTo>
                <a:close/>
                <a:moveTo>
                  <a:pt x="80087" y="31616"/>
                </a:moveTo>
                <a:lnTo>
                  <a:pt x="75531" y="31616"/>
                </a:lnTo>
                <a:lnTo>
                  <a:pt x="75531" y="27059"/>
                </a:lnTo>
                <a:lnTo>
                  <a:pt x="80087" y="27059"/>
                </a:lnTo>
                <a:close/>
                <a:moveTo>
                  <a:pt x="80087" y="26817"/>
                </a:moveTo>
                <a:lnTo>
                  <a:pt x="75531" y="26817"/>
                </a:lnTo>
                <a:lnTo>
                  <a:pt x="75531" y="22260"/>
                </a:lnTo>
                <a:lnTo>
                  <a:pt x="80087" y="22260"/>
                </a:lnTo>
                <a:close/>
                <a:moveTo>
                  <a:pt x="80087" y="22018"/>
                </a:moveTo>
                <a:lnTo>
                  <a:pt x="75531" y="22018"/>
                </a:lnTo>
                <a:lnTo>
                  <a:pt x="75531" y="17421"/>
                </a:lnTo>
                <a:lnTo>
                  <a:pt x="80087" y="17421"/>
                </a:lnTo>
                <a:close/>
                <a:moveTo>
                  <a:pt x="84886" y="70127"/>
                </a:moveTo>
                <a:lnTo>
                  <a:pt x="80329" y="70127"/>
                </a:lnTo>
                <a:lnTo>
                  <a:pt x="80329" y="65530"/>
                </a:lnTo>
                <a:lnTo>
                  <a:pt x="84886" y="65530"/>
                </a:lnTo>
                <a:close/>
                <a:moveTo>
                  <a:pt x="84886" y="65288"/>
                </a:moveTo>
                <a:lnTo>
                  <a:pt x="80329" y="65288"/>
                </a:lnTo>
                <a:lnTo>
                  <a:pt x="80329" y="60731"/>
                </a:lnTo>
                <a:lnTo>
                  <a:pt x="84886" y="60731"/>
                </a:lnTo>
                <a:close/>
                <a:moveTo>
                  <a:pt x="84886" y="60489"/>
                </a:moveTo>
                <a:lnTo>
                  <a:pt x="80329" y="60489"/>
                </a:lnTo>
                <a:lnTo>
                  <a:pt x="80329" y="55932"/>
                </a:lnTo>
                <a:lnTo>
                  <a:pt x="84886" y="55932"/>
                </a:lnTo>
                <a:close/>
                <a:moveTo>
                  <a:pt x="84886" y="55690"/>
                </a:moveTo>
                <a:lnTo>
                  <a:pt x="80329" y="55690"/>
                </a:lnTo>
                <a:lnTo>
                  <a:pt x="80329" y="51093"/>
                </a:lnTo>
                <a:lnTo>
                  <a:pt x="84886" y="51093"/>
                </a:lnTo>
                <a:close/>
                <a:moveTo>
                  <a:pt x="84886" y="50851"/>
                </a:moveTo>
                <a:lnTo>
                  <a:pt x="80329" y="50851"/>
                </a:lnTo>
                <a:lnTo>
                  <a:pt x="80329" y="46294"/>
                </a:lnTo>
                <a:lnTo>
                  <a:pt x="84886" y="46294"/>
                </a:lnTo>
                <a:close/>
                <a:moveTo>
                  <a:pt x="84886" y="46052"/>
                </a:moveTo>
                <a:lnTo>
                  <a:pt x="80329" y="46052"/>
                </a:lnTo>
                <a:lnTo>
                  <a:pt x="80329" y="41495"/>
                </a:lnTo>
                <a:lnTo>
                  <a:pt x="84886" y="41495"/>
                </a:lnTo>
                <a:close/>
                <a:moveTo>
                  <a:pt x="84886" y="41253"/>
                </a:moveTo>
                <a:lnTo>
                  <a:pt x="80329" y="41253"/>
                </a:lnTo>
                <a:lnTo>
                  <a:pt x="80329" y="36656"/>
                </a:lnTo>
                <a:lnTo>
                  <a:pt x="84886" y="36656"/>
                </a:lnTo>
                <a:close/>
                <a:moveTo>
                  <a:pt x="84886" y="36414"/>
                </a:moveTo>
                <a:lnTo>
                  <a:pt x="80329" y="36414"/>
                </a:lnTo>
                <a:lnTo>
                  <a:pt x="80329" y="31858"/>
                </a:lnTo>
                <a:lnTo>
                  <a:pt x="84886" y="31858"/>
                </a:lnTo>
                <a:close/>
                <a:moveTo>
                  <a:pt x="84886" y="31616"/>
                </a:moveTo>
                <a:lnTo>
                  <a:pt x="80329" y="31616"/>
                </a:lnTo>
                <a:lnTo>
                  <a:pt x="80329" y="27018"/>
                </a:lnTo>
                <a:lnTo>
                  <a:pt x="84886" y="27018"/>
                </a:lnTo>
                <a:close/>
                <a:moveTo>
                  <a:pt x="84886" y="26776"/>
                </a:moveTo>
                <a:lnTo>
                  <a:pt x="80329" y="26776"/>
                </a:lnTo>
                <a:lnTo>
                  <a:pt x="80329" y="22220"/>
                </a:lnTo>
                <a:lnTo>
                  <a:pt x="84886" y="22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"/>
          <p:cNvSpPr txBox="1">
            <a:spLocks noGrp="1"/>
          </p:cNvSpPr>
          <p:nvPr>
            <p:ph type="title"/>
          </p:nvPr>
        </p:nvSpPr>
        <p:spPr>
          <a:xfrm>
            <a:off x="2330700" y="1718288"/>
            <a:ext cx="4482600" cy="7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18" name="Google Shape;218;p9"/>
          <p:cNvSpPr txBox="1">
            <a:spLocks noGrp="1"/>
          </p:cNvSpPr>
          <p:nvPr>
            <p:ph type="subTitle" idx="1"/>
          </p:nvPr>
        </p:nvSpPr>
        <p:spPr>
          <a:xfrm>
            <a:off x="2330700" y="2336514"/>
            <a:ext cx="4482600" cy="10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13"/>
          <p:cNvGrpSpPr/>
          <p:nvPr/>
        </p:nvGrpSpPr>
        <p:grpSpPr>
          <a:xfrm>
            <a:off x="-300" y="-12"/>
            <a:ext cx="9363175" cy="5143488"/>
            <a:chOff x="-300" y="-12"/>
            <a:chExt cx="9363175" cy="5143488"/>
          </a:xfrm>
        </p:grpSpPr>
        <p:sp>
          <p:nvSpPr>
            <p:cNvPr id="256" name="Google Shape;256;p13"/>
            <p:cNvSpPr/>
            <p:nvPr/>
          </p:nvSpPr>
          <p:spPr>
            <a:xfrm>
              <a:off x="8421575" y="3272075"/>
              <a:ext cx="7173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57" name="Google Shape;257;p13"/>
            <p:cNvSpPr/>
            <p:nvPr/>
          </p:nvSpPr>
          <p:spPr>
            <a:xfrm rot="5400000">
              <a:off x="-568800" y="568500"/>
              <a:ext cx="1759500" cy="6225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58" name="Google Shape;258;p13"/>
            <p:cNvSpPr/>
            <p:nvPr/>
          </p:nvSpPr>
          <p:spPr>
            <a:xfrm rot="10800000" flipH="1">
              <a:off x="0" y="-12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7480375" y="46543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260" name="Google Shape;260;p13"/>
          <p:cNvGrpSpPr/>
          <p:nvPr/>
        </p:nvGrpSpPr>
        <p:grpSpPr>
          <a:xfrm>
            <a:off x="-804387" y="-78325"/>
            <a:ext cx="11111225" cy="6776750"/>
            <a:chOff x="-804387" y="-78325"/>
            <a:chExt cx="11111225" cy="6776750"/>
          </a:xfrm>
        </p:grpSpPr>
        <p:sp>
          <p:nvSpPr>
            <p:cNvPr id="261" name="Google Shape;261;p13"/>
            <p:cNvSpPr/>
            <p:nvPr/>
          </p:nvSpPr>
          <p:spPr>
            <a:xfrm rot="10800000">
              <a:off x="5782225" y="-78325"/>
              <a:ext cx="3429000" cy="5826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262" name="Google Shape;262;p13"/>
            <p:cNvGrpSpPr/>
            <p:nvPr/>
          </p:nvGrpSpPr>
          <p:grpSpPr>
            <a:xfrm>
              <a:off x="-387025" y="1052225"/>
              <a:ext cx="910269" cy="2095500"/>
              <a:chOff x="7631225" y="2241175"/>
              <a:chExt cx="910269" cy="2095500"/>
            </a:xfrm>
          </p:grpSpPr>
          <p:cxnSp>
            <p:nvCxnSpPr>
              <p:cNvPr id="263" name="Google Shape;263;p13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3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5" name="Google Shape;265;p13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6" name="Google Shape;266;p13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7" name="Google Shape;267;p13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8" name="Google Shape;268;p13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9" name="Google Shape;269;p13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" name="Google Shape;270;p13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1" name="Google Shape;271;p13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13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3" name="Google Shape;273;p13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4" name="Google Shape;274;p13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5" name="Google Shape;275;p13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76" name="Google Shape;276;p13"/>
            <p:cNvGrpSpPr/>
            <p:nvPr/>
          </p:nvGrpSpPr>
          <p:grpSpPr>
            <a:xfrm>
              <a:off x="8421563" y="946050"/>
              <a:ext cx="1885275" cy="1884250"/>
              <a:chOff x="2609275" y="3149350"/>
              <a:chExt cx="1885275" cy="1884250"/>
            </a:xfrm>
          </p:grpSpPr>
          <p:sp>
            <p:nvSpPr>
              <p:cNvPr id="277" name="Google Shape;277;p13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3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3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3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3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3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3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3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3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3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3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13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13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3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13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13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3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3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3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6" name="Google Shape;296;p13"/>
            <p:cNvSpPr/>
            <p:nvPr/>
          </p:nvSpPr>
          <p:spPr>
            <a:xfrm rot="5400000">
              <a:off x="-804387" y="4372600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7" name="Google Shape;297;p1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8" name="Google Shape;298;p13"/>
          <p:cNvSpPr txBox="1">
            <a:spLocks noGrp="1"/>
          </p:cNvSpPr>
          <p:nvPr>
            <p:ph type="title" idx="2" hasCustomPrompt="1"/>
          </p:nvPr>
        </p:nvSpPr>
        <p:spPr>
          <a:xfrm>
            <a:off x="1522280" y="1393950"/>
            <a:ext cx="773700" cy="7773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99" name="Google Shape;299;p13"/>
          <p:cNvSpPr txBox="1">
            <a:spLocks noGrp="1"/>
          </p:cNvSpPr>
          <p:nvPr>
            <p:ph type="title" idx="3" hasCustomPrompt="1"/>
          </p:nvPr>
        </p:nvSpPr>
        <p:spPr>
          <a:xfrm>
            <a:off x="5238030" y="1393950"/>
            <a:ext cx="773700" cy="7773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00" name="Google Shape;300;p13"/>
          <p:cNvSpPr txBox="1">
            <a:spLocks noGrp="1"/>
          </p:cNvSpPr>
          <p:nvPr>
            <p:ph type="title" idx="4" hasCustomPrompt="1"/>
          </p:nvPr>
        </p:nvSpPr>
        <p:spPr>
          <a:xfrm>
            <a:off x="1522305" y="2494625"/>
            <a:ext cx="773700" cy="7773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01" name="Google Shape;301;p13"/>
          <p:cNvSpPr txBox="1">
            <a:spLocks noGrp="1"/>
          </p:cNvSpPr>
          <p:nvPr>
            <p:ph type="title" idx="5" hasCustomPrompt="1"/>
          </p:nvPr>
        </p:nvSpPr>
        <p:spPr>
          <a:xfrm>
            <a:off x="1522305" y="3595300"/>
            <a:ext cx="773700" cy="7773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02" name="Google Shape;302;p13"/>
          <p:cNvSpPr txBox="1">
            <a:spLocks noGrp="1"/>
          </p:cNvSpPr>
          <p:nvPr>
            <p:ph type="subTitle" idx="1"/>
          </p:nvPr>
        </p:nvSpPr>
        <p:spPr>
          <a:xfrm>
            <a:off x="2448393" y="1518150"/>
            <a:ext cx="1457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3" name="Google Shape;303;p13"/>
          <p:cNvSpPr txBox="1">
            <a:spLocks noGrp="1"/>
          </p:cNvSpPr>
          <p:nvPr>
            <p:ph type="subTitle" idx="6"/>
          </p:nvPr>
        </p:nvSpPr>
        <p:spPr>
          <a:xfrm>
            <a:off x="6164020" y="1518150"/>
            <a:ext cx="1457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4" name="Google Shape;304;p13"/>
          <p:cNvSpPr txBox="1">
            <a:spLocks noGrp="1"/>
          </p:cNvSpPr>
          <p:nvPr>
            <p:ph type="subTitle" idx="7"/>
          </p:nvPr>
        </p:nvSpPr>
        <p:spPr>
          <a:xfrm>
            <a:off x="2448393" y="2618825"/>
            <a:ext cx="1457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5" name="Google Shape;305;p13"/>
          <p:cNvSpPr txBox="1">
            <a:spLocks noGrp="1"/>
          </p:cNvSpPr>
          <p:nvPr>
            <p:ph type="subTitle" idx="8"/>
          </p:nvPr>
        </p:nvSpPr>
        <p:spPr>
          <a:xfrm>
            <a:off x="2448270" y="3719500"/>
            <a:ext cx="1457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6" name="Google Shape;306;p13"/>
          <p:cNvSpPr txBox="1">
            <a:spLocks noGrp="1"/>
          </p:cNvSpPr>
          <p:nvPr>
            <p:ph type="title" idx="9" hasCustomPrompt="1"/>
          </p:nvPr>
        </p:nvSpPr>
        <p:spPr>
          <a:xfrm>
            <a:off x="5237956" y="2494625"/>
            <a:ext cx="773700" cy="7773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07" name="Google Shape;307;p13"/>
          <p:cNvSpPr txBox="1">
            <a:spLocks noGrp="1"/>
          </p:cNvSpPr>
          <p:nvPr>
            <p:ph type="title" idx="13" hasCustomPrompt="1"/>
          </p:nvPr>
        </p:nvSpPr>
        <p:spPr>
          <a:xfrm>
            <a:off x="5237957" y="3595300"/>
            <a:ext cx="773700" cy="7773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08" name="Google Shape;308;p13"/>
          <p:cNvSpPr txBox="1">
            <a:spLocks noGrp="1"/>
          </p:cNvSpPr>
          <p:nvPr>
            <p:ph type="subTitle" idx="14"/>
          </p:nvPr>
        </p:nvSpPr>
        <p:spPr>
          <a:xfrm>
            <a:off x="6163931" y="2618825"/>
            <a:ext cx="1457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9" name="Google Shape;309;p13"/>
          <p:cNvSpPr txBox="1">
            <a:spLocks noGrp="1"/>
          </p:cNvSpPr>
          <p:nvPr>
            <p:ph type="subTitle" idx="15"/>
          </p:nvPr>
        </p:nvSpPr>
        <p:spPr>
          <a:xfrm>
            <a:off x="6163930" y="3719500"/>
            <a:ext cx="1457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3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p14"/>
          <p:cNvGrpSpPr/>
          <p:nvPr/>
        </p:nvGrpSpPr>
        <p:grpSpPr>
          <a:xfrm>
            <a:off x="-1294537" y="-911075"/>
            <a:ext cx="10209225" cy="4536563"/>
            <a:chOff x="-1294537" y="-911075"/>
            <a:chExt cx="10209225" cy="4536563"/>
          </a:xfrm>
        </p:grpSpPr>
        <p:sp>
          <p:nvSpPr>
            <p:cNvPr id="312" name="Google Shape;312;p14"/>
            <p:cNvSpPr/>
            <p:nvPr/>
          </p:nvSpPr>
          <p:spPr>
            <a:xfrm rot="10800000" flipH="1">
              <a:off x="-125475" y="-7160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313" name="Google Shape;313;p14"/>
            <p:cNvGrpSpPr/>
            <p:nvPr/>
          </p:nvGrpSpPr>
          <p:grpSpPr>
            <a:xfrm>
              <a:off x="7928563" y="-911075"/>
              <a:ext cx="986125" cy="2095500"/>
              <a:chOff x="7631225" y="2241175"/>
              <a:chExt cx="986125" cy="2095500"/>
            </a:xfrm>
          </p:grpSpPr>
          <p:cxnSp>
            <p:nvCxnSpPr>
              <p:cNvPr id="314" name="Google Shape;314;p14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" name="Google Shape;315;p14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4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" name="Google Shape;317;p14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" name="Google Shape;318;p14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" name="Google Shape;319;p14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" name="Google Shape;320;p14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" name="Google Shape;321;p14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" name="Google Shape;322;p14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" name="Google Shape;323;p14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" name="Google Shape;324;p14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" name="Google Shape;325;p14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" name="Google Shape;326;p14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" name="Google Shape;327;p14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28" name="Google Shape;328;p14"/>
            <p:cNvGrpSpPr/>
            <p:nvPr/>
          </p:nvGrpSpPr>
          <p:grpSpPr>
            <a:xfrm>
              <a:off x="-1294537" y="1741238"/>
              <a:ext cx="1885275" cy="1884250"/>
              <a:chOff x="2609275" y="3149350"/>
              <a:chExt cx="1885275" cy="1884250"/>
            </a:xfrm>
          </p:grpSpPr>
          <p:sp>
            <p:nvSpPr>
              <p:cNvPr id="329" name="Google Shape;329;p14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4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4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14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14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14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4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4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14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4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4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14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4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4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14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4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14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4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4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48" name="Google Shape;34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4"/>
          <p:cNvSpPr/>
          <p:nvPr/>
        </p:nvSpPr>
        <p:spPr>
          <a:xfrm>
            <a:off x="7925" y="4827250"/>
            <a:ext cx="2263500" cy="313800"/>
          </a:xfrm>
          <a:prstGeom prst="round1Rect">
            <a:avLst>
              <a:gd name="adj" fmla="val 50000"/>
            </a:avLst>
          </a:prstGeom>
          <a:solidFill>
            <a:srgbClr val="006DF5">
              <a:alpha val="405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50" name="Google Shape;350;p14"/>
          <p:cNvSpPr txBox="1">
            <a:spLocks noGrp="1"/>
          </p:cNvSpPr>
          <p:nvPr>
            <p:ph type="title"/>
          </p:nvPr>
        </p:nvSpPr>
        <p:spPr>
          <a:xfrm>
            <a:off x="1228600" y="2956328"/>
            <a:ext cx="668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1" name="Google Shape;351;p14"/>
          <p:cNvSpPr txBox="1">
            <a:spLocks noGrp="1"/>
          </p:cNvSpPr>
          <p:nvPr>
            <p:ph type="subTitle" idx="1"/>
          </p:nvPr>
        </p:nvSpPr>
        <p:spPr>
          <a:xfrm>
            <a:off x="1228600" y="1538275"/>
            <a:ext cx="6686700" cy="148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4" name="Google Shape;354;p15"/>
          <p:cNvGrpSpPr/>
          <p:nvPr/>
        </p:nvGrpSpPr>
        <p:grpSpPr>
          <a:xfrm>
            <a:off x="6912000" y="0"/>
            <a:ext cx="2450875" cy="5156372"/>
            <a:chOff x="6912000" y="0"/>
            <a:chExt cx="2450875" cy="5156372"/>
          </a:xfrm>
        </p:grpSpPr>
        <p:sp>
          <p:nvSpPr>
            <p:cNvPr id="355" name="Google Shape;355;p15"/>
            <p:cNvSpPr/>
            <p:nvPr/>
          </p:nvSpPr>
          <p:spPr>
            <a:xfrm rot="10800000">
              <a:off x="8516400" y="3699572"/>
              <a:ext cx="627600" cy="14568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7480375" y="468420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 rot="10800000">
              <a:off x="6912000" y="0"/>
              <a:ext cx="2232000" cy="4617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358" name="Google Shape;358;p15"/>
          <p:cNvGrpSpPr/>
          <p:nvPr/>
        </p:nvGrpSpPr>
        <p:grpSpPr>
          <a:xfrm>
            <a:off x="-2178113" y="927159"/>
            <a:ext cx="5103863" cy="4329741"/>
            <a:chOff x="-2178113" y="927159"/>
            <a:chExt cx="5103863" cy="4329741"/>
          </a:xfrm>
        </p:grpSpPr>
        <p:sp>
          <p:nvSpPr>
            <p:cNvPr id="359" name="Google Shape;359;p15"/>
            <p:cNvSpPr/>
            <p:nvPr/>
          </p:nvSpPr>
          <p:spPr>
            <a:xfrm rot="8100000">
              <a:off x="-1696423" y="1408849"/>
              <a:ext cx="2325803" cy="2325803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-78450" y="4684200"/>
              <a:ext cx="3004200" cy="5727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361" name="Google Shape;361;p1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7_1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" name="Google Shape;364;p16"/>
          <p:cNvGrpSpPr/>
          <p:nvPr/>
        </p:nvGrpSpPr>
        <p:grpSpPr>
          <a:xfrm>
            <a:off x="-413550" y="1958000"/>
            <a:ext cx="10720388" cy="2311663"/>
            <a:chOff x="-413550" y="1958000"/>
            <a:chExt cx="10720388" cy="2311663"/>
          </a:xfrm>
        </p:grpSpPr>
        <p:grpSp>
          <p:nvGrpSpPr>
            <p:cNvPr id="365" name="Google Shape;365;p16"/>
            <p:cNvGrpSpPr/>
            <p:nvPr/>
          </p:nvGrpSpPr>
          <p:grpSpPr>
            <a:xfrm>
              <a:off x="8421563" y="2385413"/>
              <a:ext cx="1885275" cy="1884250"/>
              <a:chOff x="2609275" y="3149350"/>
              <a:chExt cx="1885275" cy="1884250"/>
            </a:xfrm>
          </p:grpSpPr>
          <p:sp>
            <p:nvSpPr>
              <p:cNvPr id="366" name="Google Shape;366;p16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16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16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16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16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16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6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16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16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16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16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16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16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16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6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16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16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16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16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5" name="Google Shape;385;p16"/>
            <p:cNvGrpSpPr/>
            <p:nvPr/>
          </p:nvGrpSpPr>
          <p:grpSpPr>
            <a:xfrm>
              <a:off x="-413550" y="1958000"/>
              <a:ext cx="986125" cy="2095500"/>
              <a:chOff x="7631225" y="2241175"/>
              <a:chExt cx="986125" cy="2095500"/>
            </a:xfrm>
          </p:grpSpPr>
          <p:cxnSp>
            <p:nvCxnSpPr>
              <p:cNvPr id="386" name="Google Shape;386;p16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6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8" name="Google Shape;388;p16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9" name="Google Shape;389;p16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0" name="Google Shape;390;p16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1" name="Google Shape;391;p16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2" name="Google Shape;392;p16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3" name="Google Shape;393;p16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4" name="Google Shape;394;p16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5" name="Google Shape;395;p16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6" name="Google Shape;396;p16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7" name="Google Shape;397;p16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8" name="Google Shape;398;p16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9" name="Google Shape;399;p16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00" name="Google Shape;400;p16"/>
          <p:cNvGrpSpPr/>
          <p:nvPr/>
        </p:nvGrpSpPr>
        <p:grpSpPr>
          <a:xfrm>
            <a:off x="7925" y="-25"/>
            <a:ext cx="9136075" cy="5143513"/>
            <a:chOff x="7925" y="-25"/>
            <a:chExt cx="9136075" cy="5143513"/>
          </a:xfrm>
        </p:grpSpPr>
        <p:sp>
          <p:nvSpPr>
            <p:cNvPr id="401" name="Google Shape;401;p16"/>
            <p:cNvSpPr/>
            <p:nvPr/>
          </p:nvSpPr>
          <p:spPr>
            <a:xfrm>
              <a:off x="7925" y="4829688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02" name="Google Shape;402;p16"/>
            <p:cNvSpPr/>
            <p:nvPr/>
          </p:nvSpPr>
          <p:spPr>
            <a:xfrm rot="10800000">
              <a:off x="7504200" y="-25"/>
              <a:ext cx="1639800" cy="4248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403" name="Google Shape;403;p1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7_1_1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7"/>
          <p:cNvSpPr/>
          <p:nvPr/>
        </p:nvSpPr>
        <p:spPr>
          <a:xfrm rot="-5400000">
            <a:off x="7193025" y="4603988"/>
            <a:ext cx="2325825" cy="2325825"/>
          </a:xfrm>
          <a:custGeom>
            <a:avLst/>
            <a:gdLst/>
            <a:ahLst/>
            <a:cxnLst/>
            <a:rect l="l" t="t" r="r" b="b"/>
            <a:pathLst>
              <a:path w="93033" h="93033" extrusionOk="0">
                <a:moveTo>
                  <a:pt x="89685" y="61054"/>
                </a:moveTo>
                <a:lnTo>
                  <a:pt x="89685" y="63796"/>
                </a:lnTo>
                <a:lnTo>
                  <a:pt x="89927" y="63150"/>
                </a:lnTo>
                <a:lnTo>
                  <a:pt x="89927" y="61054"/>
                </a:lnTo>
                <a:lnTo>
                  <a:pt x="90693" y="61054"/>
                </a:lnTo>
                <a:cubicBezTo>
                  <a:pt x="90733" y="60973"/>
                  <a:pt x="90733" y="60892"/>
                  <a:pt x="90774" y="60812"/>
                </a:cubicBezTo>
                <a:lnTo>
                  <a:pt x="89927" y="60812"/>
                </a:lnTo>
                <a:lnTo>
                  <a:pt x="89927" y="56255"/>
                </a:lnTo>
                <a:lnTo>
                  <a:pt x="91984" y="56255"/>
                </a:lnTo>
                <a:cubicBezTo>
                  <a:pt x="92024" y="56174"/>
                  <a:pt x="92024" y="56093"/>
                  <a:pt x="92064" y="56013"/>
                </a:cubicBezTo>
                <a:lnTo>
                  <a:pt x="89927" y="56013"/>
                </a:lnTo>
                <a:lnTo>
                  <a:pt x="89927" y="51456"/>
                </a:lnTo>
                <a:lnTo>
                  <a:pt x="92750" y="51456"/>
                </a:lnTo>
                <a:cubicBezTo>
                  <a:pt x="92750" y="51375"/>
                  <a:pt x="92790" y="51295"/>
                  <a:pt x="92790" y="51174"/>
                </a:cubicBezTo>
                <a:lnTo>
                  <a:pt x="89927" y="51174"/>
                </a:lnTo>
                <a:lnTo>
                  <a:pt x="89927" y="46617"/>
                </a:lnTo>
                <a:lnTo>
                  <a:pt x="93032" y="46617"/>
                </a:lnTo>
                <a:lnTo>
                  <a:pt x="93032" y="46496"/>
                </a:lnTo>
                <a:lnTo>
                  <a:pt x="93032" y="46375"/>
                </a:lnTo>
                <a:lnTo>
                  <a:pt x="89927" y="46375"/>
                </a:lnTo>
                <a:lnTo>
                  <a:pt x="89927" y="41818"/>
                </a:lnTo>
                <a:lnTo>
                  <a:pt x="92790" y="41818"/>
                </a:lnTo>
                <a:cubicBezTo>
                  <a:pt x="92790" y="41737"/>
                  <a:pt x="92750" y="41657"/>
                  <a:pt x="92750" y="41576"/>
                </a:cubicBezTo>
                <a:lnTo>
                  <a:pt x="89927" y="41576"/>
                </a:lnTo>
                <a:lnTo>
                  <a:pt x="89927" y="36979"/>
                </a:lnTo>
                <a:lnTo>
                  <a:pt x="92064" y="36979"/>
                </a:lnTo>
                <a:cubicBezTo>
                  <a:pt x="92024" y="36898"/>
                  <a:pt x="92024" y="36818"/>
                  <a:pt x="91984" y="36737"/>
                </a:cubicBezTo>
                <a:lnTo>
                  <a:pt x="89927" y="36737"/>
                </a:lnTo>
                <a:lnTo>
                  <a:pt x="89927" y="32180"/>
                </a:lnTo>
                <a:lnTo>
                  <a:pt x="90774" y="32180"/>
                </a:lnTo>
                <a:cubicBezTo>
                  <a:pt x="90733" y="32099"/>
                  <a:pt x="90733" y="32019"/>
                  <a:pt x="90693" y="31938"/>
                </a:cubicBezTo>
                <a:lnTo>
                  <a:pt x="89927" y="31938"/>
                </a:lnTo>
                <a:lnTo>
                  <a:pt x="89927" y="29841"/>
                </a:lnTo>
                <a:lnTo>
                  <a:pt x="89685" y="29196"/>
                </a:lnTo>
                <a:lnTo>
                  <a:pt x="89685" y="31938"/>
                </a:lnTo>
                <a:lnTo>
                  <a:pt x="85128" y="31938"/>
                </a:lnTo>
                <a:lnTo>
                  <a:pt x="85128" y="27381"/>
                </a:lnTo>
                <a:lnTo>
                  <a:pt x="88919" y="27381"/>
                </a:lnTo>
                <a:cubicBezTo>
                  <a:pt x="88879" y="27301"/>
                  <a:pt x="88838" y="27220"/>
                  <a:pt x="88798" y="27139"/>
                </a:cubicBezTo>
                <a:lnTo>
                  <a:pt x="85128" y="27139"/>
                </a:lnTo>
                <a:lnTo>
                  <a:pt x="85128" y="22542"/>
                </a:lnTo>
                <a:lnTo>
                  <a:pt x="86378" y="22542"/>
                </a:lnTo>
                <a:cubicBezTo>
                  <a:pt x="86338" y="22462"/>
                  <a:pt x="86298" y="22381"/>
                  <a:pt x="86257" y="22300"/>
                </a:cubicBezTo>
                <a:lnTo>
                  <a:pt x="85128" y="22300"/>
                </a:lnTo>
                <a:lnTo>
                  <a:pt x="85128" y="20566"/>
                </a:lnTo>
                <a:cubicBezTo>
                  <a:pt x="85048" y="20445"/>
                  <a:pt x="84967" y="20324"/>
                  <a:pt x="84886" y="20203"/>
                </a:cubicBezTo>
                <a:lnTo>
                  <a:pt x="84886" y="22300"/>
                </a:lnTo>
                <a:lnTo>
                  <a:pt x="80329" y="22300"/>
                </a:lnTo>
                <a:lnTo>
                  <a:pt x="80329" y="17743"/>
                </a:lnTo>
                <a:lnTo>
                  <a:pt x="83072" y="17743"/>
                </a:lnTo>
                <a:lnTo>
                  <a:pt x="82870" y="17501"/>
                </a:lnTo>
                <a:lnTo>
                  <a:pt x="80329" y="17501"/>
                </a:lnTo>
                <a:lnTo>
                  <a:pt x="80329" y="14558"/>
                </a:lnTo>
                <a:lnTo>
                  <a:pt x="80087" y="14316"/>
                </a:lnTo>
                <a:lnTo>
                  <a:pt x="80087" y="17501"/>
                </a:lnTo>
                <a:lnTo>
                  <a:pt x="75490" y="17501"/>
                </a:lnTo>
                <a:lnTo>
                  <a:pt x="75490" y="12945"/>
                </a:lnTo>
                <a:lnTo>
                  <a:pt x="78716" y="12945"/>
                </a:lnTo>
                <a:lnTo>
                  <a:pt x="78434" y="12703"/>
                </a:lnTo>
                <a:lnTo>
                  <a:pt x="75490" y="12703"/>
                </a:lnTo>
                <a:lnTo>
                  <a:pt x="75490" y="10122"/>
                </a:lnTo>
                <a:lnTo>
                  <a:pt x="75248" y="9920"/>
                </a:lnTo>
                <a:lnTo>
                  <a:pt x="75248" y="12703"/>
                </a:lnTo>
                <a:lnTo>
                  <a:pt x="70691" y="12703"/>
                </a:lnTo>
                <a:lnTo>
                  <a:pt x="70691" y="8106"/>
                </a:lnTo>
                <a:lnTo>
                  <a:pt x="72788" y="8106"/>
                </a:lnTo>
                <a:cubicBezTo>
                  <a:pt x="72667" y="8025"/>
                  <a:pt x="72546" y="7944"/>
                  <a:pt x="72425" y="7864"/>
                </a:cubicBezTo>
                <a:lnTo>
                  <a:pt x="70691" y="7864"/>
                </a:lnTo>
                <a:lnTo>
                  <a:pt x="70691" y="6775"/>
                </a:lnTo>
                <a:cubicBezTo>
                  <a:pt x="70611" y="6694"/>
                  <a:pt x="70530" y="6654"/>
                  <a:pt x="70450" y="6613"/>
                </a:cubicBezTo>
                <a:lnTo>
                  <a:pt x="70450" y="7864"/>
                </a:lnTo>
                <a:lnTo>
                  <a:pt x="65893" y="7864"/>
                </a:lnTo>
                <a:lnTo>
                  <a:pt x="65893" y="4194"/>
                </a:lnTo>
                <a:cubicBezTo>
                  <a:pt x="65812" y="4154"/>
                  <a:pt x="65731" y="4113"/>
                  <a:pt x="65651" y="4073"/>
                </a:cubicBezTo>
                <a:lnTo>
                  <a:pt x="65651" y="7864"/>
                </a:lnTo>
                <a:lnTo>
                  <a:pt x="61054" y="7864"/>
                </a:lnTo>
                <a:lnTo>
                  <a:pt x="61054" y="3307"/>
                </a:lnTo>
                <a:lnTo>
                  <a:pt x="63796" y="3307"/>
                </a:lnTo>
                <a:lnTo>
                  <a:pt x="63191" y="3065"/>
                </a:lnTo>
                <a:lnTo>
                  <a:pt x="61054" y="3065"/>
                </a:lnTo>
                <a:lnTo>
                  <a:pt x="61054" y="2339"/>
                </a:lnTo>
                <a:cubicBezTo>
                  <a:pt x="60973" y="2299"/>
                  <a:pt x="60892" y="2258"/>
                  <a:pt x="60812" y="2258"/>
                </a:cubicBezTo>
                <a:lnTo>
                  <a:pt x="60812" y="3065"/>
                </a:lnTo>
                <a:lnTo>
                  <a:pt x="56255" y="3065"/>
                </a:lnTo>
                <a:lnTo>
                  <a:pt x="56255" y="1048"/>
                </a:lnTo>
                <a:cubicBezTo>
                  <a:pt x="56174" y="1008"/>
                  <a:pt x="56093" y="1008"/>
                  <a:pt x="56013" y="968"/>
                </a:cubicBezTo>
                <a:lnTo>
                  <a:pt x="56013" y="3065"/>
                </a:lnTo>
                <a:lnTo>
                  <a:pt x="51456" y="3065"/>
                </a:lnTo>
                <a:lnTo>
                  <a:pt x="51456" y="282"/>
                </a:lnTo>
                <a:cubicBezTo>
                  <a:pt x="51375" y="242"/>
                  <a:pt x="51295" y="242"/>
                  <a:pt x="51214" y="242"/>
                </a:cubicBezTo>
                <a:lnTo>
                  <a:pt x="51214" y="3065"/>
                </a:lnTo>
                <a:lnTo>
                  <a:pt x="46617" y="3065"/>
                </a:lnTo>
                <a:lnTo>
                  <a:pt x="46617" y="0"/>
                </a:lnTo>
                <a:lnTo>
                  <a:pt x="46496" y="0"/>
                </a:lnTo>
                <a:lnTo>
                  <a:pt x="46375" y="0"/>
                </a:lnTo>
                <a:lnTo>
                  <a:pt x="46375" y="3065"/>
                </a:lnTo>
                <a:lnTo>
                  <a:pt x="41818" y="3065"/>
                </a:lnTo>
                <a:lnTo>
                  <a:pt x="41818" y="242"/>
                </a:lnTo>
                <a:cubicBezTo>
                  <a:pt x="41737" y="242"/>
                  <a:pt x="41657" y="242"/>
                  <a:pt x="41576" y="242"/>
                </a:cubicBezTo>
                <a:lnTo>
                  <a:pt x="41576" y="3065"/>
                </a:lnTo>
                <a:lnTo>
                  <a:pt x="37019" y="3065"/>
                </a:lnTo>
                <a:lnTo>
                  <a:pt x="37019" y="968"/>
                </a:lnTo>
                <a:cubicBezTo>
                  <a:pt x="36939" y="1008"/>
                  <a:pt x="36858" y="1008"/>
                  <a:pt x="36777" y="1008"/>
                </a:cubicBezTo>
                <a:lnTo>
                  <a:pt x="36777" y="3065"/>
                </a:lnTo>
                <a:lnTo>
                  <a:pt x="32180" y="3065"/>
                </a:lnTo>
                <a:lnTo>
                  <a:pt x="32180" y="2258"/>
                </a:lnTo>
                <a:cubicBezTo>
                  <a:pt x="32099" y="2258"/>
                  <a:pt x="32019" y="2299"/>
                  <a:pt x="31938" y="2339"/>
                </a:cubicBezTo>
                <a:lnTo>
                  <a:pt x="31938" y="3065"/>
                </a:lnTo>
                <a:lnTo>
                  <a:pt x="29841" y="3065"/>
                </a:lnTo>
                <a:lnTo>
                  <a:pt x="29236" y="3307"/>
                </a:lnTo>
                <a:lnTo>
                  <a:pt x="31938" y="3307"/>
                </a:lnTo>
                <a:lnTo>
                  <a:pt x="31938" y="7904"/>
                </a:lnTo>
                <a:lnTo>
                  <a:pt x="27381" y="7904"/>
                </a:lnTo>
                <a:lnTo>
                  <a:pt x="27381" y="4113"/>
                </a:lnTo>
                <a:cubicBezTo>
                  <a:pt x="27301" y="4154"/>
                  <a:pt x="27220" y="4194"/>
                  <a:pt x="27139" y="4234"/>
                </a:cubicBezTo>
                <a:lnTo>
                  <a:pt x="27139" y="7904"/>
                </a:lnTo>
                <a:lnTo>
                  <a:pt x="22542" y="7904"/>
                </a:lnTo>
                <a:lnTo>
                  <a:pt x="22542" y="6613"/>
                </a:lnTo>
                <a:cubicBezTo>
                  <a:pt x="22462" y="6694"/>
                  <a:pt x="22381" y="6734"/>
                  <a:pt x="22300" y="6775"/>
                </a:cubicBezTo>
                <a:lnTo>
                  <a:pt x="22300" y="7904"/>
                </a:lnTo>
                <a:lnTo>
                  <a:pt x="20566" y="7904"/>
                </a:lnTo>
                <a:cubicBezTo>
                  <a:pt x="20445" y="7985"/>
                  <a:pt x="20324" y="8065"/>
                  <a:pt x="20203" y="8146"/>
                </a:cubicBezTo>
                <a:lnTo>
                  <a:pt x="22300" y="8146"/>
                </a:lnTo>
                <a:lnTo>
                  <a:pt x="22300" y="12703"/>
                </a:lnTo>
                <a:lnTo>
                  <a:pt x="17743" y="12703"/>
                </a:lnTo>
                <a:lnTo>
                  <a:pt x="17743" y="9961"/>
                </a:lnTo>
                <a:lnTo>
                  <a:pt x="17501" y="10162"/>
                </a:lnTo>
                <a:lnTo>
                  <a:pt x="17501" y="12703"/>
                </a:lnTo>
                <a:lnTo>
                  <a:pt x="14558" y="12703"/>
                </a:lnTo>
                <a:lnTo>
                  <a:pt x="14316" y="12945"/>
                </a:lnTo>
                <a:lnTo>
                  <a:pt x="17501" y="12945"/>
                </a:lnTo>
                <a:lnTo>
                  <a:pt x="17501" y="17542"/>
                </a:lnTo>
                <a:lnTo>
                  <a:pt x="12945" y="17542"/>
                </a:lnTo>
                <a:lnTo>
                  <a:pt x="12945" y="14316"/>
                </a:lnTo>
                <a:lnTo>
                  <a:pt x="12703" y="14598"/>
                </a:lnTo>
                <a:lnTo>
                  <a:pt x="12703" y="17542"/>
                </a:lnTo>
                <a:lnTo>
                  <a:pt x="10122" y="17542"/>
                </a:lnTo>
                <a:lnTo>
                  <a:pt x="9920" y="17784"/>
                </a:lnTo>
                <a:lnTo>
                  <a:pt x="12703" y="17784"/>
                </a:lnTo>
                <a:lnTo>
                  <a:pt x="12703" y="22341"/>
                </a:lnTo>
                <a:lnTo>
                  <a:pt x="8106" y="22341"/>
                </a:lnTo>
                <a:lnTo>
                  <a:pt x="8106" y="20244"/>
                </a:lnTo>
                <a:cubicBezTo>
                  <a:pt x="8025" y="20365"/>
                  <a:pt x="7944" y="20486"/>
                  <a:pt x="7864" y="20607"/>
                </a:cubicBezTo>
                <a:lnTo>
                  <a:pt x="7864" y="22341"/>
                </a:lnTo>
                <a:lnTo>
                  <a:pt x="6775" y="22341"/>
                </a:lnTo>
                <a:cubicBezTo>
                  <a:pt x="6694" y="22421"/>
                  <a:pt x="6654" y="22502"/>
                  <a:pt x="6613" y="22583"/>
                </a:cubicBezTo>
                <a:lnTo>
                  <a:pt x="7864" y="22583"/>
                </a:lnTo>
                <a:lnTo>
                  <a:pt x="7864" y="27139"/>
                </a:lnTo>
                <a:lnTo>
                  <a:pt x="4194" y="27139"/>
                </a:lnTo>
                <a:cubicBezTo>
                  <a:pt x="4154" y="27220"/>
                  <a:pt x="4113" y="27301"/>
                  <a:pt x="4073" y="27381"/>
                </a:cubicBezTo>
                <a:lnTo>
                  <a:pt x="7864" y="27381"/>
                </a:lnTo>
                <a:lnTo>
                  <a:pt x="7864" y="31978"/>
                </a:lnTo>
                <a:lnTo>
                  <a:pt x="3307" y="31978"/>
                </a:lnTo>
                <a:lnTo>
                  <a:pt x="3307" y="29236"/>
                </a:lnTo>
                <a:lnTo>
                  <a:pt x="3065" y="29841"/>
                </a:lnTo>
                <a:lnTo>
                  <a:pt x="3065" y="31978"/>
                </a:lnTo>
                <a:lnTo>
                  <a:pt x="2299" y="31978"/>
                </a:lnTo>
                <a:cubicBezTo>
                  <a:pt x="2299" y="32059"/>
                  <a:pt x="2258" y="32140"/>
                  <a:pt x="2218" y="32220"/>
                </a:cubicBezTo>
                <a:lnTo>
                  <a:pt x="3065" y="32220"/>
                </a:lnTo>
                <a:lnTo>
                  <a:pt x="3065" y="36777"/>
                </a:lnTo>
                <a:lnTo>
                  <a:pt x="1008" y="36777"/>
                </a:lnTo>
                <a:cubicBezTo>
                  <a:pt x="1008" y="36858"/>
                  <a:pt x="968" y="36939"/>
                  <a:pt x="968" y="37019"/>
                </a:cubicBezTo>
                <a:lnTo>
                  <a:pt x="3065" y="37019"/>
                </a:lnTo>
                <a:lnTo>
                  <a:pt x="3065" y="41576"/>
                </a:lnTo>
                <a:lnTo>
                  <a:pt x="242" y="41576"/>
                </a:lnTo>
                <a:cubicBezTo>
                  <a:pt x="242" y="41657"/>
                  <a:pt x="242" y="41737"/>
                  <a:pt x="242" y="41818"/>
                </a:cubicBezTo>
                <a:lnTo>
                  <a:pt x="3065" y="41818"/>
                </a:lnTo>
                <a:lnTo>
                  <a:pt x="3065" y="46415"/>
                </a:lnTo>
                <a:lnTo>
                  <a:pt x="0" y="46415"/>
                </a:lnTo>
                <a:lnTo>
                  <a:pt x="0" y="46536"/>
                </a:lnTo>
                <a:lnTo>
                  <a:pt x="0" y="46657"/>
                </a:lnTo>
                <a:lnTo>
                  <a:pt x="3065" y="46657"/>
                </a:lnTo>
                <a:lnTo>
                  <a:pt x="3065" y="51214"/>
                </a:lnTo>
                <a:lnTo>
                  <a:pt x="242" y="51214"/>
                </a:lnTo>
                <a:cubicBezTo>
                  <a:pt x="242" y="51295"/>
                  <a:pt x="242" y="51375"/>
                  <a:pt x="242" y="51456"/>
                </a:cubicBezTo>
                <a:lnTo>
                  <a:pt x="3065" y="51456"/>
                </a:lnTo>
                <a:lnTo>
                  <a:pt x="3065" y="56053"/>
                </a:lnTo>
                <a:lnTo>
                  <a:pt x="968" y="56053"/>
                </a:lnTo>
                <a:cubicBezTo>
                  <a:pt x="968" y="56134"/>
                  <a:pt x="1008" y="56174"/>
                  <a:pt x="1008" y="56295"/>
                </a:cubicBezTo>
                <a:lnTo>
                  <a:pt x="3065" y="56295"/>
                </a:lnTo>
                <a:lnTo>
                  <a:pt x="3065" y="60852"/>
                </a:lnTo>
                <a:lnTo>
                  <a:pt x="2218" y="60852"/>
                </a:lnTo>
                <a:cubicBezTo>
                  <a:pt x="2258" y="60933"/>
                  <a:pt x="2299" y="61013"/>
                  <a:pt x="2299" y="61094"/>
                </a:cubicBezTo>
                <a:lnTo>
                  <a:pt x="3065" y="61094"/>
                </a:lnTo>
                <a:lnTo>
                  <a:pt x="3065" y="63191"/>
                </a:lnTo>
                <a:lnTo>
                  <a:pt x="3307" y="63836"/>
                </a:lnTo>
                <a:lnTo>
                  <a:pt x="3307" y="61094"/>
                </a:lnTo>
                <a:lnTo>
                  <a:pt x="7864" y="61094"/>
                </a:lnTo>
                <a:lnTo>
                  <a:pt x="7864" y="65651"/>
                </a:lnTo>
                <a:lnTo>
                  <a:pt x="4073" y="65651"/>
                </a:lnTo>
                <a:cubicBezTo>
                  <a:pt x="4113" y="65731"/>
                  <a:pt x="4154" y="65812"/>
                  <a:pt x="4194" y="65893"/>
                </a:cubicBezTo>
                <a:lnTo>
                  <a:pt x="7864" y="65893"/>
                </a:lnTo>
                <a:lnTo>
                  <a:pt x="7864" y="70490"/>
                </a:lnTo>
                <a:lnTo>
                  <a:pt x="6613" y="70490"/>
                </a:lnTo>
                <a:cubicBezTo>
                  <a:pt x="6654" y="70570"/>
                  <a:pt x="6694" y="70651"/>
                  <a:pt x="6775" y="70732"/>
                </a:cubicBezTo>
                <a:lnTo>
                  <a:pt x="7864" y="70732"/>
                </a:lnTo>
                <a:lnTo>
                  <a:pt x="7864" y="72466"/>
                </a:lnTo>
                <a:cubicBezTo>
                  <a:pt x="7944" y="72587"/>
                  <a:pt x="8025" y="72708"/>
                  <a:pt x="8106" y="72829"/>
                </a:cubicBezTo>
                <a:lnTo>
                  <a:pt x="8106" y="70732"/>
                </a:lnTo>
                <a:lnTo>
                  <a:pt x="12703" y="70732"/>
                </a:lnTo>
                <a:lnTo>
                  <a:pt x="12703" y="75289"/>
                </a:lnTo>
                <a:lnTo>
                  <a:pt x="9920" y="75289"/>
                </a:lnTo>
                <a:lnTo>
                  <a:pt x="10122" y="75531"/>
                </a:lnTo>
                <a:lnTo>
                  <a:pt x="12703" y="75531"/>
                </a:lnTo>
                <a:lnTo>
                  <a:pt x="12703" y="78474"/>
                </a:lnTo>
                <a:lnTo>
                  <a:pt x="12945" y="78716"/>
                </a:lnTo>
                <a:lnTo>
                  <a:pt x="12945" y="75531"/>
                </a:lnTo>
                <a:lnTo>
                  <a:pt x="17501" y="75531"/>
                </a:lnTo>
                <a:lnTo>
                  <a:pt x="17501" y="80087"/>
                </a:lnTo>
                <a:lnTo>
                  <a:pt x="14316" y="80087"/>
                </a:lnTo>
                <a:lnTo>
                  <a:pt x="14558" y="80329"/>
                </a:lnTo>
                <a:lnTo>
                  <a:pt x="17501" y="80329"/>
                </a:lnTo>
                <a:lnTo>
                  <a:pt x="17501" y="82910"/>
                </a:lnTo>
                <a:lnTo>
                  <a:pt x="17743" y="83072"/>
                </a:lnTo>
                <a:lnTo>
                  <a:pt x="17743" y="80329"/>
                </a:lnTo>
                <a:lnTo>
                  <a:pt x="22300" y="80329"/>
                </a:lnTo>
                <a:lnTo>
                  <a:pt x="22300" y="84927"/>
                </a:lnTo>
                <a:lnTo>
                  <a:pt x="20203" y="84927"/>
                </a:lnTo>
                <a:cubicBezTo>
                  <a:pt x="20324" y="85007"/>
                  <a:pt x="20445" y="85088"/>
                  <a:pt x="20566" y="85168"/>
                </a:cubicBezTo>
                <a:lnTo>
                  <a:pt x="22300" y="85168"/>
                </a:lnTo>
                <a:lnTo>
                  <a:pt x="22300" y="86257"/>
                </a:lnTo>
                <a:cubicBezTo>
                  <a:pt x="22381" y="86338"/>
                  <a:pt x="22462" y="86378"/>
                  <a:pt x="22542" y="86419"/>
                </a:cubicBezTo>
                <a:lnTo>
                  <a:pt x="22542" y="85168"/>
                </a:lnTo>
                <a:lnTo>
                  <a:pt x="27139" y="85168"/>
                </a:lnTo>
                <a:lnTo>
                  <a:pt x="27139" y="88838"/>
                </a:lnTo>
                <a:cubicBezTo>
                  <a:pt x="27220" y="88878"/>
                  <a:pt x="27301" y="88919"/>
                  <a:pt x="27381" y="88959"/>
                </a:cubicBezTo>
                <a:lnTo>
                  <a:pt x="27381" y="85168"/>
                </a:lnTo>
                <a:lnTo>
                  <a:pt x="31938" y="85168"/>
                </a:lnTo>
                <a:lnTo>
                  <a:pt x="31938" y="89725"/>
                </a:lnTo>
                <a:lnTo>
                  <a:pt x="29236" y="89725"/>
                </a:lnTo>
                <a:lnTo>
                  <a:pt x="29841" y="89967"/>
                </a:lnTo>
                <a:lnTo>
                  <a:pt x="31938" y="89967"/>
                </a:lnTo>
                <a:lnTo>
                  <a:pt x="31938" y="90733"/>
                </a:lnTo>
                <a:cubicBezTo>
                  <a:pt x="32019" y="90733"/>
                  <a:pt x="32099" y="90774"/>
                  <a:pt x="32180" y="90814"/>
                </a:cubicBezTo>
                <a:lnTo>
                  <a:pt x="32180" y="89967"/>
                </a:lnTo>
                <a:lnTo>
                  <a:pt x="36777" y="89967"/>
                </a:lnTo>
                <a:lnTo>
                  <a:pt x="36777" y="92024"/>
                </a:lnTo>
                <a:cubicBezTo>
                  <a:pt x="36858" y="92024"/>
                  <a:pt x="36939" y="92064"/>
                  <a:pt x="37019" y="92064"/>
                </a:cubicBezTo>
                <a:lnTo>
                  <a:pt x="37019" y="89967"/>
                </a:lnTo>
                <a:lnTo>
                  <a:pt x="41576" y="89967"/>
                </a:lnTo>
                <a:lnTo>
                  <a:pt x="41576" y="92790"/>
                </a:lnTo>
                <a:cubicBezTo>
                  <a:pt x="41657" y="92790"/>
                  <a:pt x="41737" y="92790"/>
                  <a:pt x="41818" y="92790"/>
                </a:cubicBezTo>
                <a:lnTo>
                  <a:pt x="41818" y="89967"/>
                </a:lnTo>
                <a:lnTo>
                  <a:pt x="46375" y="89967"/>
                </a:lnTo>
                <a:lnTo>
                  <a:pt x="46375" y="93032"/>
                </a:lnTo>
                <a:lnTo>
                  <a:pt x="46496" y="93032"/>
                </a:lnTo>
                <a:lnTo>
                  <a:pt x="46617" y="93032"/>
                </a:lnTo>
                <a:lnTo>
                  <a:pt x="46617" y="89967"/>
                </a:lnTo>
                <a:lnTo>
                  <a:pt x="51214" y="89967"/>
                </a:lnTo>
                <a:lnTo>
                  <a:pt x="51214" y="92790"/>
                </a:lnTo>
                <a:cubicBezTo>
                  <a:pt x="51295" y="92790"/>
                  <a:pt x="51375" y="92790"/>
                  <a:pt x="51456" y="92790"/>
                </a:cubicBezTo>
                <a:lnTo>
                  <a:pt x="51456" y="89967"/>
                </a:lnTo>
                <a:lnTo>
                  <a:pt x="56013" y="89967"/>
                </a:lnTo>
                <a:lnTo>
                  <a:pt x="56013" y="92064"/>
                </a:lnTo>
                <a:cubicBezTo>
                  <a:pt x="56093" y="92064"/>
                  <a:pt x="56174" y="92024"/>
                  <a:pt x="56255" y="92024"/>
                </a:cubicBezTo>
                <a:lnTo>
                  <a:pt x="56255" y="89967"/>
                </a:lnTo>
                <a:lnTo>
                  <a:pt x="60812" y="89967"/>
                </a:lnTo>
                <a:lnTo>
                  <a:pt x="60812" y="90814"/>
                </a:lnTo>
                <a:cubicBezTo>
                  <a:pt x="60892" y="90774"/>
                  <a:pt x="60973" y="90733"/>
                  <a:pt x="61054" y="90733"/>
                </a:cubicBezTo>
                <a:lnTo>
                  <a:pt x="61054" y="89967"/>
                </a:lnTo>
                <a:lnTo>
                  <a:pt x="63191" y="89967"/>
                </a:lnTo>
                <a:lnTo>
                  <a:pt x="63796" y="89725"/>
                </a:lnTo>
                <a:lnTo>
                  <a:pt x="61054" y="89725"/>
                </a:lnTo>
                <a:lnTo>
                  <a:pt x="61054" y="85168"/>
                </a:lnTo>
                <a:lnTo>
                  <a:pt x="65651" y="85168"/>
                </a:lnTo>
                <a:lnTo>
                  <a:pt x="65651" y="88959"/>
                </a:lnTo>
                <a:cubicBezTo>
                  <a:pt x="65731" y="88919"/>
                  <a:pt x="65812" y="88878"/>
                  <a:pt x="65893" y="88838"/>
                </a:cubicBezTo>
                <a:lnTo>
                  <a:pt x="65893" y="85168"/>
                </a:lnTo>
                <a:lnTo>
                  <a:pt x="70450" y="85168"/>
                </a:lnTo>
                <a:lnTo>
                  <a:pt x="70450" y="86419"/>
                </a:lnTo>
                <a:cubicBezTo>
                  <a:pt x="70530" y="86378"/>
                  <a:pt x="70611" y="86338"/>
                  <a:pt x="70691" y="86257"/>
                </a:cubicBezTo>
                <a:lnTo>
                  <a:pt x="70691" y="85168"/>
                </a:lnTo>
                <a:lnTo>
                  <a:pt x="72425" y="85168"/>
                </a:lnTo>
                <a:cubicBezTo>
                  <a:pt x="72546" y="85088"/>
                  <a:pt x="72667" y="85007"/>
                  <a:pt x="72788" y="84927"/>
                </a:cubicBezTo>
                <a:lnTo>
                  <a:pt x="70691" y="84927"/>
                </a:lnTo>
                <a:lnTo>
                  <a:pt x="70691" y="80329"/>
                </a:lnTo>
                <a:lnTo>
                  <a:pt x="75248" y="80329"/>
                </a:lnTo>
                <a:lnTo>
                  <a:pt x="75248" y="83072"/>
                </a:lnTo>
                <a:lnTo>
                  <a:pt x="75490" y="82910"/>
                </a:lnTo>
                <a:lnTo>
                  <a:pt x="75490" y="80329"/>
                </a:lnTo>
                <a:lnTo>
                  <a:pt x="78434" y="80329"/>
                </a:lnTo>
                <a:lnTo>
                  <a:pt x="78716" y="80087"/>
                </a:lnTo>
                <a:lnTo>
                  <a:pt x="75490" y="80087"/>
                </a:lnTo>
                <a:lnTo>
                  <a:pt x="75490" y="75531"/>
                </a:lnTo>
                <a:lnTo>
                  <a:pt x="80087" y="75531"/>
                </a:lnTo>
                <a:lnTo>
                  <a:pt x="80087" y="78716"/>
                </a:lnTo>
                <a:lnTo>
                  <a:pt x="80329" y="78474"/>
                </a:lnTo>
                <a:lnTo>
                  <a:pt x="80329" y="75531"/>
                </a:lnTo>
                <a:lnTo>
                  <a:pt x="82870" y="75531"/>
                </a:lnTo>
                <a:lnTo>
                  <a:pt x="83072" y="75289"/>
                </a:lnTo>
                <a:lnTo>
                  <a:pt x="80329" y="75289"/>
                </a:lnTo>
                <a:lnTo>
                  <a:pt x="80329" y="70732"/>
                </a:lnTo>
                <a:lnTo>
                  <a:pt x="84886" y="70732"/>
                </a:lnTo>
                <a:lnTo>
                  <a:pt x="84886" y="72829"/>
                </a:lnTo>
                <a:cubicBezTo>
                  <a:pt x="84967" y="72708"/>
                  <a:pt x="85048" y="72587"/>
                  <a:pt x="85128" y="72466"/>
                </a:cubicBezTo>
                <a:lnTo>
                  <a:pt x="85128" y="70732"/>
                </a:lnTo>
                <a:lnTo>
                  <a:pt x="86257" y="70732"/>
                </a:lnTo>
                <a:cubicBezTo>
                  <a:pt x="86298" y="70651"/>
                  <a:pt x="86338" y="70570"/>
                  <a:pt x="86378" y="70490"/>
                </a:cubicBezTo>
                <a:lnTo>
                  <a:pt x="85128" y="70490"/>
                </a:lnTo>
                <a:lnTo>
                  <a:pt x="85128" y="65893"/>
                </a:lnTo>
                <a:lnTo>
                  <a:pt x="88798" y="65893"/>
                </a:lnTo>
                <a:cubicBezTo>
                  <a:pt x="88838" y="65812"/>
                  <a:pt x="88879" y="65731"/>
                  <a:pt x="88919" y="65651"/>
                </a:cubicBezTo>
                <a:lnTo>
                  <a:pt x="85128" y="65651"/>
                </a:lnTo>
                <a:lnTo>
                  <a:pt x="85128" y="61094"/>
                </a:lnTo>
                <a:lnTo>
                  <a:pt x="89685" y="61094"/>
                </a:lnTo>
                <a:close/>
                <a:moveTo>
                  <a:pt x="85128" y="32180"/>
                </a:moveTo>
                <a:lnTo>
                  <a:pt x="89685" y="32180"/>
                </a:lnTo>
                <a:lnTo>
                  <a:pt x="89685" y="36777"/>
                </a:lnTo>
                <a:lnTo>
                  <a:pt x="85128" y="36777"/>
                </a:lnTo>
                <a:close/>
                <a:moveTo>
                  <a:pt x="85128" y="37019"/>
                </a:moveTo>
                <a:lnTo>
                  <a:pt x="89685" y="37019"/>
                </a:lnTo>
                <a:lnTo>
                  <a:pt x="89685" y="41576"/>
                </a:lnTo>
                <a:lnTo>
                  <a:pt x="85128" y="41576"/>
                </a:lnTo>
                <a:close/>
                <a:moveTo>
                  <a:pt x="85128" y="41818"/>
                </a:moveTo>
                <a:lnTo>
                  <a:pt x="89685" y="41818"/>
                </a:lnTo>
                <a:lnTo>
                  <a:pt x="89685" y="46375"/>
                </a:lnTo>
                <a:lnTo>
                  <a:pt x="85128" y="46375"/>
                </a:lnTo>
                <a:close/>
                <a:moveTo>
                  <a:pt x="85128" y="46617"/>
                </a:moveTo>
                <a:lnTo>
                  <a:pt x="89685" y="46617"/>
                </a:lnTo>
                <a:lnTo>
                  <a:pt x="89685" y="51214"/>
                </a:lnTo>
                <a:lnTo>
                  <a:pt x="85128" y="51214"/>
                </a:lnTo>
                <a:close/>
                <a:moveTo>
                  <a:pt x="85128" y="51456"/>
                </a:moveTo>
                <a:lnTo>
                  <a:pt x="89685" y="51456"/>
                </a:lnTo>
                <a:lnTo>
                  <a:pt x="89685" y="56013"/>
                </a:lnTo>
                <a:lnTo>
                  <a:pt x="85128" y="56013"/>
                </a:lnTo>
                <a:close/>
                <a:moveTo>
                  <a:pt x="85128" y="56255"/>
                </a:moveTo>
                <a:lnTo>
                  <a:pt x="89685" y="56255"/>
                </a:lnTo>
                <a:lnTo>
                  <a:pt x="89685" y="60812"/>
                </a:lnTo>
                <a:lnTo>
                  <a:pt x="85128" y="60812"/>
                </a:lnTo>
                <a:close/>
                <a:moveTo>
                  <a:pt x="7904" y="60812"/>
                </a:moveTo>
                <a:lnTo>
                  <a:pt x="3347" y="60812"/>
                </a:lnTo>
                <a:lnTo>
                  <a:pt x="3347" y="56255"/>
                </a:lnTo>
                <a:lnTo>
                  <a:pt x="7904" y="56255"/>
                </a:lnTo>
                <a:close/>
                <a:moveTo>
                  <a:pt x="7904" y="56013"/>
                </a:moveTo>
                <a:lnTo>
                  <a:pt x="3347" y="56013"/>
                </a:lnTo>
                <a:lnTo>
                  <a:pt x="3347" y="51456"/>
                </a:lnTo>
                <a:lnTo>
                  <a:pt x="7904" y="51456"/>
                </a:lnTo>
                <a:close/>
                <a:moveTo>
                  <a:pt x="7904" y="51214"/>
                </a:moveTo>
                <a:lnTo>
                  <a:pt x="3347" y="51214"/>
                </a:lnTo>
                <a:lnTo>
                  <a:pt x="3347" y="46617"/>
                </a:lnTo>
                <a:lnTo>
                  <a:pt x="7904" y="46617"/>
                </a:lnTo>
                <a:close/>
                <a:moveTo>
                  <a:pt x="7904" y="46375"/>
                </a:moveTo>
                <a:lnTo>
                  <a:pt x="3347" y="46375"/>
                </a:lnTo>
                <a:lnTo>
                  <a:pt x="3347" y="41818"/>
                </a:lnTo>
                <a:lnTo>
                  <a:pt x="7904" y="41818"/>
                </a:lnTo>
                <a:close/>
                <a:moveTo>
                  <a:pt x="7904" y="41576"/>
                </a:moveTo>
                <a:lnTo>
                  <a:pt x="3347" y="41576"/>
                </a:lnTo>
                <a:lnTo>
                  <a:pt x="3347" y="37019"/>
                </a:lnTo>
                <a:lnTo>
                  <a:pt x="7904" y="37019"/>
                </a:lnTo>
                <a:close/>
                <a:moveTo>
                  <a:pt x="7904" y="36777"/>
                </a:moveTo>
                <a:lnTo>
                  <a:pt x="3347" y="36777"/>
                </a:lnTo>
                <a:lnTo>
                  <a:pt x="3347" y="32180"/>
                </a:lnTo>
                <a:lnTo>
                  <a:pt x="7904" y="32180"/>
                </a:lnTo>
                <a:close/>
                <a:moveTo>
                  <a:pt x="12703" y="70449"/>
                </a:moveTo>
                <a:lnTo>
                  <a:pt x="8146" y="70449"/>
                </a:lnTo>
                <a:lnTo>
                  <a:pt x="8146" y="65893"/>
                </a:lnTo>
                <a:lnTo>
                  <a:pt x="12703" y="65893"/>
                </a:lnTo>
                <a:close/>
                <a:moveTo>
                  <a:pt x="12703" y="65610"/>
                </a:moveTo>
                <a:lnTo>
                  <a:pt x="8146" y="65610"/>
                </a:lnTo>
                <a:lnTo>
                  <a:pt x="8146" y="61054"/>
                </a:lnTo>
                <a:lnTo>
                  <a:pt x="12703" y="61054"/>
                </a:lnTo>
                <a:close/>
                <a:moveTo>
                  <a:pt x="12703" y="60812"/>
                </a:moveTo>
                <a:lnTo>
                  <a:pt x="8146" y="60812"/>
                </a:lnTo>
                <a:lnTo>
                  <a:pt x="8146" y="56255"/>
                </a:lnTo>
                <a:lnTo>
                  <a:pt x="12703" y="56255"/>
                </a:lnTo>
                <a:close/>
                <a:moveTo>
                  <a:pt x="12703" y="56013"/>
                </a:moveTo>
                <a:lnTo>
                  <a:pt x="8146" y="56013"/>
                </a:lnTo>
                <a:lnTo>
                  <a:pt x="8146" y="51456"/>
                </a:lnTo>
                <a:lnTo>
                  <a:pt x="12703" y="51456"/>
                </a:lnTo>
                <a:close/>
                <a:moveTo>
                  <a:pt x="12703" y="51174"/>
                </a:moveTo>
                <a:lnTo>
                  <a:pt x="8146" y="51174"/>
                </a:lnTo>
                <a:lnTo>
                  <a:pt x="8146" y="46617"/>
                </a:lnTo>
                <a:lnTo>
                  <a:pt x="12703" y="46617"/>
                </a:lnTo>
                <a:close/>
                <a:moveTo>
                  <a:pt x="12703" y="46375"/>
                </a:moveTo>
                <a:lnTo>
                  <a:pt x="8146" y="46375"/>
                </a:lnTo>
                <a:lnTo>
                  <a:pt x="8146" y="41818"/>
                </a:lnTo>
                <a:lnTo>
                  <a:pt x="12703" y="41818"/>
                </a:lnTo>
                <a:close/>
                <a:moveTo>
                  <a:pt x="12703" y="41576"/>
                </a:moveTo>
                <a:lnTo>
                  <a:pt x="8146" y="41576"/>
                </a:lnTo>
                <a:lnTo>
                  <a:pt x="8146" y="36979"/>
                </a:lnTo>
                <a:lnTo>
                  <a:pt x="12703" y="36979"/>
                </a:lnTo>
                <a:close/>
                <a:moveTo>
                  <a:pt x="12703" y="36737"/>
                </a:moveTo>
                <a:lnTo>
                  <a:pt x="8146" y="36737"/>
                </a:lnTo>
                <a:lnTo>
                  <a:pt x="8146" y="32180"/>
                </a:lnTo>
                <a:lnTo>
                  <a:pt x="12703" y="32180"/>
                </a:lnTo>
                <a:close/>
                <a:moveTo>
                  <a:pt x="12703" y="31938"/>
                </a:moveTo>
                <a:lnTo>
                  <a:pt x="8146" y="31938"/>
                </a:lnTo>
                <a:lnTo>
                  <a:pt x="8146" y="27381"/>
                </a:lnTo>
                <a:lnTo>
                  <a:pt x="12703" y="27381"/>
                </a:lnTo>
                <a:close/>
                <a:moveTo>
                  <a:pt x="12703" y="27139"/>
                </a:moveTo>
                <a:lnTo>
                  <a:pt x="8146" y="27139"/>
                </a:lnTo>
                <a:lnTo>
                  <a:pt x="8146" y="22542"/>
                </a:lnTo>
                <a:lnTo>
                  <a:pt x="12703" y="22542"/>
                </a:lnTo>
                <a:close/>
                <a:moveTo>
                  <a:pt x="17542" y="75248"/>
                </a:moveTo>
                <a:lnTo>
                  <a:pt x="12945" y="75248"/>
                </a:lnTo>
                <a:lnTo>
                  <a:pt x="12945" y="70651"/>
                </a:lnTo>
                <a:lnTo>
                  <a:pt x="17542" y="70651"/>
                </a:lnTo>
                <a:close/>
                <a:moveTo>
                  <a:pt x="17542" y="70449"/>
                </a:moveTo>
                <a:lnTo>
                  <a:pt x="12945" y="70449"/>
                </a:lnTo>
                <a:lnTo>
                  <a:pt x="12945" y="65852"/>
                </a:lnTo>
                <a:lnTo>
                  <a:pt x="17542" y="65852"/>
                </a:lnTo>
                <a:close/>
                <a:moveTo>
                  <a:pt x="17542" y="65610"/>
                </a:moveTo>
                <a:lnTo>
                  <a:pt x="12945" y="65610"/>
                </a:lnTo>
                <a:lnTo>
                  <a:pt x="12945" y="61054"/>
                </a:lnTo>
                <a:lnTo>
                  <a:pt x="17542" y="61054"/>
                </a:lnTo>
                <a:close/>
                <a:moveTo>
                  <a:pt x="17542" y="60812"/>
                </a:moveTo>
                <a:lnTo>
                  <a:pt x="12945" y="60812"/>
                </a:lnTo>
                <a:lnTo>
                  <a:pt x="12945" y="56214"/>
                </a:lnTo>
                <a:lnTo>
                  <a:pt x="17542" y="56214"/>
                </a:lnTo>
                <a:close/>
                <a:moveTo>
                  <a:pt x="17542" y="55972"/>
                </a:moveTo>
                <a:lnTo>
                  <a:pt x="12945" y="55972"/>
                </a:lnTo>
                <a:lnTo>
                  <a:pt x="12945" y="51416"/>
                </a:lnTo>
                <a:lnTo>
                  <a:pt x="17542" y="51416"/>
                </a:lnTo>
                <a:close/>
                <a:moveTo>
                  <a:pt x="17542" y="51174"/>
                </a:moveTo>
                <a:lnTo>
                  <a:pt x="12945" y="51174"/>
                </a:lnTo>
                <a:lnTo>
                  <a:pt x="12945" y="46617"/>
                </a:lnTo>
                <a:lnTo>
                  <a:pt x="17542" y="46617"/>
                </a:lnTo>
                <a:close/>
                <a:moveTo>
                  <a:pt x="17542" y="46375"/>
                </a:moveTo>
                <a:lnTo>
                  <a:pt x="12945" y="46375"/>
                </a:lnTo>
                <a:lnTo>
                  <a:pt x="12945" y="41778"/>
                </a:lnTo>
                <a:lnTo>
                  <a:pt x="17542" y="41778"/>
                </a:lnTo>
                <a:close/>
                <a:moveTo>
                  <a:pt x="17542" y="41536"/>
                </a:moveTo>
                <a:lnTo>
                  <a:pt x="12945" y="41536"/>
                </a:lnTo>
                <a:lnTo>
                  <a:pt x="12945" y="36979"/>
                </a:lnTo>
                <a:lnTo>
                  <a:pt x="17542" y="36979"/>
                </a:lnTo>
                <a:close/>
                <a:moveTo>
                  <a:pt x="17542" y="36737"/>
                </a:moveTo>
                <a:lnTo>
                  <a:pt x="12945" y="36737"/>
                </a:lnTo>
                <a:lnTo>
                  <a:pt x="12945" y="32180"/>
                </a:lnTo>
                <a:lnTo>
                  <a:pt x="17542" y="32180"/>
                </a:lnTo>
                <a:close/>
                <a:moveTo>
                  <a:pt x="17542" y="31938"/>
                </a:moveTo>
                <a:lnTo>
                  <a:pt x="12945" y="31938"/>
                </a:lnTo>
                <a:lnTo>
                  <a:pt x="12945" y="27341"/>
                </a:lnTo>
                <a:lnTo>
                  <a:pt x="17542" y="27341"/>
                </a:lnTo>
                <a:close/>
                <a:moveTo>
                  <a:pt x="17542" y="27099"/>
                </a:moveTo>
                <a:lnTo>
                  <a:pt x="12945" y="27099"/>
                </a:lnTo>
                <a:lnTo>
                  <a:pt x="12945" y="22542"/>
                </a:lnTo>
                <a:lnTo>
                  <a:pt x="17542" y="22542"/>
                </a:lnTo>
                <a:close/>
                <a:moveTo>
                  <a:pt x="17542" y="22300"/>
                </a:moveTo>
                <a:lnTo>
                  <a:pt x="12945" y="22300"/>
                </a:lnTo>
                <a:lnTo>
                  <a:pt x="12945" y="17743"/>
                </a:lnTo>
                <a:lnTo>
                  <a:pt x="17542" y="17743"/>
                </a:lnTo>
                <a:close/>
                <a:moveTo>
                  <a:pt x="22341" y="80047"/>
                </a:moveTo>
                <a:lnTo>
                  <a:pt x="17784" y="80047"/>
                </a:lnTo>
                <a:lnTo>
                  <a:pt x="17784" y="75450"/>
                </a:lnTo>
                <a:lnTo>
                  <a:pt x="22341" y="75450"/>
                </a:lnTo>
                <a:close/>
                <a:moveTo>
                  <a:pt x="22341" y="75208"/>
                </a:moveTo>
                <a:lnTo>
                  <a:pt x="17784" y="75208"/>
                </a:lnTo>
                <a:lnTo>
                  <a:pt x="17784" y="70651"/>
                </a:lnTo>
                <a:lnTo>
                  <a:pt x="22341" y="70651"/>
                </a:lnTo>
                <a:close/>
                <a:moveTo>
                  <a:pt x="22341" y="70409"/>
                </a:moveTo>
                <a:lnTo>
                  <a:pt x="17784" y="70409"/>
                </a:lnTo>
                <a:lnTo>
                  <a:pt x="17784" y="65852"/>
                </a:lnTo>
                <a:lnTo>
                  <a:pt x="22341" y="65852"/>
                </a:lnTo>
                <a:close/>
                <a:moveTo>
                  <a:pt x="22341" y="65610"/>
                </a:moveTo>
                <a:lnTo>
                  <a:pt x="17784" y="65610"/>
                </a:lnTo>
                <a:lnTo>
                  <a:pt x="17784" y="61013"/>
                </a:lnTo>
                <a:lnTo>
                  <a:pt x="22341" y="61013"/>
                </a:lnTo>
                <a:close/>
                <a:moveTo>
                  <a:pt x="22341" y="60771"/>
                </a:moveTo>
                <a:lnTo>
                  <a:pt x="17784" y="60771"/>
                </a:lnTo>
                <a:lnTo>
                  <a:pt x="17784" y="56214"/>
                </a:lnTo>
                <a:lnTo>
                  <a:pt x="22341" y="56214"/>
                </a:lnTo>
                <a:close/>
                <a:moveTo>
                  <a:pt x="22341" y="55972"/>
                </a:moveTo>
                <a:lnTo>
                  <a:pt x="17784" y="55972"/>
                </a:lnTo>
                <a:lnTo>
                  <a:pt x="17784" y="51416"/>
                </a:lnTo>
                <a:lnTo>
                  <a:pt x="22341" y="51416"/>
                </a:lnTo>
                <a:close/>
                <a:moveTo>
                  <a:pt x="22341" y="51174"/>
                </a:moveTo>
                <a:lnTo>
                  <a:pt x="17784" y="51174"/>
                </a:lnTo>
                <a:lnTo>
                  <a:pt x="17784" y="46577"/>
                </a:lnTo>
                <a:lnTo>
                  <a:pt x="22341" y="46577"/>
                </a:lnTo>
                <a:close/>
                <a:moveTo>
                  <a:pt x="22341" y="46335"/>
                </a:moveTo>
                <a:lnTo>
                  <a:pt x="17784" y="46335"/>
                </a:lnTo>
                <a:lnTo>
                  <a:pt x="17784" y="41778"/>
                </a:lnTo>
                <a:lnTo>
                  <a:pt x="22341" y="41778"/>
                </a:lnTo>
                <a:close/>
                <a:moveTo>
                  <a:pt x="22341" y="41536"/>
                </a:moveTo>
                <a:lnTo>
                  <a:pt x="17784" y="41536"/>
                </a:lnTo>
                <a:lnTo>
                  <a:pt x="17784" y="36939"/>
                </a:lnTo>
                <a:lnTo>
                  <a:pt x="22341" y="36939"/>
                </a:lnTo>
                <a:close/>
                <a:moveTo>
                  <a:pt x="22341" y="36737"/>
                </a:moveTo>
                <a:lnTo>
                  <a:pt x="17784" y="36737"/>
                </a:lnTo>
                <a:lnTo>
                  <a:pt x="17784" y="32140"/>
                </a:lnTo>
                <a:lnTo>
                  <a:pt x="22341" y="32140"/>
                </a:lnTo>
                <a:close/>
                <a:moveTo>
                  <a:pt x="22341" y="31898"/>
                </a:moveTo>
                <a:lnTo>
                  <a:pt x="17784" y="31898"/>
                </a:lnTo>
                <a:lnTo>
                  <a:pt x="17784" y="27341"/>
                </a:lnTo>
                <a:lnTo>
                  <a:pt x="22341" y="27341"/>
                </a:lnTo>
                <a:close/>
                <a:moveTo>
                  <a:pt x="22341" y="27099"/>
                </a:moveTo>
                <a:lnTo>
                  <a:pt x="17784" y="27099"/>
                </a:lnTo>
                <a:lnTo>
                  <a:pt x="17784" y="22502"/>
                </a:lnTo>
                <a:lnTo>
                  <a:pt x="22341" y="22502"/>
                </a:lnTo>
                <a:close/>
                <a:moveTo>
                  <a:pt x="22341" y="22260"/>
                </a:moveTo>
                <a:lnTo>
                  <a:pt x="17784" y="22260"/>
                </a:lnTo>
                <a:lnTo>
                  <a:pt x="17784" y="17703"/>
                </a:lnTo>
                <a:lnTo>
                  <a:pt x="22341" y="17703"/>
                </a:lnTo>
                <a:close/>
                <a:moveTo>
                  <a:pt x="22341" y="17461"/>
                </a:moveTo>
                <a:lnTo>
                  <a:pt x="17784" y="17461"/>
                </a:lnTo>
                <a:lnTo>
                  <a:pt x="17784" y="12904"/>
                </a:lnTo>
                <a:lnTo>
                  <a:pt x="22341" y="12904"/>
                </a:lnTo>
                <a:close/>
                <a:moveTo>
                  <a:pt x="27139" y="84846"/>
                </a:moveTo>
                <a:lnTo>
                  <a:pt x="22583" y="84846"/>
                </a:lnTo>
                <a:lnTo>
                  <a:pt x="22583" y="80249"/>
                </a:lnTo>
                <a:lnTo>
                  <a:pt x="27139" y="80249"/>
                </a:lnTo>
                <a:close/>
                <a:moveTo>
                  <a:pt x="27139" y="80007"/>
                </a:moveTo>
                <a:lnTo>
                  <a:pt x="22583" y="80007"/>
                </a:lnTo>
                <a:lnTo>
                  <a:pt x="22583" y="75450"/>
                </a:lnTo>
                <a:lnTo>
                  <a:pt x="27139" y="75450"/>
                </a:lnTo>
                <a:close/>
                <a:moveTo>
                  <a:pt x="27139" y="75208"/>
                </a:moveTo>
                <a:lnTo>
                  <a:pt x="22583" y="75208"/>
                </a:lnTo>
                <a:lnTo>
                  <a:pt x="22583" y="70611"/>
                </a:lnTo>
                <a:lnTo>
                  <a:pt x="27139" y="70611"/>
                </a:lnTo>
                <a:close/>
                <a:moveTo>
                  <a:pt x="27139" y="70369"/>
                </a:moveTo>
                <a:lnTo>
                  <a:pt x="22583" y="70369"/>
                </a:lnTo>
                <a:lnTo>
                  <a:pt x="22583" y="65812"/>
                </a:lnTo>
                <a:lnTo>
                  <a:pt x="27139" y="65812"/>
                </a:lnTo>
                <a:close/>
                <a:moveTo>
                  <a:pt x="27139" y="65570"/>
                </a:moveTo>
                <a:lnTo>
                  <a:pt x="22583" y="65570"/>
                </a:lnTo>
                <a:lnTo>
                  <a:pt x="22583" y="61013"/>
                </a:lnTo>
                <a:lnTo>
                  <a:pt x="27139" y="61013"/>
                </a:lnTo>
                <a:close/>
                <a:moveTo>
                  <a:pt x="27139" y="60771"/>
                </a:moveTo>
                <a:lnTo>
                  <a:pt x="22583" y="60771"/>
                </a:lnTo>
                <a:lnTo>
                  <a:pt x="22583" y="56174"/>
                </a:lnTo>
                <a:lnTo>
                  <a:pt x="27139" y="56174"/>
                </a:lnTo>
                <a:close/>
                <a:moveTo>
                  <a:pt x="27139" y="55932"/>
                </a:moveTo>
                <a:lnTo>
                  <a:pt x="22583" y="55932"/>
                </a:lnTo>
                <a:lnTo>
                  <a:pt x="22583" y="51375"/>
                </a:lnTo>
                <a:lnTo>
                  <a:pt x="27139" y="51375"/>
                </a:lnTo>
                <a:close/>
                <a:moveTo>
                  <a:pt x="27139" y="51133"/>
                </a:moveTo>
                <a:lnTo>
                  <a:pt x="22583" y="51133"/>
                </a:lnTo>
                <a:lnTo>
                  <a:pt x="22583" y="46577"/>
                </a:lnTo>
                <a:lnTo>
                  <a:pt x="27139" y="46577"/>
                </a:lnTo>
                <a:close/>
                <a:moveTo>
                  <a:pt x="27139" y="46335"/>
                </a:moveTo>
                <a:lnTo>
                  <a:pt x="22583" y="46335"/>
                </a:lnTo>
                <a:lnTo>
                  <a:pt x="22583" y="41737"/>
                </a:lnTo>
                <a:lnTo>
                  <a:pt x="27139" y="41737"/>
                </a:lnTo>
                <a:close/>
                <a:moveTo>
                  <a:pt x="27139" y="41495"/>
                </a:moveTo>
                <a:lnTo>
                  <a:pt x="22583" y="41495"/>
                </a:lnTo>
                <a:lnTo>
                  <a:pt x="22583" y="36939"/>
                </a:lnTo>
                <a:lnTo>
                  <a:pt x="27139" y="36939"/>
                </a:lnTo>
                <a:close/>
                <a:moveTo>
                  <a:pt x="27139" y="36697"/>
                </a:moveTo>
                <a:lnTo>
                  <a:pt x="22583" y="36697"/>
                </a:lnTo>
                <a:lnTo>
                  <a:pt x="22583" y="32140"/>
                </a:lnTo>
                <a:lnTo>
                  <a:pt x="27139" y="32140"/>
                </a:lnTo>
                <a:close/>
                <a:moveTo>
                  <a:pt x="27139" y="31898"/>
                </a:moveTo>
                <a:lnTo>
                  <a:pt x="22583" y="31898"/>
                </a:lnTo>
                <a:lnTo>
                  <a:pt x="22583" y="27301"/>
                </a:lnTo>
                <a:lnTo>
                  <a:pt x="27139" y="27301"/>
                </a:lnTo>
                <a:close/>
                <a:moveTo>
                  <a:pt x="27139" y="27059"/>
                </a:moveTo>
                <a:lnTo>
                  <a:pt x="22583" y="27059"/>
                </a:lnTo>
                <a:lnTo>
                  <a:pt x="22583" y="22502"/>
                </a:lnTo>
                <a:lnTo>
                  <a:pt x="27139" y="22502"/>
                </a:lnTo>
                <a:close/>
                <a:moveTo>
                  <a:pt x="27139" y="22260"/>
                </a:moveTo>
                <a:lnTo>
                  <a:pt x="22583" y="22260"/>
                </a:lnTo>
                <a:lnTo>
                  <a:pt x="22583" y="17703"/>
                </a:lnTo>
                <a:lnTo>
                  <a:pt x="27139" y="17703"/>
                </a:lnTo>
                <a:close/>
                <a:moveTo>
                  <a:pt x="27139" y="17461"/>
                </a:moveTo>
                <a:lnTo>
                  <a:pt x="22583" y="17461"/>
                </a:lnTo>
                <a:lnTo>
                  <a:pt x="22583" y="12864"/>
                </a:lnTo>
                <a:lnTo>
                  <a:pt x="27139" y="12864"/>
                </a:lnTo>
                <a:close/>
                <a:moveTo>
                  <a:pt x="27139" y="12622"/>
                </a:moveTo>
                <a:lnTo>
                  <a:pt x="22583" y="12622"/>
                </a:lnTo>
                <a:lnTo>
                  <a:pt x="22583" y="8065"/>
                </a:lnTo>
                <a:lnTo>
                  <a:pt x="27139" y="8065"/>
                </a:lnTo>
                <a:close/>
                <a:moveTo>
                  <a:pt x="31979" y="84806"/>
                </a:moveTo>
                <a:lnTo>
                  <a:pt x="27381" y="84806"/>
                </a:lnTo>
                <a:lnTo>
                  <a:pt x="27381" y="80249"/>
                </a:lnTo>
                <a:lnTo>
                  <a:pt x="31979" y="80249"/>
                </a:lnTo>
                <a:close/>
                <a:moveTo>
                  <a:pt x="31979" y="80007"/>
                </a:moveTo>
                <a:lnTo>
                  <a:pt x="27381" y="80007"/>
                </a:lnTo>
                <a:lnTo>
                  <a:pt x="27381" y="75410"/>
                </a:lnTo>
                <a:lnTo>
                  <a:pt x="31979" y="75410"/>
                </a:lnTo>
                <a:close/>
                <a:moveTo>
                  <a:pt x="31979" y="75168"/>
                </a:moveTo>
                <a:lnTo>
                  <a:pt x="27381" y="75168"/>
                </a:lnTo>
                <a:lnTo>
                  <a:pt x="27381" y="70611"/>
                </a:lnTo>
                <a:lnTo>
                  <a:pt x="31979" y="70611"/>
                </a:lnTo>
                <a:close/>
                <a:moveTo>
                  <a:pt x="31979" y="70369"/>
                </a:moveTo>
                <a:lnTo>
                  <a:pt x="27381" y="70369"/>
                </a:lnTo>
                <a:lnTo>
                  <a:pt x="27381" y="65812"/>
                </a:lnTo>
                <a:lnTo>
                  <a:pt x="31979" y="65812"/>
                </a:lnTo>
                <a:close/>
                <a:moveTo>
                  <a:pt x="31979" y="65570"/>
                </a:moveTo>
                <a:lnTo>
                  <a:pt x="27381" y="65570"/>
                </a:lnTo>
                <a:lnTo>
                  <a:pt x="27381" y="60973"/>
                </a:lnTo>
                <a:lnTo>
                  <a:pt x="31979" y="60973"/>
                </a:lnTo>
                <a:close/>
                <a:moveTo>
                  <a:pt x="31979" y="60731"/>
                </a:moveTo>
                <a:lnTo>
                  <a:pt x="27381" y="60731"/>
                </a:lnTo>
                <a:lnTo>
                  <a:pt x="27381" y="56174"/>
                </a:lnTo>
                <a:lnTo>
                  <a:pt x="31979" y="56174"/>
                </a:lnTo>
                <a:close/>
                <a:moveTo>
                  <a:pt x="31979" y="55932"/>
                </a:moveTo>
                <a:lnTo>
                  <a:pt x="27381" y="55932"/>
                </a:lnTo>
                <a:lnTo>
                  <a:pt x="27381" y="51375"/>
                </a:lnTo>
                <a:lnTo>
                  <a:pt x="31979" y="51375"/>
                </a:lnTo>
                <a:close/>
                <a:moveTo>
                  <a:pt x="31979" y="51133"/>
                </a:moveTo>
                <a:lnTo>
                  <a:pt x="27381" y="51133"/>
                </a:lnTo>
                <a:lnTo>
                  <a:pt x="27381" y="46536"/>
                </a:lnTo>
                <a:lnTo>
                  <a:pt x="31979" y="46536"/>
                </a:lnTo>
                <a:close/>
                <a:moveTo>
                  <a:pt x="31979" y="46294"/>
                </a:moveTo>
                <a:lnTo>
                  <a:pt x="27381" y="46294"/>
                </a:lnTo>
                <a:lnTo>
                  <a:pt x="27381" y="41737"/>
                </a:lnTo>
                <a:lnTo>
                  <a:pt x="31979" y="41737"/>
                </a:lnTo>
                <a:close/>
                <a:moveTo>
                  <a:pt x="31979" y="41495"/>
                </a:moveTo>
                <a:lnTo>
                  <a:pt x="27381" y="41495"/>
                </a:lnTo>
                <a:lnTo>
                  <a:pt x="27381" y="36898"/>
                </a:lnTo>
                <a:lnTo>
                  <a:pt x="31979" y="36898"/>
                </a:lnTo>
                <a:close/>
                <a:moveTo>
                  <a:pt x="31979" y="36656"/>
                </a:moveTo>
                <a:lnTo>
                  <a:pt x="27381" y="36656"/>
                </a:lnTo>
                <a:lnTo>
                  <a:pt x="27381" y="32099"/>
                </a:lnTo>
                <a:lnTo>
                  <a:pt x="31979" y="32099"/>
                </a:lnTo>
                <a:close/>
                <a:moveTo>
                  <a:pt x="31979" y="31858"/>
                </a:moveTo>
                <a:lnTo>
                  <a:pt x="27381" y="31858"/>
                </a:lnTo>
                <a:lnTo>
                  <a:pt x="27381" y="27301"/>
                </a:lnTo>
                <a:lnTo>
                  <a:pt x="31979" y="27301"/>
                </a:lnTo>
                <a:close/>
                <a:moveTo>
                  <a:pt x="31979" y="27059"/>
                </a:moveTo>
                <a:lnTo>
                  <a:pt x="27381" y="27059"/>
                </a:lnTo>
                <a:lnTo>
                  <a:pt x="27381" y="22462"/>
                </a:lnTo>
                <a:lnTo>
                  <a:pt x="31979" y="22462"/>
                </a:lnTo>
                <a:close/>
                <a:moveTo>
                  <a:pt x="31979" y="22220"/>
                </a:moveTo>
                <a:lnTo>
                  <a:pt x="27381" y="22220"/>
                </a:lnTo>
                <a:lnTo>
                  <a:pt x="27381" y="17663"/>
                </a:lnTo>
                <a:lnTo>
                  <a:pt x="31979" y="17663"/>
                </a:lnTo>
                <a:close/>
                <a:moveTo>
                  <a:pt x="31979" y="17421"/>
                </a:moveTo>
                <a:lnTo>
                  <a:pt x="27381" y="17421"/>
                </a:lnTo>
                <a:lnTo>
                  <a:pt x="27381" y="12864"/>
                </a:lnTo>
                <a:lnTo>
                  <a:pt x="31979" y="12864"/>
                </a:lnTo>
                <a:close/>
                <a:moveTo>
                  <a:pt x="31979" y="12622"/>
                </a:moveTo>
                <a:lnTo>
                  <a:pt x="27381" y="12622"/>
                </a:lnTo>
                <a:lnTo>
                  <a:pt x="27381" y="8025"/>
                </a:lnTo>
                <a:lnTo>
                  <a:pt x="31979" y="8025"/>
                </a:lnTo>
                <a:close/>
                <a:moveTo>
                  <a:pt x="36777" y="89604"/>
                </a:moveTo>
                <a:lnTo>
                  <a:pt x="32220" y="89604"/>
                </a:lnTo>
                <a:lnTo>
                  <a:pt x="32220" y="85007"/>
                </a:lnTo>
                <a:lnTo>
                  <a:pt x="36777" y="85007"/>
                </a:lnTo>
                <a:close/>
                <a:moveTo>
                  <a:pt x="36777" y="84765"/>
                </a:moveTo>
                <a:lnTo>
                  <a:pt x="32220" y="84765"/>
                </a:lnTo>
                <a:lnTo>
                  <a:pt x="32220" y="80208"/>
                </a:lnTo>
                <a:lnTo>
                  <a:pt x="36777" y="80208"/>
                </a:lnTo>
                <a:close/>
                <a:moveTo>
                  <a:pt x="36777" y="79966"/>
                </a:moveTo>
                <a:lnTo>
                  <a:pt x="32220" y="79966"/>
                </a:lnTo>
                <a:lnTo>
                  <a:pt x="32220" y="75410"/>
                </a:lnTo>
                <a:lnTo>
                  <a:pt x="36777" y="75410"/>
                </a:lnTo>
                <a:close/>
                <a:moveTo>
                  <a:pt x="36777" y="75168"/>
                </a:moveTo>
                <a:lnTo>
                  <a:pt x="32220" y="75168"/>
                </a:lnTo>
                <a:lnTo>
                  <a:pt x="32220" y="70570"/>
                </a:lnTo>
                <a:lnTo>
                  <a:pt x="36777" y="70570"/>
                </a:lnTo>
                <a:close/>
                <a:moveTo>
                  <a:pt x="36777" y="70329"/>
                </a:moveTo>
                <a:lnTo>
                  <a:pt x="32220" y="70329"/>
                </a:lnTo>
                <a:lnTo>
                  <a:pt x="32220" y="65772"/>
                </a:lnTo>
                <a:lnTo>
                  <a:pt x="36777" y="65772"/>
                </a:lnTo>
                <a:close/>
                <a:moveTo>
                  <a:pt x="36777" y="65530"/>
                </a:moveTo>
                <a:lnTo>
                  <a:pt x="32220" y="65530"/>
                </a:lnTo>
                <a:lnTo>
                  <a:pt x="32220" y="60973"/>
                </a:lnTo>
                <a:lnTo>
                  <a:pt x="36777" y="60973"/>
                </a:lnTo>
                <a:close/>
                <a:moveTo>
                  <a:pt x="36777" y="60731"/>
                </a:moveTo>
                <a:lnTo>
                  <a:pt x="32220" y="60731"/>
                </a:lnTo>
                <a:lnTo>
                  <a:pt x="32220" y="56134"/>
                </a:lnTo>
                <a:lnTo>
                  <a:pt x="36777" y="56134"/>
                </a:lnTo>
                <a:close/>
                <a:moveTo>
                  <a:pt x="36777" y="55892"/>
                </a:moveTo>
                <a:lnTo>
                  <a:pt x="32220" y="55892"/>
                </a:lnTo>
                <a:lnTo>
                  <a:pt x="32220" y="51335"/>
                </a:lnTo>
                <a:lnTo>
                  <a:pt x="36777" y="51335"/>
                </a:lnTo>
                <a:close/>
                <a:moveTo>
                  <a:pt x="36777" y="51093"/>
                </a:moveTo>
                <a:lnTo>
                  <a:pt x="32220" y="51093"/>
                </a:lnTo>
                <a:lnTo>
                  <a:pt x="32220" y="46536"/>
                </a:lnTo>
                <a:lnTo>
                  <a:pt x="36777" y="46536"/>
                </a:lnTo>
                <a:close/>
                <a:moveTo>
                  <a:pt x="36777" y="46294"/>
                </a:moveTo>
                <a:lnTo>
                  <a:pt x="32220" y="46294"/>
                </a:lnTo>
                <a:lnTo>
                  <a:pt x="32220" y="41697"/>
                </a:lnTo>
                <a:lnTo>
                  <a:pt x="36777" y="41697"/>
                </a:lnTo>
                <a:close/>
                <a:moveTo>
                  <a:pt x="36777" y="41455"/>
                </a:moveTo>
                <a:lnTo>
                  <a:pt x="32220" y="41455"/>
                </a:lnTo>
                <a:lnTo>
                  <a:pt x="32220" y="36898"/>
                </a:lnTo>
                <a:lnTo>
                  <a:pt x="36777" y="36898"/>
                </a:lnTo>
                <a:close/>
                <a:moveTo>
                  <a:pt x="36777" y="36656"/>
                </a:moveTo>
                <a:lnTo>
                  <a:pt x="32220" y="36656"/>
                </a:lnTo>
                <a:lnTo>
                  <a:pt x="32220" y="32059"/>
                </a:lnTo>
                <a:lnTo>
                  <a:pt x="36777" y="32059"/>
                </a:lnTo>
                <a:close/>
                <a:moveTo>
                  <a:pt x="36777" y="31817"/>
                </a:moveTo>
                <a:lnTo>
                  <a:pt x="32220" y="31817"/>
                </a:lnTo>
                <a:lnTo>
                  <a:pt x="32220" y="27260"/>
                </a:lnTo>
                <a:lnTo>
                  <a:pt x="36777" y="27260"/>
                </a:lnTo>
                <a:close/>
                <a:moveTo>
                  <a:pt x="36777" y="27018"/>
                </a:moveTo>
                <a:lnTo>
                  <a:pt x="32220" y="27018"/>
                </a:lnTo>
                <a:lnTo>
                  <a:pt x="32220" y="22462"/>
                </a:lnTo>
                <a:lnTo>
                  <a:pt x="36777" y="22462"/>
                </a:lnTo>
                <a:close/>
                <a:moveTo>
                  <a:pt x="36777" y="22220"/>
                </a:moveTo>
                <a:lnTo>
                  <a:pt x="32220" y="22220"/>
                </a:lnTo>
                <a:lnTo>
                  <a:pt x="32220" y="17622"/>
                </a:lnTo>
                <a:lnTo>
                  <a:pt x="36777" y="17622"/>
                </a:lnTo>
                <a:close/>
                <a:moveTo>
                  <a:pt x="36777" y="17380"/>
                </a:moveTo>
                <a:lnTo>
                  <a:pt x="32220" y="17380"/>
                </a:lnTo>
                <a:lnTo>
                  <a:pt x="32220" y="12824"/>
                </a:lnTo>
                <a:lnTo>
                  <a:pt x="36777" y="12824"/>
                </a:lnTo>
                <a:close/>
                <a:moveTo>
                  <a:pt x="36777" y="12582"/>
                </a:moveTo>
                <a:lnTo>
                  <a:pt x="32220" y="12582"/>
                </a:lnTo>
                <a:lnTo>
                  <a:pt x="32220" y="8025"/>
                </a:lnTo>
                <a:lnTo>
                  <a:pt x="36777" y="8025"/>
                </a:lnTo>
                <a:close/>
                <a:moveTo>
                  <a:pt x="36777" y="7783"/>
                </a:moveTo>
                <a:lnTo>
                  <a:pt x="32220" y="7783"/>
                </a:lnTo>
                <a:lnTo>
                  <a:pt x="32220" y="3307"/>
                </a:lnTo>
                <a:lnTo>
                  <a:pt x="36777" y="3307"/>
                </a:lnTo>
                <a:lnTo>
                  <a:pt x="36777" y="7904"/>
                </a:lnTo>
                <a:close/>
                <a:moveTo>
                  <a:pt x="41616" y="89564"/>
                </a:moveTo>
                <a:lnTo>
                  <a:pt x="37019" y="89564"/>
                </a:lnTo>
                <a:lnTo>
                  <a:pt x="37019" y="85007"/>
                </a:lnTo>
                <a:lnTo>
                  <a:pt x="41616" y="85007"/>
                </a:lnTo>
                <a:close/>
                <a:moveTo>
                  <a:pt x="41616" y="84765"/>
                </a:moveTo>
                <a:lnTo>
                  <a:pt x="37019" y="84765"/>
                </a:lnTo>
                <a:lnTo>
                  <a:pt x="37019" y="80168"/>
                </a:lnTo>
                <a:lnTo>
                  <a:pt x="41616" y="80168"/>
                </a:lnTo>
                <a:close/>
                <a:moveTo>
                  <a:pt x="41616" y="79926"/>
                </a:moveTo>
                <a:lnTo>
                  <a:pt x="37019" y="79926"/>
                </a:lnTo>
                <a:lnTo>
                  <a:pt x="37019" y="75369"/>
                </a:lnTo>
                <a:lnTo>
                  <a:pt x="41616" y="75369"/>
                </a:lnTo>
                <a:close/>
                <a:moveTo>
                  <a:pt x="41616" y="75127"/>
                </a:moveTo>
                <a:lnTo>
                  <a:pt x="37019" y="75127"/>
                </a:lnTo>
                <a:lnTo>
                  <a:pt x="37019" y="70570"/>
                </a:lnTo>
                <a:lnTo>
                  <a:pt x="41616" y="70570"/>
                </a:lnTo>
                <a:close/>
                <a:moveTo>
                  <a:pt x="41616" y="70329"/>
                </a:moveTo>
                <a:lnTo>
                  <a:pt x="37019" y="70329"/>
                </a:lnTo>
                <a:lnTo>
                  <a:pt x="37019" y="65731"/>
                </a:lnTo>
                <a:lnTo>
                  <a:pt x="41616" y="65731"/>
                </a:lnTo>
                <a:close/>
                <a:moveTo>
                  <a:pt x="41616" y="65489"/>
                </a:moveTo>
                <a:lnTo>
                  <a:pt x="37019" y="65489"/>
                </a:lnTo>
                <a:lnTo>
                  <a:pt x="37019" y="60933"/>
                </a:lnTo>
                <a:lnTo>
                  <a:pt x="41616" y="60933"/>
                </a:lnTo>
                <a:close/>
                <a:moveTo>
                  <a:pt x="41616" y="60691"/>
                </a:moveTo>
                <a:lnTo>
                  <a:pt x="37019" y="60691"/>
                </a:lnTo>
                <a:lnTo>
                  <a:pt x="37019" y="56134"/>
                </a:lnTo>
                <a:lnTo>
                  <a:pt x="41616" y="56134"/>
                </a:lnTo>
                <a:close/>
                <a:moveTo>
                  <a:pt x="41616" y="55892"/>
                </a:moveTo>
                <a:lnTo>
                  <a:pt x="37019" y="55892"/>
                </a:lnTo>
                <a:lnTo>
                  <a:pt x="37019" y="51295"/>
                </a:lnTo>
                <a:lnTo>
                  <a:pt x="41616" y="51295"/>
                </a:lnTo>
                <a:close/>
                <a:moveTo>
                  <a:pt x="41616" y="51053"/>
                </a:moveTo>
                <a:lnTo>
                  <a:pt x="37019" y="51053"/>
                </a:lnTo>
                <a:lnTo>
                  <a:pt x="37019" y="46496"/>
                </a:lnTo>
                <a:lnTo>
                  <a:pt x="41616" y="46496"/>
                </a:lnTo>
                <a:close/>
                <a:moveTo>
                  <a:pt x="41616" y="46254"/>
                </a:moveTo>
                <a:lnTo>
                  <a:pt x="37019" y="46254"/>
                </a:lnTo>
                <a:lnTo>
                  <a:pt x="37019" y="41697"/>
                </a:lnTo>
                <a:lnTo>
                  <a:pt x="41616" y="41697"/>
                </a:lnTo>
                <a:close/>
                <a:moveTo>
                  <a:pt x="41616" y="41455"/>
                </a:moveTo>
                <a:lnTo>
                  <a:pt x="37019" y="41455"/>
                </a:lnTo>
                <a:lnTo>
                  <a:pt x="37019" y="36858"/>
                </a:lnTo>
                <a:lnTo>
                  <a:pt x="41616" y="36858"/>
                </a:lnTo>
                <a:close/>
                <a:moveTo>
                  <a:pt x="41616" y="36616"/>
                </a:moveTo>
                <a:lnTo>
                  <a:pt x="37019" y="36616"/>
                </a:lnTo>
                <a:lnTo>
                  <a:pt x="37019" y="32059"/>
                </a:lnTo>
                <a:lnTo>
                  <a:pt x="41616" y="32059"/>
                </a:lnTo>
                <a:close/>
                <a:moveTo>
                  <a:pt x="41616" y="31817"/>
                </a:moveTo>
                <a:lnTo>
                  <a:pt x="37019" y="31817"/>
                </a:lnTo>
                <a:lnTo>
                  <a:pt x="37019" y="27220"/>
                </a:lnTo>
                <a:lnTo>
                  <a:pt x="41616" y="27220"/>
                </a:lnTo>
                <a:close/>
                <a:moveTo>
                  <a:pt x="41616" y="26978"/>
                </a:moveTo>
                <a:lnTo>
                  <a:pt x="37019" y="26978"/>
                </a:lnTo>
                <a:lnTo>
                  <a:pt x="37019" y="22421"/>
                </a:lnTo>
                <a:lnTo>
                  <a:pt x="41616" y="22421"/>
                </a:lnTo>
                <a:close/>
                <a:moveTo>
                  <a:pt x="41616" y="22179"/>
                </a:moveTo>
                <a:lnTo>
                  <a:pt x="37019" y="22179"/>
                </a:lnTo>
                <a:lnTo>
                  <a:pt x="37019" y="17622"/>
                </a:lnTo>
                <a:lnTo>
                  <a:pt x="41616" y="17622"/>
                </a:lnTo>
                <a:close/>
                <a:moveTo>
                  <a:pt x="41616" y="17380"/>
                </a:moveTo>
                <a:lnTo>
                  <a:pt x="37019" y="17380"/>
                </a:lnTo>
                <a:lnTo>
                  <a:pt x="37019" y="12783"/>
                </a:lnTo>
                <a:lnTo>
                  <a:pt x="41616" y="12783"/>
                </a:lnTo>
                <a:close/>
                <a:moveTo>
                  <a:pt x="41616" y="12541"/>
                </a:moveTo>
                <a:lnTo>
                  <a:pt x="37019" y="12541"/>
                </a:lnTo>
                <a:lnTo>
                  <a:pt x="37019" y="7985"/>
                </a:lnTo>
                <a:lnTo>
                  <a:pt x="41616" y="7985"/>
                </a:lnTo>
                <a:close/>
                <a:moveTo>
                  <a:pt x="41616" y="7743"/>
                </a:moveTo>
                <a:lnTo>
                  <a:pt x="37019" y="7743"/>
                </a:lnTo>
                <a:lnTo>
                  <a:pt x="37019" y="3307"/>
                </a:lnTo>
                <a:lnTo>
                  <a:pt x="41616" y="3307"/>
                </a:lnTo>
                <a:lnTo>
                  <a:pt x="41616" y="7904"/>
                </a:lnTo>
                <a:close/>
                <a:moveTo>
                  <a:pt x="46415" y="89564"/>
                </a:moveTo>
                <a:lnTo>
                  <a:pt x="41858" y="89564"/>
                </a:lnTo>
                <a:lnTo>
                  <a:pt x="41858" y="84967"/>
                </a:lnTo>
                <a:lnTo>
                  <a:pt x="46415" y="84967"/>
                </a:lnTo>
                <a:close/>
                <a:moveTo>
                  <a:pt x="46415" y="84725"/>
                </a:moveTo>
                <a:lnTo>
                  <a:pt x="41858" y="84725"/>
                </a:lnTo>
                <a:lnTo>
                  <a:pt x="41858" y="80168"/>
                </a:lnTo>
                <a:lnTo>
                  <a:pt x="46415" y="80168"/>
                </a:lnTo>
                <a:close/>
                <a:moveTo>
                  <a:pt x="46415" y="79926"/>
                </a:moveTo>
                <a:lnTo>
                  <a:pt x="41858" y="79926"/>
                </a:lnTo>
                <a:lnTo>
                  <a:pt x="41858" y="75329"/>
                </a:lnTo>
                <a:lnTo>
                  <a:pt x="46415" y="75329"/>
                </a:lnTo>
                <a:close/>
                <a:moveTo>
                  <a:pt x="46415" y="75087"/>
                </a:moveTo>
                <a:lnTo>
                  <a:pt x="41858" y="75087"/>
                </a:lnTo>
                <a:lnTo>
                  <a:pt x="41858" y="70530"/>
                </a:lnTo>
                <a:lnTo>
                  <a:pt x="46415" y="70530"/>
                </a:lnTo>
                <a:close/>
                <a:moveTo>
                  <a:pt x="46415" y="70288"/>
                </a:moveTo>
                <a:lnTo>
                  <a:pt x="41858" y="70288"/>
                </a:lnTo>
                <a:lnTo>
                  <a:pt x="41858" y="65731"/>
                </a:lnTo>
                <a:lnTo>
                  <a:pt x="46415" y="65731"/>
                </a:lnTo>
                <a:close/>
                <a:moveTo>
                  <a:pt x="46415" y="65489"/>
                </a:moveTo>
                <a:lnTo>
                  <a:pt x="41858" y="65489"/>
                </a:lnTo>
                <a:lnTo>
                  <a:pt x="41858" y="60892"/>
                </a:lnTo>
                <a:lnTo>
                  <a:pt x="46415" y="60892"/>
                </a:lnTo>
                <a:close/>
                <a:moveTo>
                  <a:pt x="46415" y="60650"/>
                </a:moveTo>
                <a:lnTo>
                  <a:pt x="41858" y="60650"/>
                </a:lnTo>
                <a:lnTo>
                  <a:pt x="41858" y="56093"/>
                </a:lnTo>
                <a:lnTo>
                  <a:pt x="46415" y="56093"/>
                </a:lnTo>
                <a:close/>
                <a:moveTo>
                  <a:pt x="46415" y="55851"/>
                </a:moveTo>
                <a:lnTo>
                  <a:pt x="41858" y="55851"/>
                </a:lnTo>
                <a:lnTo>
                  <a:pt x="41858" y="51295"/>
                </a:lnTo>
                <a:lnTo>
                  <a:pt x="46415" y="51295"/>
                </a:lnTo>
                <a:close/>
                <a:moveTo>
                  <a:pt x="46415" y="51053"/>
                </a:moveTo>
                <a:lnTo>
                  <a:pt x="41858" y="51053"/>
                </a:lnTo>
                <a:lnTo>
                  <a:pt x="41858" y="46456"/>
                </a:lnTo>
                <a:lnTo>
                  <a:pt x="46415" y="46456"/>
                </a:lnTo>
                <a:close/>
                <a:moveTo>
                  <a:pt x="46415" y="46214"/>
                </a:moveTo>
                <a:lnTo>
                  <a:pt x="41858" y="46214"/>
                </a:lnTo>
                <a:lnTo>
                  <a:pt x="41858" y="41657"/>
                </a:lnTo>
                <a:lnTo>
                  <a:pt x="46415" y="41657"/>
                </a:lnTo>
                <a:close/>
                <a:moveTo>
                  <a:pt x="46415" y="41415"/>
                </a:moveTo>
                <a:lnTo>
                  <a:pt x="41858" y="41415"/>
                </a:lnTo>
                <a:lnTo>
                  <a:pt x="41858" y="36858"/>
                </a:lnTo>
                <a:lnTo>
                  <a:pt x="46415" y="36858"/>
                </a:lnTo>
                <a:close/>
                <a:moveTo>
                  <a:pt x="46415" y="36616"/>
                </a:moveTo>
                <a:lnTo>
                  <a:pt x="41858" y="36616"/>
                </a:lnTo>
                <a:lnTo>
                  <a:pt x="41858" y="32019"/>
                </a:lnTo>
                <a:lnTo>
                  <a:pt x="46415" y="32019"/>
                </a:lnTo>
                <a:close/>
                <a:moveTo>
                  <a:pt x="46415" y="31777"/>
                </a:moveTo>
                <a:lnTo>
                  <a:pt x="41858" y="31777"/>
                </a:lnTo>
                <a:lnTo>
                  <a:pt x="41858" y="27220"/>
                </a:lnTo>
                <a:lnTo>
                  <a:pt x="46415" y="27220"/>
                </a:lnTo>
                <a:close/>
                <a:moveTo>
                  <a:pt x="46415" y="26978"/>
                </a:moveTo>
                <a:lnTo>
                  <a:pt x="41858" y="26978"/>
                </a:lnTo>
                <a:lnTo>
                  <a:pt x="41858" y="22381"/>
                </a:lnTo>
                <a:lnTo>
                  <a:pt x="46415" y="22381"/>
                </a:lnTo>
                <a:close/>
                <a:moveTo>
                  <a:pt x="46415" y="22139"/>
                </a:moveTo>
                <a:lnTo>
                  <a:pt x="41858" y="22139"/>
                </a:lnTo>
                <a:lnTo>
                  <a:pt x="41858" y="17582"/>
                </a:lnTo>
                <a:lnTo>
                  <a:pt x="46415" y="17582"/>
                </a:lnTo>
                <a:close/>
                <a:moveTo>
                  <a:pt x="46415" y="17340"/>
                </a:moveTo>
                <a:lnTo>
                  <a:pt x="41858" y="17340"/>
                </a:lnTo>
                <a:lnTo>
                  <a:pt x="41858" y="12783"/>
                </a:lnTo>
                <a:lnTo>
                  <a:pt x="46415" y="12783"/>
                </a:lnTo>
                <a:close/>
                <a:moveTo>
                  <a:pt x="46415" y="12541"/>
                </a:moveTo>
                <a:lnTo>
                  <a:pt x="41858" y="12541"/>
                </a:lnTo>
                <a:lnTo>
                  <a:pt x="41858" y="7944"/>
                </a:lnTo>
                <a:lnTo>
                  <a:pt x="46415" y="7944"/>
                </a:lnTo>
                <a:close/>
                <a:moveTo>
                  <a:pt x="46415" y="7702"/>
                </a:moveTo>
                <a:lnTo>
                  <a:pt x="41858" y="7702"/>
                </a:lnTo>
                <a:lnTo>
                  <a:pt x="41858" y="3307"/>
                </a:lnTo>
                <a:lnTo>
                  <a:pt x="46415" y="3307"/>
                </a:lnTo>
                <a:lnTo>
                  <a:pt x="46415" y="7904"/>
                </a:lnTo>
                <a:close/>
                <a:moveTo>
                  <a:pt x="51214" y="89524"/>
                </a:moveTo>
                <a:lnTo>
                  <a:pt x="46657" y="89524"/>
                </a:lnTo>
                <a:lnTo>
                  <a:pt x="46657" y="84967"/>
                </a:lnTo>
                <a:lnTo>
                  <a:pt x="51214" y="84967"/>
                </a:lnTo>
                <a:close/>
                <a:moveTo>
                  <a:pt x="51214" y="84685"/>
                </a:moveTo>
                <a:lnTo>
                  <a:pt x="46657" y="84685"/>
                </a:lnTo>
                <a:lnTo>
                  <a:pt x="46657" y="80128"/>
                </a:lnTo>
                <a:lnTo>
                  <a:pt x="51214" y="80128"/>
                </a:lnTo>
                <a:close/>
                <a:moveTo>
                  <a:pt x="51214" y="79886"/>
                </a:moveTo>
                <a:lnTo>
                  <a:pt x="46657" y="79886"/>
                </a:lnTo>
                <a:lnTo>
                  <a:pt x="46657" y="75329"/>
                </a:lnTo>
                <a:lnTo>
                  <a:pt x="51214" y="75329"/>
                </a:lnTo>
                <a:close/>
                <a:moveTo>
                  <a:pt x="51214" y="75087"/>
                </a:moveTo>
                <a:lnTo>
                  <a:pt x="46657" y="75087"/>
                </a:lnTo>
                <a:lnTo>
                  <a:pt x="46657" y="70490"/>
                </a:lnTo>
                <a:lnTo>
                  <a:pt x="51214" y="70490"/>
                </a:lnTo>
                <a:close/>
                <a:moveTo>
                  <a:pt x="51214" y="70248"/>
                </a:moveTo>
                <a:lnTo>
                  <a:pt x="46657" y="70248"/>
                </a:lnTo>
                <a:lnTo>
                  <a:pt x="46657" y="65691"/>
                </a:lnTo>
                <a:lnTo>
                  <a:pt x="51214" y="65691"/>
                </a:lnTo>
                <a:close/>
                <a:moveTo>
                  <a:pt x="51214" y="65449"/>
                </a:moveTo>
                <a:lnTo>
                  <a:pt x="46657" y="65449"/>
                </a:lnTo>
                <a:lnTo>
                  <a:pt x="46657" y="60892"/>
                </a:lnTo>
                <a:lnTo>
                  <a:pt x="51214" y="60892"/>
                </a:lnTo>
                <a:close/>
                <a:moveTo>
                  <a:pt x="51214" y="60650"/>
                </a:moveTo>
                <a:lnTo>
                  <a:pt x="46657" y="60650"/>
                </a:lnTo>
                <a:lnTo>
                  <a:pt x="46657" y="56053"/>
                </a:lnTo>
                <a:lnTo>
                  <a:pt x="51214" y="56053"/>
                </a:lnTo>
                <a:close/>
                <a:moveTo>
                  <a:pt x="51214" y="55811"/>
                </a:moveTo>
                <a:lnTo>
                  <a:pt x="46657" y="55811"/>
                </a:lnTo>
                <a:lnTo>
                  <a:pt x="46657" y="51254"/>
                </a:lnTo>
                <a:lnTo>
                  <a:pt x="51214" y="51254"/>
                </a:lnTo>
                <a:close/>
                <a:moveTo>
                  <a:pt x="51214" y="51012"/>
                </a:moveTo>
                <a:lnTo>
                  <a:pt x="46657" y="51012"/>
                </a:lnTo>
                <a:lnTo>
                  <a:pt x="46657" y="46456"/>
                </a:lnTo>
                <a:lnTo>
                  <a:pt x="51214" y="46456"/>
                </a:lnTo>
                <a:close/>
                <a:moveTo>
                  <a:pt x="51214" y="46214"/>
                </a:moveTo>
                <a:lnTo>
                  <a:pt x="46657" y="46214"/>
                </a:lnTo>
                <a:lnTo>
                  <a:pt x="46657" y="41616"/>
                </a:lnTo>
                <a:lnTo>
                  <a:pt x="51214" y="41616"/>
                </a:lnTo>
                <a:close/>
                <a:moveTo>
                  <a:pt x="51214" y="41374"/>
                </a:moveTo>
                <a:lnTo>
                  <a:pt x="46657" y="41374"/>
                </a:lnTo>
                <a:lnTo>
                  <a:pt x="46657" y="36818"/>
                </a:lnTo>
                <a:lnTo>
                  <a:pt x="51214" y="36818"/>
                </a:lnTo>
                <a:close/>
                <a:moveTo>
                  <a:pt x="51214" y="36576"/>
                </a:moveTo>
                <a:lnTo>
                  <a:pt x="46657" y="36576"/>
                </a:lnTo>
                <a:lnTo>
                  <a:pt x="46657" y="32019"/>
                </a:lnTo>
                <a:lnTo>
                  <a:pt x="51214" y="32019"/>
                </a:lnTo>
                <a:close/>
                <a:moveTo>
                  <a:pt x="51214" y="31777"/>
                </a:moveTo>
                <a:lnTo>
                  <a:pt x="46657" y="31777"/>
                </a:lnTo>
                <a:lnTo>
                  <a:pt x="46657" y="27180"/>
                </a:lnTo>
                <a:lnTo>
                  <a:pt x="51214" y="27180"/>
                </a:lnTo>
                <a:close/>
                <a:moveTo>
                  <a:pt x="51214" y="26938"/>
                </a:moveTo>
                <a:lnTo>
                  <a:pt x="46657" y="26938"/>
                </a:lnTo>
                <a:lnTo>
                  <a:pt x="46657" y="22381"/>
                </a:lnTo>
                <a:lnTo>
                  <a:pt x="51214" y="22381"/>
                </a:lnTo>
                <a:close/>
                <a:moveTo>
                  <a:pt x="51214" y="22139"/>
                </a:moveTo>
                <a:lnTo>
                  <a:pt x="46657" y="22139"/>
                </a:lnTo>
                <a:lnTo>
                  <a:pt x="46657" y="17582"/>
                </a:lnTo>
                <a:lnTo>
                  <a:pt x="51214" y="17582"/>
                </a:lnTo>
                <a:close/>
                <a:moveTo>
                  <a:pt x="51214" y="17340"/>
                </a:moveTo>
                <a:lnTo>
                  <a:pt x="46657" y="17340"/>
                </a:lnTo>
                <a:lnTo>
                  <a:pt x="46657" y="12743"/>
                </a:lnTo>
                <a:lnTo>
                  <a:pt x="51214" y="12743"/>
                </a:lnTo>
                <a:close/>
                <a:moveTo>
                  <a:pt x="51214" y="12501"/>
                </a:moveTo>
                <a:lnTo>
                  <a:pt x="46657" y="12501"/>
                </a:lnTo>
                <a:lnTo>
                  <a:pt x="46657" y="7944"/>
                </a:lnTo>
                <a:lnTo>
                  <a:pt x="51214" y="7944"/>
                </a:lnTo>
                <a:close/>
                <a:moveTo>
                  <a:pt x="51214" y="7702"/>
                </a:moveTo>
                <a:lnTo>
                  <a:pt x="46657" y="7702"/>
                </a:lnTo>
                <a:lnTo>
                  <a:pt x="46657" y="3307"/>
                </a:lnTo>
                <a:lnTo>
                  <a:pt x="51214" y="3307"/>
                </a:lnTo>
                <a:lnTo>
                  <a:pt x="51214" y="7904"/>
                </a:lnTo>
                <a:close/>
                <a:moveTo>
                  <a:pt x="56053" y="89483"/>
                </a:moveTo>
                <a:lnTo>
                  <a:pt x="51456" y="89483"/>
                </a:lnTo>
                <a:lnTo>
                  <a:pt x="51456" y="84927"/>
                </a:lnTo>
                <a:lnTo>
                  <a:pt x="56053" y="84927"/>
                </a:lnTo>
                <a:close/>
                <a:moveTo>
                  <a:pt x="56053" y="84685"/>
                </a:moveTo>
                <a:lnTo>
                  <a:pt x="51456" y="84685"/>
                </a:lnTo>
                <a:lnTo>
                  <a:pt x="51456" y="80087"/>
                </a:lnTo>
                <a:lnTo>
                  <a:pt x="56053" y="80087"/>
                </a:lnTo>
                <a:close/>
                <a:moveTo>
                  <a:pt x="56053" y="79845"/>
                </a:moveTo>
                <a:lnTo>
                  <a:pt x="51456" y="79845"/>
                </a:lnTo>
                <a:lnTo>
                  <a:pt x="51456" y="75289"/>
                </a:lnTo>
                <a:lnTo>
                  <a:pt x="56053" y="75289"/>
                </a:lnTo>
                <a:close/>
                <a:moveTo>
                  <a:pt x="56053" y="75047"/>
                </a:moveTo>
                <a:lnTo>
                  <a:pt x="51456" y="75047"/>
                </a:lnTo>
                <a:lnTo>
                  <a:pt x="51456" y="70490"/>
                </a:lnTo>
                <a:lnTo>
                  <a:pt x="56053" y="70490"/>
                </a:lnTo>
                <a:close/>
                <a:moveTo>
                  <a:pt x="56053" y="70248"/>
                </a:moveTo>
                <a:lnTo>
                  <a:pt x="51456" y="70248"/>
                </a:lnTo>
                <a:lnTo>
                  <a:pt x="51456" y="65651"/>
                </a:lnTo>
                <a:lnTo>
                  <a:pt x="56053" y="65651"/>
                </a:lnTo>
                <a:close/>
                <a:moveTo>
                  <a:pt x="56053" y="65409"/>
                </a:moveTo>
                <a:lnTo>
                  <a:pt x="51456" y="65409"/>
                </a:lnTo>
                <a:lnTo>
                  <a:pt x="51456" y="60852"/>
                </a:lnTo>
                <a:lnTo>
                  <a:pt x="56053" y="60852"/>
                </a:lnTo>
                <a:close/>
                <a:moveTo>
                  <a:pt x="56053" y="60610"/>
                </a:moveTo>
                <a:lnTo>
                  <a:pt x="51456" y="60610"/>
                </a:lnTo>
                <a:lnTo>
                  <a:pt x="51456" y="56053"/>
                </a:lnTo>
                <a:lnTo>
                  <a:pt x="56053" y="56053"/>
                </a:lnTo>
                <a:close/>
                <a:moveTo>
                  <a:pt x="56053" y="55811"/>
                </a:moveTo>
                <a:lnTo>
                  <a:pt x="51456" y="55811"/>
                </a:lnTo>
                <a:lnTo>
                  <a:pt x="51456" y="51214"/>
                </a:lnTo>
                <a:lnTo>
                  <a:pt x="56053" y="51214"/>
                </a:lnTo>
                <a:close/>
                <a:moveTo>
                  <a:pt x="56053" y="50972"/>
                </a:moveTo>
                <a:lnTo>
                  <a:pt x="51456" y="50972"/>
                </a:lnTo>
                <a:lnTo>
                  <a:pt x="51456" y="46415"/>
                </a:lnTo>
                <a:lnTo>
                  <a:pt x="56053" y="46415"/>
                </a:lnTo>
                <a:close/>
                <a:moveTo>
                  <a:pt x="56053" y="46173"/>
                </a:moveTo>
                <a:lnTo>
                  <a:pt x="51456" y="46173"/>
                </a:lnTo>
                <a:lnTo>
                  <a:pt x="51456" y="41616"/>
                </a:lnTo>
                <a:lnTo>
                  <a:pt x="56053" y="41616"/>
                </a:lnTo>
                <a:close/>
                <a:moveTo>
                  <a:pt x="56053" y="41374"/>
                </a:moveTo>
                <a:lnTo>
                  <a:pt x="51456" y="41374"/>
                </a:lnTo>
                <a:lnTo>
                  <a:pt x="51456" y="36777"/>
                </a:lnTo>
                <a:lnTo>
                  <a:pt x="56053" y="36777"/>
                </a:lnTo>
                <a:close/>
                <a:moveTo>
                  <a:pt x="56053" y="36535"/>
                </a:moveTo>
                <a:lnTo>
                  <a:pt x="51456" y="36535"/>
                </a:lnTo>
                <a:lnTo>
                  <a:pt x="51456" y="31978"/>
                </a:lnTo>
                <a:lnTo>
                  <a:pt x="56053" y="31978"/>
                </a:lnTo>
                <a:close/>
                <a:moveTo>
                  <a:pt x="56053" y="31737"/>
                </a:moveTo>
                <a:lnTo>
                  <a:pt x="51456" y="31737"/>
                </a:lnTo>
                <a:lnTo>
                  <a:pt x="51456" y="27180"/>
                </a:lnTo>
                <a:lnTo>
                  <a:pt x="56053" y="27180"/>
                </a:lnTo>
                <a:close/>
                <a:moveTo>
                  <a:pt x="56053" y="26938"/>
                </a:moveTo>
                <a:lnTo>
                  <a:pt x="51456" y="26938"/>
                </a:lnTo>
                <a:lnTo>
                  <a:pt x="51456" y="22341"/>
                </a:lnTo>
                <a:lnTo>
                  <a:pt x="56053" y="22341"/>
                </a:lnTo>
                <a:close/>
                <a:moveTo>
                  <a:pt x="56053" y="22099"/>
                </a:moveTo>
                <a:lnTo>
                  <a:pt x="51456" y="22099"/>
                </a:lnTo>
                <a:lnTo>
                  <a:pt x="51456" y="17542"/>
                </a:lnTo>
                <a:lnTo>
                  <a:pt x="56053" y="17542"/>
                </a:lnTo>
                <a:close/>
                <a:moveTo>
                  <a:pt x="56053" y="17300"/>
                </a:moveTo>
                <a:lnTo>
                  <a:pt x="51456" y="17300"/>
                </a:lnTo>
                <a:lnTo>
                  <a:pt x="51456" y="12743"/>
                </a:lnTo>
                <a:lnTo>
                  <a:pt x="56053" y="12743"/>
                </a:lnTo>
                <a:close/>
                <a:moveTo>
                  <a:pt x="56053" y="12501"/>
                </a:moveTo>
                <a:lnTo>
                  <a:pt x="51456" y="12501"/>
                </a:lnTo>
                <a:lnTo>
                  <a:pt x="51456" y="7904"/>
                </a:lnTo>
                <a:lnTo>
                  <a:pt x="56053" y="7904"/>
                </a:lnTo>
                <a:close/>
                <a:moveTo>
                  <a:pt x="56053" y="7662"/>
                </a:moveTo>
                <a:lnTo>
                  <a:pt x="51456" y="7662"/>
                </a:lnTo>
                <a:lnTo>
                  <a:pt x="51456" y="3307"/>
                </a:lnTo>
                <a:lnTo>
                  <a:pt x="56053" y="3307"/>
                </a:lnTo>
                <a:lnTo>
                  <a:pt x="56053" y="7904"/>
                </a:lnTo>
                <a:close/>
                <a:moveTo>
                  <a:pt x="60852" y="89483"/>
                </a:moveTo>
                <a:lnTo>
                  <a:pt x="56295" y="89483"/>
                </a:lnTo>
                <a:lnTo>
                  <a:pt x="56295" y="84886"/>
                </a:lnTo>
                <a:lnTo>
                  <a:pt x="60852" y="84886"/>
                </a:lnTo>
                <a:close/>
                <a:moveTo>
                  <a:pt x="60852" y="84644"/>
                </a:moveTo>
                <a:lnTo>
                  <a:pt x="56295" y="84644"/>
                </a:lnTo>
                <a:lnTo>
                  <a:pt x="56295" y="80087"/>
                </a:lnTo>
                <a:lnTo>
                  <a:pt x="60852" y="80087"/>
                </a:lnTo>
                <a:close/>
                <a:moveTo>
                  <a:pt x="60852" y="79845"/>
                </a:moveTo>
                <a:lnTo>
                  <a:pt x="56295" y="79845"/>
                </a:lnTo>
                <a:lnTo>
                  <a:pt x="56295" y="75248"/>
                </a:lnTo>
                <a:lnTo>
                  <a:pt x="60852" y="75248"/>
                </a:lnTo>
                <a:close/>
                <a:moveTo>
                  <a:pt x="60852" y="75006"/>
                </a:moveTo>
                <a:lnTo>
                  <a:pt x="56295" y="75006"/>
                </a:lnTo>
                <a:lnTo>
                  <a:pt x="56295" y="70449"/>
                </a:lnTo>
                <a:lnTo>
                  <a:pt x="60852" y="70449"/>
                </a:lnTo>
                <a:close/>
                <a:moveTo>
                  <a:pt x="60852" y="70208"/>
                </a:moveTo>
                <a:lnTo>
                  <a:pt x="56295" y="70208"/>
                </a:lnTo>
                <a:lnTo>
                  <a:pt x="56295" y="65651"/>
                </a:lnTo>
                <a:lnTo>
                  <a:pt x="60852" y="65651"/>
                </a:lnTo>
                <a:close/>
                <a:moveTo>
                  <a:pt x="60852" y="65409"/>
                </a:moveTo>
                <a:lnTo>
                  <a:pt x="56295" y="65409"/>
                </a:lnTo>
                <a:lnTo>
                  <a:pt x="56295" y="60812"/>
                </a:lnTo>
                <a:lnTo>
                  <a:pt x="60852" y="60812"/>
                </a:lnTo>
                <a:close/>
                <a:moveTo>
                  <a:pt x="60852" y="60570"/>
                </a:moveTo>
                <a:lnTo>
                  <a:pt x="56295" y="60570"/>
                </a:lnTo>
                <a:lnTo>
                  <a:pt x="56295" y="56013"/>
                </a:lnTo>
                <a:lnTo>
                  <a:pt x="60852" y="56013"/>
                </a:lnTo>
                <a:close/>
                <a:moveTo>
                  <a:pt x="60852" y="55771"/>
                </a:moveTo>
                <a:lnTo>
                  <a:pt x="56295" y="55771"/>
                </a:lnTo>
                <a:lnTo>
                  <a:pt x="56295" y="51214"/>
                </a:lnTo>
                <a:lnTo>
                  <a:pt x="60852" y="51214"/>
                </a:lnTo>
                <a:close/>
                <a:moveTo>
                  <a:pt x="60852" y="50972"/>
                </a:moveTo>
                <a:lnTo>
                  <a:pt x="56295" y="50972"/>
                </a:lnTo>
                <a:lnTo>
                  <a:pt x="56295" y="46375"/>
                </a:lnTo>
                <a:lnTo>
                  <a:pt x="60852" y="46375"/>
                </a:lnTo>
                <a:close/>
                <a:moveTo>
                  <a:pt x="60852" y="46133"/>
                </a:moveTo>
                <a:lnTo>
                  <a:pt x="56295" y="46133"/>
                </a:lnTo>
                <a:lnTo>
                  <a:pt x="56295" y="41576"/>
                </a:lnTo>
                <a:lnTo>
                  <a:pt x="60852" y="41576"/>
                </a:lnTo>
                <a:close/>
                <a:moveTo>
                  <a:pt x="60852" y="41334"/>
                </a:moveTo>
                <a:lnTo>
                  <a:pt x="56295" y="41334"/>
                </a:lnTo>
                <a:lnTo>
                  <a:pt x="56295" y="36777"/>
                </a:lnTo>
                <a:lnTo>
                  <a:pt x="60852" y="36777"/>
                </a:lnTo>
                <a:close/>
                <a:moveTo>
                  <a:pt x="60852" y="36535"/>
                </a:moveTo>
                <a:lnTo>
                  <a:pt x="56295" y="36535"/>
                </a:lnTo>
                <a:lnTo>
                  <a:pt x="56295" y="31938"/>
                </a:lnTo>
                <a:lnTo>
                  <a:pt x="60852" y="31938"/>
                </a:lnTo>
                <a:close/>
                <a:moveTo>
                  <a:pt x="60852" y="31696"/>
                </a:moveTo>
                <a:lnTo>
                  <a:pt x="56295" y="31696"/>
                </a:lnTo>
                <a:lnTo>
                  <a:pt x="56295" y="27139"/>
                </a:lnTo>
                <a:lnTo>
                  <a:pt x="60852" y="27139"/>
                </a:lnTo>
                <a:close/>
                <a:moveTo>
                  <a:pt x="60852" y="26897"/>
                </a:moveTo>
                <a:lnTo>
                  <a:pt x="56295" y="26897"/>
                </a:lnTo>
                <a:lnTo>
                  <a:pt x="56295" y="22341"/>
                </a:lnTo>
                <a:lnTo>
                  <a:pt x="60852" y="22341"/>
                </a:lnTo>
                <a:close/>
                <a:moveTo>
                  <a:pt x="60852" y="22099"/>
                </a:moveTo>
                <a:lnTo>
                  <a:pt x="56295" y="22099"/>
                </a:lnTo>
                <a:lnTo>
                  <a:pt x="56295" y="17501"/>
                </a:lnTo>
                <a:lnTo>
                  <a:pt x="60852" y="17501"/>
                </a:lnTo>
                <a:close/>
                <a:moveTo>
                  <a:pt x="60852" y="17260"/>
                </a:moveTo>
                <a:lnTo>
                  <a:pt x="56295" y="17260"/>
                </a:lnTo>
                <a:lnTo>
                  <a:pt x="56295" y="12703"/>
                </a:lnTo>
                <a:lnTo>
                  <a:pt x="60852" y="12703"/>
                </a:lnTo>
                <a:close/>
                <a:moveTo>
                  <a:pt x="60852" y="12461"/>
                </a:moveTo>
                <a:lnTo>
                  <a:pt x="56295" y="12461"/>
                </a:lnTo>
                <a:lnTo>
                  <a:pt x="56295" y="7904"/>
                </a:lnTo>
                <a:lnTo>
                  <a:pt x="60852" y="7904"/>
                </a:lnTo>
                <a:close/>
                <a:moveTo>
                  <a:pt x="60852" y="7662"/>
                </a:moveTo>
                <a:lnTo>
                  <a:pt x="56295" y="7662"/>
                </a:lnTo>
                <a:lnTo>
                  <a:pt x="56295" y="3307"/>
                </a:lnTo>
                <a:lnTo>
                  <a:pt x="60852" y="3307"/>
                </a:lnTo>
                <a:lnTo>
                  <a:pt x="60852" y="7904"/>
                </a:lnTo>
                <a:close/>
                <a:moveTo>
                  <a:pt x="65651" y="84644"/>
                </a:moveTo>
                <a:lnTo>
                  <a:pt x="61094" y="84644"/>
                </a:lnTo>
                <a:lnTo>
                  <a:pt x="61094" y="80047"/>
                </a:lnTo>
                <a:lnTo>
                  <a:pt x="65651" y="80047"/>
                </a:lnTo>
                <a:close/>
                <a:moveTo>
                  <a:pt x="65651" y="79805"/>
                </a:moveTo>
                <a:lnTo>
                  <a:pt x="61094" y="79805"/>
                </a:lnTo>
                <a:lnTo>
                  <a:pt x="61094" y="75248"/>
                </a:lnTo>
                <a:lnTo>
                  <a:pt x="65651" y="75248"/>
                </a:lnTo>
                <a:close/>
                <a:moveTo>
                  <a:pt x="65651" y="75006"/>
                </a:moveTo>
                <a:lnTo>
                  <a:pt x="61094" y="75006"/>
                </a:lnTo>
                <a:lnTo>
                  <a:pt x="61094" y="70449"/>
                </a:lnTo>
                <a:lnTo>
                  <a:pt x="65651" y="70449"/>
                </a:lnTo>
                <a:close/>
                <a:moveTo>
                  <a:pt x="65651" y="70208"/>
                </a:moveTo>
                <a:lnTo>
                  <a:pt x="61094" y="70208"/>
                </a:lnTo>
                <a:lnTo>
                  <a:pt x="61094" y="65610"/>
                </a:lnTo>
                <a:lnTo>
                  <a:pt x="65651" y="65610"/>
                </a:lnTo>
                <a:close/>
                <a:moveTo>
                  <a:pt x="65651" y="65368"/>
                </a:moveTo>
                <a:lnTo>
                  <a:pt x="61094" y="65368"/>
                </a:lnTo>
                <a:lnTo>
                  <a:pt x="61094" y="60812"/>
                </a:lnTo>
                <a:lnTo>
                  <a:pt x="65651" y="60812"/>
                </a:lnTo>
                <a:close/>
                <a:moveTo>
                  <a:pt x="65651" y="60570"/>
                </a:moveTo>
                <a:lnTo>
                  <a:pt x="61094" y="60570"/>
                </a:lnTo>
                <a:lnTo>
                  <a:pt x="61094" y="56013"/>
                </a:lnTo>
                <a:lnTo>
                  <a:pt x="65651" y="56013"/>
                </a:lnTo>
                <a:close/>
                <a:moveTo>
                  <a:pt x="65651" y="55771"/>
                </a:moveTo>
                <a:lnTo>
                  <a:pt x="61094" y="55771"/>
                </a:lnTo>
                <a:lnTo>
                  <a:pt x="61094" y="51174"/>
                </a:lnTo>
                <a:lnTo>
                  <a:pt x="65651" y="51174"/>
                </a:lnTo>
                <a:close/>
                <a:moveTo>
                  <a:pt x="65651" y="50932"/>
                </a:moveTo>
                <a:lnTo>
                  <a:pt x="61094" y="50932"/>
                </a:lnTo>
                <a:lnTo>
                  <a:pt x="61094" y="46375"/>
                </a:lnTo>
                <a:lnTo>
                  <a:pt x="65651" y="46375"/>
                </a:lnTo>
                <a:close/>
                <a:moveTo>
                  <a:pt x="65651" y="46133"/>
                </a:moveTo>
                <a:lnTo>
                  <a:pt x="61094" y="46133"/>
                </a:lnTo>
                <a:lnTo>
                  <a:pt x="61094" y="41536"/>
                </a:lnTo>
                <a:lnTo>
                  <a:pt x="65651" y="41536"/>
                </a:lnTo>
                <a:close/>
                <a:moveTo>
                  <a:pt x="65651" y="41294"/>
                </a:moveTo>
                <a:lnTo>
                  <a:pt x="61094" y="41294"/>
                </a:lnTo>
                <a:lnTo>
                  <a:pt x="61094" y="36737"/>
                </a:lnTo>
                <a:lnTo>
                  <a:pt x="65651" y="36737"/>
                </a:lnTo>
                <a:close/>
                <a:moveTo>
                  <a:pt x="65651" y="36495"/>
                </a:moveTo>
                <a:lnTo>
                  <a:pt x="61094" y="36495"/>
                </a:lnTo>
                <a:lnTo>
                  <a:pt x="61094" y="31938"/>
                </a:lnTo>
                <a:lnTo>
                  <a:pt x="65651" y="31938"/>
                </a:lnTo>
                <a:close/>
                <a:moveTo>
                  <a:pt x="65651" y="31696"/>
                </a:moveTo>
                <a:lnTo>
                  <a:pt x="61094" y="31696"/>
                </a:lnTo>
                <a:lnTo>
                  <a:pt x="61094" y="27099"/>
                </a:lnTo>
                <a:lnTo>
                  <a:pt x="65651" y="27099"/>
                </a:lnTo>
                <a:close/>
                <a:moveTo>
                  <a:pt x="65651" y="26857"/>
                </a:moveTo>
                <a:lnTo>
                  <a:pt x="61094" y="26857"/>
                </a:lnTo>
                <a:lnTo>
                  <a:pt x="61094" y="22300"/>
                </a:lnTo>
                <a:lnTo>
                  <a:pt x="65651" y="22300"/>
                </a:lnTo>
                <a:close/>
                <a:moveTo>
                  <a:pt x="65651" y="22058"/>
                </a:moveTo>
                <a:lnTo>
                  <a:pt x="61094" y="22058"/>
                </a:lnTo>
                <a:lnTo>
                  <a:pt x="61094" y="17501"/>
                </a:lnTo>
                <a:lnTo>
                  <a:pt x="65651" y="17501"/>
                </a:lnTo>
                <a:close/>
                <a:moveTo>
                  <a:pt x="65651" y="17260"/>
                </a:moveTo>
                <a:lnTo>
                  <a:pt x="61094" y="17260"/>
                </a:lnTo>
                <a:lnTo>
                  <a:pt x="61094" y="12662"/>
                </a:lnTo>
                <a:lnTo>
                  <a:pt x="65651" y="12662"/>
                </a:lnTo>
                <a:close/>
                <a:moveTo>
                  <a:pt x="65651" y="12420"/>
                </a:moveTo>
                <a:lnTo>
                  <a:pt x="61094" y="12420"/>
                </a:lnTo>
                <a:lnTo>
                  <a:pt x="61094" y="7864"/>
                </a:lnTo>
                <a:lnTo>
                  <a:pt x="65651" y="7864"/>
                </a:lnTo>
                <a:close/>
                <a:moveTo>
                  <a:pt x="70490" y="84604"/>
                </a:moveTo>
                <a:lnTo>
                  <a:pt x="65893" y="84604"/>
                </a:lnTo>
                <a:lnTo>
                  <a:pt x="65893" y="80047"/>
                </a:lnTo>
                <a:lnTo>
                  <a:pt x="70490" y="80047"/>
                </a:lnTo>
                <a:close/>
                <a:moveTo>
                  <a:pt x="70490" y="79805"/>
                </a:moveTo>
                <a:lnTo>
                  <a:pt x="65893" y="79805"/>
                </a:lnTo>
                <a:lnTo>
                  <a:pt x="65893" y="75208"/>
                </a:lnTo>
                <a:lnTo>
                  <a:pt x="70490" y="75208"/>
                </a:lnTo>
                <a:close/>
                <a:moveTo>
                  <a:pt x="70490" y="74966"/>
                </a:moveTo>
                <a:lnTo>
                  <a:pt x="65893" y="74966"/>
                </a:lnTo>
                <a:lnTo>
                  <a:pt x="65893" y="70409"/>
                </a:lnTo>
                <a:lnTo>
                  <a:pt x="70490" y="70409"/>
                </a:lnTo>
                <a:close/>
                <a:moveTo>
                  <a:pt x="70490" y="70167"/>
                </a:moveTo>
                <a:lnTo>
                  <a:pt x="65893" y="70167"/>
                </a:lnTo>
                <a:lnTo>
                  <a:pt x="65893" y="65610"/>
                </a:lnTo>
                <a:lnTo>
                  <a:pt x="70490" y="65610"/>
                </a:lnTo>
                <a:close/>
                <a:moveTo>
                  <a:pt x="70490" y="65368"/>
                </a:moveTo>
                <a:lnTo>
                  <a:pt x="65893" y="65368"/>
                </a:lnTo>
                <a:lnTo>
                  <a:pt x="65893" y="60771"/>
                </a:lnTo>
                <a:lnTo>
                  <a:pt x="70490" y="60771"/>
                </a:lnTo>
                <a:close/>
                <a:moveTo>
                  <a:pt x="70490" y="60529"/>
                </a:moveTo>
                <a:lnTo>
                  <a:pt x="65893" y="60529"/>
                </a:lnTo>
                <a:lnTo>
                  <a:pt x="65893" y="55972"/>
                </a:lnTo>
                <a:lnTo>
                  <a:pt x="70490" y="55972"/>
                </a:lnTo>
                <a:close/>
                <a:moveTo>
                  <a:pt x="70490" y="55730"/>
                </a:moveTo>
                <a:lnTo>
                  <a:pt x="65893" y="55730"/>
                </a:lnTo>
                <a:lnTo>
                  <a:pt x="65893" y="51174"/>
                </a:lnTo>
                <a:lnTo>
                  <a:pt x="70490" y="51174"/>
                </a:lnTo>
                <a:close/>
                <a:moveTo>
                  <a:pt x="70490" y="50932"/>
                </a:moveTo>
                <a:lnTo>
                  <a:pt x="65893" y="50932"/>
                </a:lnTo>
                <a:lnTo>
                  <a:pt x="65893" y="46335"/>
                </a:lnTo>
                <a:lnTo>
                  <a:pt x="70490" y="46335"/>
                </a:lnTo>
                <a:close/>
                <a:moveTo>
                  <a:pt x="70490" y="46093"/>
                </a:moveTo>
                <a:lnTo>
                  <a:pt x="65893" y="46093"/>
                </a:lnTo>
                <a:lnTo>
                  <a:pt x="65893" y="41536"/>
                </a:lnTo>
                <a:lnTo>
                  <a:pt x="70490" y="41536"/>
                </a:lnTo>
                <a:close/>
                <a:moveTo>
                  <a:pt x="70490" y="41294"/>
                </a:moveTo>
                <a:lnTo>
                  <a:pt x="65893" y="41294"/>
                </a:lnTo>
                <a:lnTo>
                  <a:pt x="65893" y="36737"/>
                </a:lnTo>
                <a:lnTo>
                  <a:pt x="70490" y="36737"/>
                </a:lnTo>
                <a:close/>
                <a:moveTo>
                  <a:pt x="70490" y="36495"/>
                </a:moveTo>
                <a:lnTo>
                  <a:pt x="65893" y="36495"/>
                </a:lnTo>
                <a:lnTo>
                  <a:pt x="65893" y="31898"/>
                </a:lnTo>
                <a:lnTo>
                  <a:pt x="70490" y="31898"/>
                </a:lnTo>
                <a:close/>
                <a:moveTo>
                  <a:pt x="70490" y="31656"/>
                </a:moveTo>
                <a:lnTo>
                  <a:pt x="65893" y="31656"/>
                </a:lnTo>
                <a:lnTo>
                  <a:pt x="65893" y="27099"/>
                </a:lnTo>
                <a:lnTo>
                  <a:pt x="70490" y="27099"/>
                </a:lnTo>
                <a:close/>
                <a:moveTo>
                  <a:pt x="70490" y="26857"/>
                </a:moveTo>
                <a:lnTo>
                  <a:pt x="65893" y="26857"/>
                </a:lnTo>
                <a:lnTo>
                  <a:pt x="65893" y="22260"/>
                </a:lnTo>
                <a:lnTo>
                  <a:pt x="70490" y="22260"/>
                </a:lnTo>
                <a:close/>
                <a:moveTo>
                  <a:pt x="70490" y="22018"/>
                </a:moveTo>
                <a:lnTo>
                  <a:pt x="65893" y="22018"/>
                </a:lnTo>
                <a:lnTo>
                  <a:pt x="65893" y="17461"/>
                </a:lnTo>
                <a:lnTo>
                  <a:pt x="70490" y="17461"/>
                </a:lnTo>
                <a:close/>
                <a:moveTo>
                  <a:pt x="70490" y="17219"/>
                </a:moveTo>
                <a:lnTo>
                  <a:pt x="65893" y="17219"/>
                </a:lnTo>
                <a:lnTo>
                  <a:pt x="65893" y="12662"/>
                </a:lnTo>
                <a:lnTo>
                  <a:pt x="70490" y="12662"/>
                </a:lnTo>
                <a:close/>
                <a:moveTo>
                  <a:pt x="70490" y="12420"/>
                </a:moveTo>
                <a:lnTo>
                  <a:pt x="65893" y="12420"/>
                </a:lnTo>
                <a:lnTo>
                  <a:pt x="65893" y="7823"/>
                </a:lnTo>
                <a:lnTo>
                  <a:pt x="70490" y="7823"/>
                </a:lnTo>
                <a:close/>
                <a:moveTo>
                  <a:pt x="75289" y="79765"/>
                </a:moveTo>
                <a:lnTo>
                  <a:pt x="70732" y="79765"/>
                </a:lnTo>
                <a:lnTo>
                  <a:pt x="70732" y="75208"/>
                </a:lnTo>
                <a:lnTo>
                  <a:pt x="75289" y="75208"/>
                </a:lnTo>
                <a:close/>
                <a:moveTo>
                  <a:pt x="75289" y="74966"/>
                </a:moveTo>
                <a:lnTo>
                  <a:pt x="70732" y="74966"/>
                </a:lnTo>
                <a:lnTo>
                  <a:pt x="70732" y="70409"/>
                </a:lnTo>
                <a:lnTo>
                  <a:pt x="75289" y="70409"/>
                </a:lnTo>
                <a:close/>
                <a:moveTo>
                  <a:pt x="75289" y="70167"/>
                </a:moveTo>
                <a:lnTo>
                  <a:pt x="70732" y="70167"/>
                </a:lnTo>
                <a:lnTo>
                  <a:pt x="70732" y="65570"/>
                </a:lnTo>
                <a:lnTo>
                  <a:pt x="75289" y="65570"/>
                </a:lnTo>
                <a:close/>
                <a:moveTo>
                  <a:pt x="75289" y="65328"/>
                </a:moveTo>
                <a:lnTo>
                  <a:pt x="70732" y="65328"/>
                </a:lnTo>
                <a:lnTo>
                  <a:pt x="70732" y="60771"/>
                </a:lnTo>
                <a:lnTo>
                  <a:pt x="75289" y="60771"/>
                </a:lnTo>
                <a:close/>
                <a:moveTo>
                  <a:pt x="75289" y="60529"/>
                </a:moveTo>
                <a:lnTo>
                  <a:pt x="70732" y="60529"/>
                </a:lnTo>
                <a:lnTo>
                  <a:pt x="70732" y="55972"/>
                </a:lnTo>
                <a:lnTo>
                  <a:pt x="75289" y="55972"/>
                </a:lnTo>
                <a:close/>
                <a:moveTo>
                  <a:pt x="75289" y="55730"/>
                </a:moveTo>
                <a:lnTo>
                  <a:pt x="70732" y="55730"/>
                </a:lnTo>
                <a:lnTo>
                  <a:pt x="70732" y="51133"/>
                </a:lnTo>
                <a:lnTo>
                  <a:pt x="75289" y="51133"/>
                </a:lnTo>
                <a:close/>
                <a:moveTo>
                  <a:pt x="75289" y="50891"/>
                </a:moveTo>
                <a:lnTo>
                  <a:pt x="70732" y="50891"/>
                </a:lnTo>
                <a:lnTo>
                  <a:pt x="70732" y="46335"/>
                </a:lnTo>
                <a:lnTo>
                  <a:pt x="75289" y="46335"/>
                </a:lnTo>
                <a:close/>
                <a:moveTo>
                  <a:pt x="75289" y="46093"/>
                </a:moveTo>
                <a:lnTo>
                  <a:pt x="70732" y="46093"/>
                </a:lnTo>
                <a:lnTo>
                  <a:pt x="70732" y="41495"/>
                </a:lnTo>
                <a:lnTo>
                  <a:pt x="75289" y="41495"/>
                </a:lnTo>
                <a:close/>
                <a:moveTo>
                  <a:pt x="75289" y="41253"/>
                </a:moveTo>
                <a:lnTo>
                  <a:pt x="70732" y="41253"/>
                </a:lnTo>
                <a:lnTo>
                  <a:pt x="70732" y="36697"/>
                </a:lnTo>
                <a:lnTo>
                  <a:pt x="75289" y="36697"/>
                </a:lnTo>
                <a:close/>
                <a:moveTo>
                  <a:pt x="75289" y="36455"/>
                </a:moveTo>
                <a:lnTo>
                  <a:pt x="70732" y="36455"/>
                </a:lnTo>
                <a:lnTo>
                  <a:pt x="70732" y="31898"/>
                </a:lnTo>
                <a:lnTo>
                  <a:pt x="75289" y="31898"/>
                </a:lnTo>
                <a:close/>
                <a:moveTo>
                  <a:pt x="75289" y="31656"/>
                </a:moveTo>
                <a:lnTo>
                  <a:pt x="70732" y="31656"/>
                </a:lnTo>
                <a:lnTo>
                  <a:pt x="70732" y="27059"/>
                </a:lnTo>
                <a:lnTo>
                  <a:pt x="75289" y="27059"/>
                </a:lnTo>
                <a:close/>
                <a:moveTo>
                  <a:pt x="75289" y="26817"/>
                </a:moveTo>
                <a:lnTo>
                  <a:pt x="70732" y="26817"/>
                </a:lnTo>
                <a:lnTo>
                  <a:pt x="70732" y="22260"/>
                </a:lnTo>
                <a:lnTo>
                  <a:pt x="75289" y="22260"/>
                </a:lnTo>
                <a:close/>
                <a:moveTo>
                  <a:pt x="75289" y="22018"/>
                </a:moveTo>
                <a:lnTo>
                  <a:pt x="70732" y="22018"/>
                </a:lnTo>
                <a:lnTo>
                  <a:pt x="70732" y="17461"/>
                </a:lnTo>
                <a:lnTo>
                  <a:pt x="75289" y="17461"/>
                </a:lnTo>
                <a:close/>
                <a:moveTo>
                  <a:pt x="75289" y="17219"/>
                </a:moveTo>
                <a:lnTo>
                  <a:pt x="70732" y="17219"/>
                </a:lnTo>
                <a:lnTo>
                  <a:pt x="70732" y="12622"/>
                </a:lnTo>
                <a:lnTo>
                  <a:pt x="75289" y="12622"/>
                </a:lnTo>
                <a:close/>
                <a:moveTo>
                  <a:pt x="80087" y="74926"/>
                </a:moveTo>
                <a:lnTo>
                  <a:pt x="75531" y="74926"/>
                </a:lnTo>
                <a:lnTo>
                  <a:pt x="75531" y="70369"/>
                </a:lnTo>
                <a:lnTo>
                  <a:pt x="80087" y="70369"/>
                </a:lnTo>
                <a:close/>
                <a:moveTo>
                  <a:pt x="80087" y="70127"/>
                </a:moveTo>
                <a:lnTo>
                  <a:pt x="75531" y="70127"/>
                </a:lnTo>
                <a:lnTo>
                  <a:pt x="75531" y="65570"/>
                </a:lnTo>
                <a:lnTo>
                  <a:pt x="80087" y="65570"/>
                </a:lnTo>
                <a:close/>
                <a:moveTo>
                  <a:pt x="80087" y="65328"/>
                </a:moveTo>
                <a:lnTo>
                  <a:pt x="75531" y="65328"/>
                </a:lnTo>
                <a:lnTo>
                  <a:pt x="75531" y="60731"/>
                </a:lnTo>
                <a:lnTo>
                  <a:pt x="80087" y="60731"/>
                </a:lnTo>
                <a:close/>
                <a:moveTo>
                  <a:pt x="80087" y="60489"/>
                </a:moveTo>
                <a:lnTo>
                  <a:pt x="75531" y="60489"/>
                </a:lnTo>
                <a:lnTo>
                  <a:pt x="75531" y="55932"/>
                </a:lnTo>
                <a:lnTo>
                  <a:pt x="80087" y="55932"/>
                </a:lnTo>
                <a:close/>
                <a:moveTo>
                  <a:pt x="80087" y="55690"/>
                </a:moveTo>
                <a:lnTo>
                  <a:pt x="75531" y="55690"/>
                </a:lnTo>
                <a:lnTo>
                  <a:pt x="75531" y="51133"/>
                </a:lnTo>
                <a:lnTo>
                  <a:pt x="80087" y="51133"/>
                </a:lnTo>
                <a:close/>
                <a:moveTo>
                  <a:pt x="80087" y="50891"/>
                </a:moveTo>
                <a:lnTo>
                  <a:pt x="75531" y="50891"/>
                </a:lnTo>
                <a:lnTo>
                  <a:pt x="75531" y="46294"/>
                </a:lnTo>
                <a:lnTo>
                  <a:pt x="80087" y="46294"/>
                </a:lnTo>
                <a:close/>
                <a:moveTo>
                  <a:pt x="80087" y="46052"/>
                </a:moveTo>
                <a:lnTo>
                  <a:pt x="75531" y="46052"/>
                </a:lnTo>
                <a:lnTo>
                  <a:pt x="75531" y="41495"/>
                </a:lnTo>
                <a:lnTo>
                  <a:pt x="80087" y="41495"/>
                </a:lnTo>
                <a:close/>
                <a:moveTo>
                  <a:pt x="80087" y="41253"/>
                </a:moveTo>
                <a:lnTo>
                  <a:pt x="75531" y="41253"/>
                </a:lnTo>
                <a:lnTo>
                  <a:pt x="75531" y="36697"/>
                </a:lnTo>
                <a:lnTo>
                  <a:pt x="80087" y="36697"/>
                </a:lnTo>
                <a:close/>
                <a:moveTo>
                  <a:pt x="80087" y="36455"/>
                </a:moveTo>
                <a:lnTo>
                  <a:pt x="75531" y="36455"/>
                </a:lnTo>
                <a:lnTo>
                  <a:pt x="75531" y="31858"/>
                </a:lnTo>
                <a:lnTo>
                  <a:pt x="80087" y="31858"/>
                </a:lnTo>
                <a:close/>
                <a:moveTo>
                  <a:pt x="80087" y="31616"/>
                </a:moveTo>
                <a:lnTo>
                  <a:pt x="75531" y="31616"/>
                </a:lnTo>
                <a:lnTo>
                  <a:pt x="75531" y="27059"/>
                </a:lnTo>
                <a:lnTo>
                  <a:pt x="80087" y="27059"/>
                </a:lnTo>
                <a:close/>
                <a:moveTo>
                  <a:pt x="80087" y="26817"/>
                </a:moveTo>
                <a:lnTo>
                  <a:pt x="75531" y="26817"/>
                </a:lnTo>
                <a:lnTo>
                  <a:pt x="75531" y="22260"/>
                </a:lnTo>
                <a:lnTo>
                  <a:pt x="80087" y="22260"/>
                </a:lnTo>
                <a:close/>
                <a:moveTo>
                  <a:pt x="80087" y="22018"/>
                </a:moveTo>
                <a:lnTo>
                  <a:pt x="75531" y="22018"/>
                </a:lnTo>
                <a:lnTo>
                  <a:pt x="75531" y="17421"/>
                </a:lnTo>
                <a:lnTo>
                  <a:pt x="80087" y="17421"/>
                </a:lnTo>
                <a:close/>
                <a:moveTo>
                  <a:pt x="84886" y="70127"/>
                </a:moveTo>
                <a:lnTo>
                  <a:pt x="80329" y="70127"/>
                </a:lnTo>
                <a:lnTo>
                  <a:pt x="80329" y="65530"/>
                </a:lnTo>
                <a:lnTo>
                  <a:pt x="84886" y="65530"/>
                </a:lnTo>
                <a:close/>
                <a:moveTo>
                  <a:pt x="84886" y="65288"/>
                </a:moveTo>
                <a:lnTo>
                  <a:pt x="80329" y="65288"/>
                </a:lnTo>
                <a:lnTo>
                  <a:pt x="80329" y="60731"/>
                </a:lnTo>
                <a:lnTo>
                  <a:pt x="84886" y="60731"/>
                </a:lnTo>
                <a:close/>
                <a:moveTo>
                  <a:pt x="84886" y="60489"/>
                </a:moveTo>
                <a:lnTo>
                  <a:pt x="80329" y="60489"/>
                </a:lnTo>
                <a:lnTo>
                  <a:pt x="80329" y="55932"/>
                </a:lnTo>
                <a:lnTo>
                  <a:pt x="84886" y="55932"/>
                </a:lnTo>
                <a:close/>
                <a:moveTo>
                  <a:pt x="84886" y="55690"/>
                </a:moveTo>
                <a:lnTo>
                  <a:pt x="80329" y="55690"/>
                </a:lnTo>
                <a:lnTo>
                  <a:pt x="80329" y="51093"/>
                </a:lnTo>
                <a:lnTo>
                  <a:pt x="84886" y="51093"/>
                </a:lnTo>
                <a:close/>
                <a:moveTo>
                  <a:pt x="84886" y="50851"/>
                </a:moveTo>
                <a:lnTo>
                  <a:pt x="80329" y="50851"/>
                </a:lnTo>
                <a:lnTo>
                  <a:pt x="80329" y="46294"/>
                </a:lnTo>
                <a:lnTo>
                  <a:pt x="84886" y="46294"/>
                </a:lnTo>
                <a:close/>
                <a:moveTo>
                  <a:pt x="84886" y="46052"/>
                </a:moveTo>
                <a:lnTo>
                  <a:pt x="80329" y="46052"/>
                </a:lnTo>
                <a:lnTo>
                  <a:pt x="80329" y="41495"/>
                </a:lnTo>
                <a:lnTo>
                  <a:pt x="84886" y="41495"/>
                </a:lnTo>
                <a:close/>
                <a:moveTo>
                  <a:pt x="84886" y="41253"/>
                </a:moveTo>
                <a:lnTo>
                  <a:pt x="80329" y="41253"/>
                </a:lnTo>
                <a:lnTo>
                  <a:pt x="80329" y="36656"/>
                </a:lnTo>
                <a:lnTo>
                  <a:pt x="84886" y="36656"/>
                </a:lnTo>
                <a:close/>
                <a:moveTo>
                  <a:pt x="84886" y="36414"/>
                </a:moveTo>
                <a:lnTo>
                  <a:pt x="80329" y="36414"/>
                </a:lnTo>
                <a:lnTo>
                  <a:pt x="80329" y="31858"/>
                </a:lnTo>
                <a:lnTo>
                  <a:pt x="84886" y="31858"/>
                </a:lnTo>
                <a:close/>
                <a:moveTo>
                  <a:pt x="84886" y="31616"/>
                </a:moveTo>
                <a:lnTo>
                  <a:pt x="80329" y="31616"/>
                </a:lnTo>
                <a:lnTo>
                  <a:pt x="80329" y="27018"/>
                </a:lnTo>
                <a:lnTo>
                  <a:pt x="84886" y="27018"/>
                </a:lnTo>
                <a:close/>
                <a:moveTo>
                  <a:pt x="84886" y="26776"/>
                </a:moveTo>
                <a:lnTo>
                  <a:pt x="80329" y="26776"/>
                </a:lnTo>
                <a:lnTo>
                  <a:pt x="80329" y="22220"/>
                </a:lnTo>
                <a:lnTo>
                  <a:pt x="84886" y="22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7" name="Google Shape;407;p17"/>
          <p:cNvGrpSpPr/>
          <p:nvPr/>
        </p:nvGrpSpPr>
        <p:grpSpPr>
          <a:xfrm>
            <a:off x="-502850" y="-12"/>
            <a:ext cx="9646850" cy="5143513"/>
            <a:chOff x="-502850" y="-12"/>
            <a:chExt cx="9646850" cy="5143513"/>
          </a:xfrm>
        </p:grpSpPr>
        <p:sp>
          <p:nvSpPr>
            <p:cNvPr id="408" name="Google Shape;408;p17"/>
            <p:cNvSpPr/>
            <p:nvPr/>
          </p:nvSpPr>
          <p:spPr>
            <a:xfrm rot="10800000">
              <a:off x="6880500" y="-12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09" name="Google Shape;409;p17"/>
            <p:cNvSpPr/>
            <p:nvPr/>
          </p:nvSpPr>
          <p:spPr>
            <a:xfrm>
              <a:off x="-502850" y="31380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10" name="Google Shape;410;p17"/>
            <p:cNvSpPr/>
            <p:nvPr/>
          </p:nvSpPr>
          <p:spPr>
            <a:xfrm>
              <a:off x="0" y="2817600"/>
              <a:ext cx="593700" cy="23259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11" name="Google Shape;411;p17"/>
            <p:cNvSpPr/>
            <p:nvPr/>
          </p:nvSpPr>
          <p:spPr>
            <a:xfrm>
              <a:off x="0" y="4780475"/>
              <a:ext cx="1882500" cy="3630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412" name="Google Shape;412;p1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_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8" name="Google Shape;448;p20"/>
          <p:cNvGrpSpPr/>
          <p:nvPr/>
        </p:nvGrpSpPr>
        <p:grpSpPr>
          <a:xfrm>
            <a:off x="0" y="0"/>
            <a:ext cx="9552075" cy="5143500"/>
            <a:chOff x="0" y="0"/>
            <a:chExt cx="9552075" cy="5143500"/>
          </a:xfrm>
        </p:grpSpPr>
        <p:sp>
          <p:nvSpPr>
            <p:cNvPr id="449" name="Google Shape;449;p20"/>
            <p:cNvSpPr/>
            <p:nvPr/>
          </p:nvSpPr>
          <p:spPr>
            <a:xfrm>
              <a:off x="0" y="0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50" name="Google Shape;450;p20"/>
            <p:cNvSpPr/>
            <p:nvPr/>
          </p:nvSpPr>
          <p:spPr>
            <a:xfrm flipH="1">
              <a:off x="6114300" y="4426500"/>
              <a:ext cx="3029700" cy="7170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51" name="Google Shape;451;p20"/>
            <p:cNvSpPr/>
            <p:nvPr/>
          </p:nvSpPr>
          <p:spPr>
            <a:xfrm rot="10800000" flipH="1">
              <a:off x="0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52" name="Google Shape;452;p20"/>
            <p:cNvSpPr/>
            <p:nvPr/>
          </p:nvSpPr>
          <p:spPr>
            <a:xfrm>
              <a:off x="7669575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453" name="Google Shape;453;p20"/>
          <p:cNvGrpSpPr/>
          <p:nvPr/>
        </p:nvGrpSpPr>
        <p:grpSpPr>
          <a:xfrm>
            <a:off x="315013" y="-1329700"/>
            <a:ext cx="8939088" cy="7698038"/>
            <a:chOff x="315013" y="-1329700"/>
            <a:chExt cx="8939088" cy="7698038"/>
          </a:xfrm>
        </p:grpSpPr>
        <p:sp>
          <p:nvSpPr>
            <p:cNvPr id="454" name="Google Shape;454;p20"/>
            <p:cNvSpPr/>
            <p:nvPr/>
          </p:nvSpPr>
          <p:spPr>
            <a:xfrm rot="10800000">
              <a:off x="6092100" y="-7160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455" name="Google Shape;455;p20"/>
            <p:cNvGrpSpPr/>
            <p:nvPr/>
          </p:nvGrpSpPr>
          <p:grpSpPr>
            <a:xfrm>
              <a:off x="3316738" y="-1329700"/>
              <a:ext cx="986125" cy="2095500"/>
              <a:chOff x="7631225" y="2241175"/>
              <a:chExt cx="986125" cy="2095500"/>
            </a:xfrm>
          </p:grpSpPr>
          <p:cxnSp>
            <p:nvCxnSpPr>
              <p:cNvPr id="456" name="Google Shape;456;p20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20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20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20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0" name="Google Shape;460;p20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1" name="Google Shape;461;p20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2" name="Google Shape;462;p20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3" name="Google Shape;463;p20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4" name="Google Shape;464;p20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5" name="Google Shape;465;p20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6" name="Google Shape;466;p20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7" name="Google Shape;467;p20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8" name="Google Shape;468;p20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9" name="Google Shape;469;p20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70" name="Google Shape;470;p20"/>
            <p:cNvGrpSpPr/>
            <p:nvPr/>
          </p:nvGrpSpPr>
          <p:grpSpPr>
            <a:xfrm>
              <a:off x="315013" y="4484088"/>
              <a:ext cx="1885275" cy="1884250"/>
              <a:chOff x="2609275" y="3149350"/>
              <a:chExt cx="1885275" cy="1884250"/>
            </a:xfrm>
          </p:grpSpPr>
          <p:sp>
            <p:nvSpPr>
              <p:cNvPr id="471" name="Google Shape;471;p20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20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0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20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20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20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20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20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20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20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20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20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20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20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20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20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20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20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20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90" name="Google Shape;490;p20"/>
          <p:cNvSpPr txBox="1">
            <a:spLocks noGrp="1"/>
          </p:cNvSpPr>
          <p:nvPr>
            <p:ph type="title"/>
          </p:nvPr>
        </p:nvSpPr>
        <p:spPr>
          <a:xfrm>
            <a:off x="1150150" y="1785450"/>
            <a:ext cx="3029700" cy="91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1" name="Google Shape;491;p20"/>
          <p:cNvSpPr txBox="1">
            <a:spLocks noGrp="1"/>
          </p:cNvSpPr>
          <p:nvPr>
            <p:ph type="subTitle" idx="1"/>
          </p:nvPr>
        </p:nvSpPr>
        <p:spPr>
          <a:xfrm>
            <a:off x="1150150" y="2641024"/>
            <a:ext cx="3029700" cy="7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7" name="Google Shape;557;p24"/>
          <p:cNvGrpSpPr/>
          <p:nvPr/>
        </p:nvGrpSpPr>
        <p:grpSpPr>
          <a:xfrm>
            <a:off x="0" y="-8724"/>
            <a:ext cx="9143975" cy="5152249"/>
            <a:chOff x="0" y="-8724"/>
            <a:chExt cx="9143975" cy="5152249"/>
          </a:xfrm>
        </p:grpSpPr>
        <p:sp>
          <p:nvSpPr>
            <p:cNvPr id="558" name="Google Shape;558;p24"/>
            <p:cNvSpPr/>
            <p:nvPr/>
          </p:nvSpPr>
          <p:spPr>
            <a:xfrm>
              <a:off x="8421575" y="3272125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559" name="Google Shape;559;p24"/>
            <p:cNvSpPr/>
            <p:nvPr/>
          </p:nvSpPr>
          <p:spPr>
            <a:xfrm>
              <a:off x="0" y="4829725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560" name="Google Shape;560;p24"/>
            <p:cNvSpPr/>
            <p:nvPr/>
          </p:nvSpPr>
          <p:spPr>
            <a:xfrm rot="5400000">
              <a:off x="870900" y="-879624"/>
              <a:ext cx="433500" cy="21753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561" name="Google Shape;561;p24"/>
          <p:cNvGrpSpPr/>
          <p:nvPr/>
        </p:nvGrpSpPr>
        <p:grpSpPr>
          <a:xfrm>
            <a:off x="-394025" y="-169100"/>
            <a:ext cx="10831138" cy="3165538"/>
            <a:chOff x="-394025" y="-169100"/>
            <a:chExt cx="10831138" cy="3165538"/>
          </a:xfrm>
        </p:grpSpPr>
        <p:sp>
          <p:nvSpPr>
            <p:cNvPr id="562" name="Google Shape;562;p24"/>
            <p:cNvSpPr/>
            <p:nvPr/>
          </p:nvSpPr>
          <p:spPr>
            <a:xfrm rot="10800000">
              <a:off x="6344350" y="-169100"/>
              <a:ext cx="2936100" cy="7086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563" name="Google Shape;563;p24"/>
            <p:cNvGrpSpPr/>
            <p:nvPr/>
          </p:nvGrpSpPr>
          <p:grpSpPr>
            <a:xfrm>
              <a:off x="-394025" y="172575"/>
              <a:ext cx="986125" cy="2095500"/>
              <a:chOff x="7631225" y="2241175"/>
              <a:chExt cx="986125" cy="2095500"/>
            </a:xfrm>
          </p:grpSpPr>
          <p:cxnSp>
            <p:nvCxnSpPr>
              <p:cNvPr id="564" name="Google Shape;564;p24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5" name="Google Shape;565;p24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6" name="Google Shape;566;p24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7" name="Google Shape;567;p24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8" name="Google Shape;568;p24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9" name="Google Shape;569;p24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0" name="Google Shape;570;p24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1" name="Google Shape;571;p24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2" name="Google Shape;572;p24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3" name="Google Shape;573;p24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4" name="Google Shape;574;p24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5" name="Google Shape;575;p24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6" name="Google Shape;576;p24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7" name="Google Shape;577;p24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78" name="Google Shape;578;p24"/>
            <p:cNvGrpSpPr/>
            <p:nvPr/>
          </p:nvGrpSpPr>
          <p:grpSpPr>
            <a:xfrm>
              <a:off x="8551838" y="1112188"/>
              <a:ext cx="1885275" cy="1884250"/>
              <a:chOff x="2609275" y="3149350"/>
              <a:chExt cx="1885275" cy="1884250"/>
            </a:xfrm>
          </p:grpSpPr>
          <p:sp>
            <p:nvSpPr>
              <p:cNvPr id="579" name="Google Shape;579;p24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24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24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24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24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24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24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24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24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24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24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24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24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24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24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24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24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24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24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8" name="Google Shape;598;p2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9" name="Google Shape;599;p24"/>
          <p:cNvSpPr txBox="1">
            <a:spLocks noGrp="1"/>
          </p:cNvSpPr>
          <p:nvPr>
            <p:ph type="subTitle" idx="1"/>
          </p:nvPr>
        </p:nvSpPr>
        <p:spPr>
          <a:xfrm>
            <a:off x="991525" y="2867950"/>
            <a:ext cx="31890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0" name="Google Shape;600;p24"/>
          <p:cNvSpPr txBox="1">
            <a:spLocks noGrp="1"/>
          </p:cNvSpPr>
          <p:nvPr>
            <p:ph type="subTitle" idx="2"/>
          </p:nvPr>
        </p:nvSpPr>
        <p:spPr>
          <a:xfrm>
            <a:off x="4963503" y="2867950"/>
            <a:ext cx="31890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24"/>
          <p:cNvSpPr txBox="1">
            <a:spLocks noGrp="1"/>
          </p:cNvSpPr>
          <p:nvPr>
            <p:ph type="subTitle" idx="3"/>
          </p:nvPr>
        </p:nvSpPr>
        <p:spPr>
          <a:xfrm>
            <a:off x="991525" y="2567475"/>
            <a:ext cx="31890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02" name="Google Shape;602;p24"/>
          <p:cNvSpPr txBox="1">
            <a:spLocks noGrp="1"/>
          </p:cNvSpPr>
          <p:nvPr>
            <p:ph type="subTitle" idx="4"/>
          </p:nvPr>
        </p:nvSpPr>
        <p:spPr>
          <a:xfrm>
            <a:off x="4963514" y="2567475"/>
            <a:ext cx="31890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5" name="Google Shape;605;p25"/>
          <p:cNvGrpSpPr/>
          <p:nvPr/>
        </p:nvGrpSpPr>
        <p:grpSpPr>
          <a:xfrm>
            <a:off x="-49825" y="-374550"/>
            <a:ext cx="9556425" cy="7430813"/>
            <a:chOff x="-49825" y="-374550"/>
            <a:chExt cx="9556425" cy="7430813"/>
          </a:xfrm>
        </p:grpSpPr>
        <p:sp>
          <p:nvSpPr>
            <p:cNvPr id="606" name="Google Shape;606;p25"/>
            <p:cNvSpPr/>
            <p:nvPr/>
          </p:nvSpPr>
          <p:spPr>
            <a:xfrm rot="10800000" flipH="1">
              <a:off x="-49825" y="-19510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607" name="Google Shape;607;p25"/>
            <p:cNvGrpSpPr/>
            <p:nvPr/>
          </p:nvGrpSpPr>
          <p:grpSpPr>
            <a:xfrm>
              <a:off x="8520475" y="-374550"/>
              <a:ext cx="986125" cy="2095500"/>
              <a:chOff x="7631225" y="2241175"/>
              <a:chExt cx="986125" cy="2095500"/>
            </a:xfrm>
          </p:grpSpPr>
          <p:cxnSp>
            <p:nvCxnSpPr>
              <p:cNvPr id="608" name="Google Shape;608;p25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9" name="Google Shape;609;p25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0" name="Google Shape;610;p25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1" name="Google Shape;611;p25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2" name="Google Shape;612;p25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3" name="Google Shape;613;p25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4" name="Google Shape;614;p25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5" name="Google Shape;615;p25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6" name="Google Shape;616;p25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7" name="Google Shape;617;p25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8" name="Google Shape;618;p25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9" name="Google Shape;619;p25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0" name="Google Shape;620;p25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5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22" name="Google Shape;622;p25"/>
            <p:cNvSpPr/>
            <p:nvPr/>
          </p:nvSpPr>
          <p:spPr>
            <a:xfrm rot="5400000">
              <a:off x="2920037" y="4730438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3" name="Google Shape;623;p25"/>
          <p:cNvGrpSpPr/>
          <p:nvPr/>
        </p:nvGrpSpPr>
        <p:grpSpPr>
          <a:xfrm>
            <a:off x="-323125" y="3272100"/>
            <a:ext cx="9467125" cy="1871400"/>
            <a:chOff x="-323125" y="3272100"/>
            <a:chExt cx="9467125" cy="1871400"/>
          </a:xfrm>
        </p:grpSpPr>
        <p:sp>
          <p:nvSpPr>
            <p:cNvPr id="624" name="Google Shape;624;p25"/>
            <p:cNvSpPr/>
            <p:nvPr/>
          </p:nvSpPr>
          <p:spPr>
            <a:xfrm>
              <a:off x="0" y="3272100"/>
              <a:ext cx="4575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25" name="Google Shape;625;p25"/>
            <p:cNvSpPr/>
            <p:nvPr/>
          </p:nvSpPr>
          <p:spPr>
            <a:xfrm flipH="1">
              <a:off x="8600100" y="3551700"/>
              <a:ext cx="543900" cy="15918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26" name="Google Shape;626;p25"/>
            <p:cNvSpPr/>
            <p:nvPr/>
          </p:nvSpPr>
          <p:spPr>
            <a:xfrm>
              <a:off x="-323125" y="4730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27" name="Google Shape;627;p25"/>
            <p:cNvSpPr/>
            <p:nvPr/>
          </p:nvSpPr>
          <p:spPr>
            <a:xfrm flipH="1">
              <a:off x="6880500" y="482970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628" name="Google Shape;628;p2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9" name="Google Shape;629;p25"/>
          <p:cNvSpPr txBox="1">
            <a:spLocks noGrp="1"/>
          </p:cNvSpPr>
          <p:nvPr>
            <p:ph type="subTitle" idx="1"/>
          </p:nvPr>
        </p:nvSpPr>
        <p:spPr>
          <a:xfrm>
            <a:off x="798552" y="2867950"/>
            <a:ext cx="23898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0" name="Google Shape;630;p25"/>
          <p:cNvSpPr txBox="1">
            <a:spLocks noGrp="1"/>
          </p:cNvSpPr>
          <p:nvPr>
            <p:ph type="subTitle" idx="2"/>
          </p:nvPr>
        </p:nvSpPr>
        <p:spPr>
          <a:xfrm>
            <a:off x="3377088" y="2867950"/>
            <a:ext cx="23898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1" name="Google Shape;631;p25"/>
          <p:cNvSpPr txBox="1">
            <a:spLocks noGrp="1"/>
          </p:cNvSpPr>
          <p:nvPr>
            <p:ph type="subTitle" idx="3"/>
          </p:nvPr>
        </p:nvSpPr>
        <p:spPr>
          <a:xfrm>
            <a:off x="798552" y="2567475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32" name="Google Shape;632;p25"/>
          <p:cNvSpPr txBox="1">
            <a:spLocks noGrp="1"/>
          </p:cNvSpPr>
          <p:nvPr>
            <p:ph type="subTitle" idx="4"/>
          </p:nvPr>
        </p:nvSpPr>
        <p:spPr>
          <a:xfrm>
            <a:off x="3377096" y="2567475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33" name="Google Shape;633;p25"/>
          <p:cNvSpPr txBox="1">
            <a:spLocks noGrp="1"/>
          </p:cNvSpPr>
          <p:nvPr>
            <p:ph type="subTitle" idx="5"/>
          </p:nvPr>
        </p:nvSpPr>
        <p:spPr>
          <a:xfrm>
            <a:off x="5955640" y="2867950"/>
            <a:ext cx="23898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4" name="Google Shape;634;p25"/>
          <p:cNvSpPr txBox="1">
            <a:spLocks noGrp="1"/>
          </p:cNvSpPr>
          <p:nvPr>
            <p:ph type="subTitle" idx="6"/>
          </p:nvPr>
        </p:nvSpPr>
        <p:spPr>
          <a:xfrm>
            <a:off x="5955648" y="2567475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_1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" name="Google Shape;688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9" name="Google Shape;689;p27"/>
          <p:cNvGrpSpPr/>
          <p:nvPr/>
        </p:nvGrpSpPr>
        <p:grpSpPr>
          <a:xfrm>
            <a:off x="-373450" y="0"/>
            <a:ext cx="9517450" cy="5162825"/>
            <a:chOff x="-373450" y="0"/>
            <a:chExt cx="9517450" cy="5162825"/>
          </a:xfrm>
        </p:grpSpPr>
        <p:sp>
          <p:nvSpPr>
            <p:cNvPr id="690" name="Google Shape;690;p27"/>
            <p:cNvSpPr/>
            <p:nvPr/>
          </p:nvSpPr>
          <p:spPr>
            <a:xfrm flipH="1">
              <a:off x="8421600" y="0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91" name="Google Shape;691;p27"/>
            <p:cNvSpPr/>
            <p:nvPr/>
          </p:nvSpPr>
          <p:spPr>
            <a:xfrm rot="5400000" flipH="1">
              <a:off x="893400" y="3800225"/>
              <a:ext cx="441600" cy="2283600"/>
            </a:xfrm>
            <a:prstGeom prst="round1Rect">
              <a:avLst>
                <a:gd name="adj" fmla="val 49349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92" name="Google Shape;692;p27"/>
            <p:cNvSpPr/>
            <p:nvPr/>
          </p:nvSpPr>
          <p:spPr>
            <a:xfrm rot="10800000">
              <a:off x="6880500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93" name="Google Shape;693;p27"/>
            <p:cNvSpPr/>
            <p:nvPr/>
          </p:nvSpPr>
          <p:spPr>
            <a:xfrm>
              <a:off x="-373450" y="10080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694" name="Google Shape;694;p27"/>
          <p:cNvGrpSpPr/>
          <p:nvPr/>
        </p:nvGrpSpPr>
        <p:grpSpPr>
          <a:xfrm>
            <a:off x="8575563" y="3999888"/>
            <a:ext cx="1885275" cy="1884250"/>
            <a:chOff x="2609275" y="3149350"/>
            <a:chExt cx="1885275" cy="1884250"/>
          </a:xfrm>
        </p:grpSpPr>
        <p:sp>
          <p:nvSpPr>
            <p:cNvPr id="695" name="Google Shape;695;p27"/>
            <p:cNvSpPr/>
            <p:nvPr/>
          </p:nvSpPr>
          <p:spPr>
            <a:xfrm>
              <a:off x="3923900" y="3224950"/>
              <a:ext cx="494025" cy="495025"/>
            </a:xfrm>
            <a:custGeom>
              <a:avLst/>
              <a:gdLst/>
              <a:ahLst/>
              <a:cxnLst/>
              <a:rect l="l" t="t" r="r" b="b"/>
              <a:pathLst>
                <a:path w="19761" h="19801" extrusionOk="0">
                  <a:moveTo>
                    <a:pt x="485" y="202"/>
                  </a:moveTo>
                  <a:cubicBezTo>
                    <a:pt x="323" y="162"/>
                    <a:pt x="162" y="81"/>
                    <a:pt x="1" y="1"/>
                  </a:cubicBezTo>
                  <a:lnTo>
                    <a:pt x="19761" y="19801"/>
                  </a:lnTo>
                  <a:cubicBezTo>
                    <a:pt x="19720" y="19640"/>
                    <a:pt x="19640" y="19478"/>
                    <a:pt x="19559" y="19317"/>
                  </a:cubicBezTo>
                  <a:lnTo>
                    <a:pt x="485" y="2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7"/>
            <p:cNvSpPr/>
            <p:nvPr/>
          </p:nvSpPr>
          <p:spPr>
            <a:xfrm>
              <a:off x="3725300" y="3164475"/>
              <a:ext cx="753125" cy="753100"/>
            </a:xfrm>
            <a:custGeom>
              <a:avLst/>
              <a:gdLst/>
              <a:ahLst/>
              <a:cxnLst/>
              <a:rect l="l" t="t" r="r" b="b"/>
              <a:pathLst>
                <a:path w="30125" h="30124" extrusionOk="0">
                  <a:moveTo>
                    <a:pt x="323" y="81"/>
                  </a:moveTo>
                  <a:cubicBezTo>
                    <a:pt x="202" y="41"/>
                    <a:pt x="122" y="41"/>
                    <a:pt x="1" y="0"/>
                  </a:cubicBezTo>
                  <a:lnTo>
                    <a:pt x="30124" y="30124"/>
                  </a:lnTo>
                  <a:cubicBezTo>
                    <a:pt x="30084" y="30043"/>
                    <a:pt x="30084" y="29922"/>
                    <a:pt x="30043" y="29801"/>
                  </a:cubicBezTo>
                  <a:lnTo>
                    <a:pt x="323" y="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7"/>
            <p:cNvSpPr/>
            <p:nvPr/>
          </p:nvSpPr>
          <p:spPr>
            <a:xfrm>
              <a:off x="3572075" y="3149350"/>
              <a:ext cx="922475" cy="922475"/>
            </a:xfrm>
            <a:custGeom>
              <a:avLst/>
              <a:gdLst/>
              <a:ahLst/>
              <a:cxnLst/>
              <a:rect l="l" t="t" r="r" b="b"/>
              <a:pathLst>
                <a:path w="36899" h="36899" extrusionOk="0">
                  <a:moveTo>
                    <a:pt x="282" y="0"/>
                  </a:moveTo>
                  <a:cubicBezTo>
                    <a:pt x="161" y="0"/>
                    <a:pt x="81" y="0"/>
                    <a:pt x="0" y="0"/>
                  </a:cubicBezTo>
                  <a:lnTo>
                    <a:pt x="36898" y="36899"/>
                  </a:lnTo>
                  <a:cubicBezTo>
                    <a:pt x="36898" y="36778"/>
                    <a:pt x="36898" y="36697"/>
                    <a:pt x="36858" y="36616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7"/>
            <p:cNvSpPr/>
            <p:nvPr/>
          </p:nvSpPr>
          <p:spPr>
            <a:xfrm>
              <a:off x="3440000" y="315440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242" y="0"/>
                  </a:moveTo>
                  <a:cubicBezTo>
                    <a:pt x="162" y="40"/>
                    <a:pt x="81" y="40"/>
                    <a:pt x="0" y="40"/>
                  </a:cubicBezTo>
                  <a:lnTo>
                    <a:pt x="41899" y="41939"/>
                  </a:lnTo>
                  <a:cubicBezTo>
                    <a:pt x="41899" y="41858"/>
                    <a:pt x="41939" y="41778"/>
                    <a:pt x="41939" y="416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7"/>
            <p:cNvSpPr/>
            <p:nvPr/>
          </p:nvSpPr>
          <p:spPr>
            <a:xfrm>
              <a:off x="3323050" y="3175550"/>
              <a:ext cx="1145275" cy="1144275"/>
            </a:xfrm>
            <a:custGeom>
              <a:avLst/>
              <a:gdLst/>
              <a:ahLst/>
              <a:cxnLst/>
              <a:rect l="l" t="t" r="r" b="b"/>
              <a:pathLst>
                <a:path w="45811" h="45771" extrusionOk="0">
                  <a:moveTo>
                    <a:pt x="243" y="1"/>
                  </a:moveTo>
                  <a:cubicBezTo>
                    <a:pt x="162" y="1"/>
                    <a:pt x="81" y="41"/>
                    <a:pt x="1" y="41"/>
                  </a:cubicBezTo>
                  <a:lnTo>
                    <a:pt x="45730" y="45771"/>
                  </a:lnTo>
                  <a:cubicBezTo>
                    <a:pt x="45771" y="45690"/>
                    <a:pt x="45771" y="45610"/>
                    <a:pt x="45811" y="455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7"/>
            <p:cNvSpPr/>
            <p:nvPr/>
          </p:nvSpPr>
          <p:spPr>
            <a:xfrm>
              <a:off x="3218200" y="320782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202" y="0"/>
                  </a:moveTo>
                  <a:cubicBezTo>
                    <a:pt x="122" y="0"/>
                    <a:pt x="81" y="41"/>
                    <a:pt x="1" y="81"/>
                  </a:cubicBezTo>
                  <a:lnTo>
                    <a:pt x="48593" y="48674"/>
                  </a:lnTo>
                  <a:cubicBezTo>
                    <a:pt x="48634" y="48633"/>
                    <a:pt x="48674" y="48553"/>
                    <a:pt x="48674" y="484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7"/>
            <p:cNvSpPr/>
            <p:nvPr/>
          </p:nvSpPr>
          <p:spPr>
            <a:xfrm>
              <a:off x="3122425" y="324915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202" y="1"/>
                  </a:moveTo>
                  <a:cubicBezTo>
                    <a:pt x="122" y="41"/>
                    <a:pt x="81" y="81"/>
                    <a:pt x="1" y="122"/>
                  </a:cubicBezTo>
                  <a:lnTo>
                    <a:pt x="50771" y="50852"/>
                  </a:lnTo>
                  <a:cubicBezTo>
                    <a:pt x="50771" y="50811"/>
                    <a:pt x="50811" y="50731"/>
                    <a:pt x="50852" y="506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7"/>
            <p:cNvSpPr/>
            <p:nvPr/>
          </p:nvSpPr>
          <p:spPr>
            <a:xfrm>
              <a:off x="3035725" y="3299550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162" y="1"/>
                  </a:moveTo>
                  <a:cubicBezTo>
                    <a:pt x="81" y="41"/>
                    <a:pt x="41" y="82"/>
                    <a:pt x="1" y="122"/>
                  </a:cubicBezTo>
                  <a:lnTo>
                    <a:pt x="52182" y="52344"/>
                  </a:lnTo>
                  <a:cubicBezTo>
                    <a:pt x="52223" y="52263"/>
                    <a:pt x="52263" y="52223"/>
                    <a:pt x="52303" y="521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7"/>
            <p:cNvSpPr/>
            <p:nvPr/>
          </p:nvSpPr>
          <p:spPr>
            <a:xfrm>
              <a:off x="2956075" y="3358025"/>
              <a:ext cx="1328775" cy="1329775"/>
            </a:xfrm>
            <a:custGeom>
              <a:avLst/>
              <a:gdLst/>
              <a:ahLst/>
              <a:cxnLst/>
              <a:rect l="l" t="t" r="r" b="b"/>
              <a:pathLst>
                <a:path w="53151" h="53191" extrusionOk="0">
                  <a:moveTo>
                    <a:pt x="122" y="1"/>
                  </a:moveTo>
                  <a:cubicBezTo>
                    <a:pt x="82" y="41"/>
                    <a:pt x="41" y="82"/>
                    <a:pt x="1" y="122"/>
                  </a:cubicBezTo>
                  <a:lnTo>
                    <a:pt x="53030" y="53191"/>
                  </a:lnTo>
                  <a:cubicBezTo>
                    <a:pt x="53070" y="53110"/>
                    <a:pt x="53110" y="53070"/>
                    <a:pt x="53151" y="53030"/>
                  </a:cubicBezTo>
                  <a:lnTo>
                    <a:pt x="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7"/>
            <p:cNvSpPr/>
            <p:nvPr/>
          </p:nvSpPr>
          <p:spPr>
            <a:xfrm>
              <a:off x="2883500" y="3422550"/>
              <a:ext cx="1336825" cy="1336825"/>
            </a:xfrm>
            <a:custGeom>
              <a:avLst/>
              <a:gdLst/>
              <a:ahLst/>
              <a:cxnLst/>
              <a:rect l="l" t="t" r="r" b="b"/>
              <a:pathLst>
                <a:path w="53473" h="53473" extrusionOk="0">
                  <a:moveTo>
                    <a:pt x="121" y="1"/>
                  </a:moveTo>
                  <a:cubicBezTo>
                    <a:pt x="121" y="1"/>
                    <a:pt x="81" y="81"/>
                    <a:pt x="81" y="81"/>
                  </a:cubicBezTo>
                  <a:cubicBezTo>
                    <a:pt x="41" y="122"/>
                    <a:pt x="0" y="122"/>
                    <a:pt x="0" y="162"/>
                  </a:cubicBezTo>
                  <a:lnTo>
                    <a:pt x="53311" y="53473"/>
                  </a:lnTo>
                  <a:cubicBezTo>
                    <a:pt x="53311" y="53473"/>
                    <a:pt x="53392" y="53433"/>
                    <a:pt x="53392" y="53433"/>
                  </a:cubicBezTo>
                  <a:cubicBezTo>
                    <a:pt x="53432" y="53392"/>
                    <a:pt x="53432" y="53392"/>
                    <a:pt x="53473" y="533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7"/>
            <p:cNvSpPr/>
            <p:nvPr/>
          </p:nvSpPr>
          <p:spPr>
            <a:xfrm>
              <a:off x="2817975" y="3495150"/>
              <a:ext cx="1329775" cy="1329775"/>
            </a:xfrm>
            <a:custGeom>
              <a:avLst/>
              <a:gdLst/>
              <a:ahLst/>
              <a:cxnLst/>
              <a:rect l="l" t="t" r="r" b="b"/>
              <a:pathLst>
                <a:path w="53191" h="53191" extrusionOk="0">
                  <a:moveTo>
                    <a:pt x="121" y="0"/>
                  </a:moveTo>
                  <a:cubicBezTo>
                    <a:pt x="81" y="41"/>
                    <a:pt x="41" y="121"/>
                    <a:pt x="0" y="161"/>
                  </a:cubicBezTo>
                  <a:lnTo>
                    <a:pt x="53029" y="53190"/>
                  </a:lnTo>
                  <a:cubicBezTo>
                    <a:pt x="53110" y="53150"/>
                    <a:pt x="53150" y="53109"/>
                    <a:pt x="53190" y="53069"/>
                  </a:cubicBezTo>
                  <a:lnTo>
                    <a:pt x="1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7"/>
            <p:cNvSpPr/>
            <p:nvPr/>
          </p:nvSpPr>
          <p:spPr>
            <a:xfrm>
              <a:off x="2760500" y="3574775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81" y="1"/>
                  </a:moveTo>
                  <a:cubicBezTo>
                    <a:pt x="41" y="82"/>
                    <a:pt x="41" y="122"/>
                    <a:pt x="1" y="162"/>
                  </a:cubicBezTo>
                  <a:lnTo>
                    <a:pt x="52142" y="52344"/>
                  </a:lnTo>
                  <a:cubicBezTo>
                    <a:pt x="52182" y="52304"/>
                    <a:pt x="52263" y="52263"/>
                    <a:pt x="52303" y="52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7"/>
            <p:cNvSpPr/>
            <p:nvPr/>
          </p:nvSpPr>
          <p:spPr>
            <a:xfrm>
              <a:off x="2710100" y="366250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81" y="0"/>
                  </a:moveTo>
                  <a:cubicBezTo>
                    <a:pt x="41" y="41"/>
                    <a:pt x="41" y="121"/>
                    <a:pt x="0" y="162"/>
                  </a:cubicBezTo>
                  <a:lnTo>
                    <a:pt x="50650" y="50851"/>
                  </a:lnTo>
                  <a:cubicBezTo>
                    <a:pt x="50690" y="50811"/>
                    <a:pt x="50771" y="50771"/>
                    <a:pt x="50851" y="50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7"/>
            <p:cNvSpPr/>
            <p:nvPr/>
          </p:nvSpPr>
          <p:spPr>
            <a:xfrm>
              <a:off x="2667750" y="375827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81" y="0"/>
                  </a:moveTo>
                  <a:cubicBezTo>
                    <a:pt x="41" y="41"/>
                    <a:pt x="41" y="121"/>
                    <a:pt x="1" y="202"/>
                  </a:cubicBezTo>
                  <a:lnTo>
                    <a:pt x="48513" y="48674"/>
                  </a:lnTo>
                  <a:cubicBezTo>
                    <a:pt x="48553" y="48633"/>
                    <a:pt x="48634" y="48633"/>
                    <a:pt x="48674" y="485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7"/>
            <p:cNvSpPr/>
            <p:nvPr/>
          </p:nvSpPr>
          <p:spPr>
            <a:xfrm>
              <a:off x="2635500" y="3863125"/>
              <a:ext cx="1144275" cy="1144275"/>
            </a:xfrm>
            <a:custGeom>
              <a:avLst/>
              <a:gdLst/>
              <a:ahLst/>
              <a:cxnLst/>
              <a:rect l="l" t="t" r="r" b="b"/>
              <a:pathLst>
                <a:path w="45771" h="45771" extrusionOk="0">
                  <a:moveTo>
                    <a:pt x="41" y="0"/>
                  </a:moveTo>
                  <a:cubicBezTo>
                    <a:pt x="41" y="81"/>
                    <a:pt x="0" y="121"/>
                    <a:pt x="0" y="202"/>
                  </a:cubicBezTo>
                  <a:lnTo>
                    <a:pt x="45569" y="45770"/>
                  </a:lnTo>
                  <a:cubicBezTo>
                    <a:pt x="45649" y="45770"/>
                    <a:pt x="45730" y="45730"/>
                    <a:pt x="45770" y="45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7"/>
            <p:cNvSpPr/>
            <p:nvPr/>
          </p:nvSpPr>
          <p:spPr>
            <a:xfrm>
              <a:off x="2615325" y="398005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1" y="1"/>
                  </a:moveTo>
                  <a:cubicBezTo>
                    <a:pt x="1" y="82"/>
                    <a:pt x="1" y="162"/>
                    <a:pt x="1" y="243"/>
                  </a:cubicBezTo>
                  <a:lnTo>
                    <a:pt x="41657" y="41940"/>
                  </a:lnTo>
                  <a:cubicBezTo>
                    <a:pt x="41738" y="41900"/>
                    <a:pt x="41859" y="41900"/>
                    <a:pt x="41940" y="41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2609275" y="4111125"/>
              <a:ext cx="922500" cy="922475"/>
            </a:xfrm>
            <a:custGeom>
              <a:avLst/>
              <a:gdLst/>
              <a:ahLst/>
              <a:cxnLst/>
              <a:rect l="l" t="t" r="r" b="b"/>
              <a:pathLst>
                <a:path w="36900" h="36899" extrusionOk="0">
                  <a:moveTo>
                    <a:pt x="1" y="0"/>
                  </a:moveTo>
                  <a:cubicBezTo>
                    <a:pt x="1" y="81"/>
                    <a:pt x="1" y="202"/>
                    <a:pt x="1" y="283"/>
                  </a:cubicBezTo>
                  <a:lnTo>
                    <a:pt x="36617" y="36899"/>
                  </a:lnTo>
                  <a:cubicBezTo>
                    <a:pt x="36697" y="36899"/>
                    <a:pt x="36818" y="36899"/>
                    <a:pt x="36899" y="3689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7"/>
            <p:cNvSpPr/>
            <p:nvPr/>
          </p:nvSpPr>
          <p:spPr>
            <a:xfrm>
              <a:off x="2625400" y="4264350"/>
              <a:ext cx="753125" cy="754125"/>
            </a:xfrm>
            <a:custGeom>
              <a:avLst/>
              <a:gdLst/>
              <a:ahLst/>
              <a:cxnLst/>
              <a:rect l="l" t="t" r="r" b="b"/>
              <a:pathLst>
                <a:path w="30125" h="30165" extrusionOk="0">
                  <a:moveTo>
                    <a:pt x="1" y="1"/>
                  </a:moveTo>
                  <a:cubicBezTo>
                    <a:pt x="1" y="122"/>
                    <a:pt x="41" y="243"/>
                    <a:pt x="41" y="364"/>
                  </a:cubicBezTo>
                  <a:lnTo>
                    <a:pt x="29762" y="30084"/>
                  </a:lnTo>
                  <a:cubicBezTo>
                    <a:pt x="29883" y="30124"/>
                    <a:pt x="30004" y="30124"/>
                    <a:pt x="30124" y="301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7"/>
            <p:cNvSpPr/>
            <p:nvPr/>
          </p:nvSpPr>
          <p:spPr>
            <a:xfrm>
              <a:off x="2684900" y="4462975"/>
              <a:ext cx="495025" cy="495025"/>
            </a:xfrm>
            <a:custGeom>
              <a:avLst/>
              <a:gdLst/>
              <a:ahLst/>
              <a:cxnLst/>
              <a:rect l="l" t="t" r="r" b="b"/>
              <a:pathLst>
                <a:path w="19801" h="19801" extrusionOk="0">
                  <a:moveTo>
                    <a:pt x="0" y="0"/>
                  </a:moveTo>
                  <a:cubicBezTo>
                    <a:pt x="81" y="161"/>
                    <a:pt x="161" y="323"/>
                    <a:pt x="242" y="484"/>
                  </a:cubicBezTo>
                  <a:lnTo>
                    <a:pt x="19316" y="19599"/>
                  </a:lnTo>
                  <a:cubicBezTo>
                    <a:pt x="19478" y="19639"/>
                    <a:pt x="19639" y="19720"/>
                    <a:pt x="19800" y="198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4" name="Google Shape;714;p2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15" name="Google Shape;715;p27"/>
          <p:cNvSpPr txBox="1">
            <a:spLocks noGrp="1"/>
          </p:cNvSpPr>
          <p:nvPr>
            <p:ph type="subTitle" idx="1"/>
          </p:nvPr>
        </p:nvSpPr>
        <p:spPr>
          <a:xfrm>
            <a:off x="1677575" y="1762200"/>
            <a:ext cx="27033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16" name="Google Shape;716;p27"/>
          <p:cNvSpPr txBox="1">
            <a:spLocks noGrp="1"/>
          </p:cNvSpPr>
          <p:nvPr>
            <p:ph type="subTitle" idx="2"/>
          </p:nvPr>
        </p:nvSpPr>
        <p:spPr>
          <a:xfrm>
            <a:off x="5718250" y="1762200"/>
            <a:ext cx="27033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17" name="Google Shape;717;p27"/>
          <p:cNvSpPr txBox="1">
            <a:spLocks noGrp="1"/>
          </p:cNvSpPr>
          <p:nvPr>
            <p:ph type="subTitle" idx="3"/>
          </p:nvPr>
        </p:nvSpPr>
        <p:spPr>
          <a:xfrm>
            <a:off x="1677575" y="1461725"/>
            <a:ext cx="27033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18" name="Google Shape;718;p27"/>
          <p:cNvSpPr txBox="1">
            <a:spLocks noGrp="1"/>
          </p:cNvSpPr>
          <p:nvPr>
            <p:ph type="subTitle" idx="4"/>
          </p:nvPr>
        </p:nvSpPr>
        <p:spPr>
          <a:xfrm>
            <a:off x="5718266" y="1461725"/>
            <a:ext cx="27033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19" name="Google Shape;719;p27"/>
          <p:cNvSpPr txBox="1">
            <a:spLocks noGrp="1"/>
          </p:cNvSpPr>
          <p:nvPr>
            <p:ph type="subTitle" idx="5"/>
          </p:nvPr>
        </p:nvSpPr>
        <p:spPr>
          <a:xfrm>
            <a:off x="1677575" y="3453100"/>
            <a:ext cx="27033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0" name="Google Shape;720;p27"/>
          <p:cNvSpPr txBox="1">
            <a:spLocks noGrp="1"/>
          </p:cNvSpPr>
          <p:nvPr>
            <p:ph type="subTitle" idx="6"/>
          </p:nvPr>
        </p:nvSpPr>
        <p:spPr>
          <a:xfrm>
            <a:off x="5718250" y="3453100"/>
            <a:ext cx="27033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1" name="Google Shape;721;p27"/>
          <p:cNvSpPr txBox="1">
            <a:spLocks noGrp="1"/>
          </p:cNvSpPr>
          <p:nvPr>
            <p:ph type="subTitle" idx="7"/>
          </p:nvPr>
        </p:nvSpPr>
        <p:spPr>
          <a:xfrm>
            <a:off x="1677575" y="3152625"/>
            <a:ext cx="27033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22" name="Google Shape;722;p27"/>
          <p:cNvSpPr txBox="1">
            <a:spLocks noGrp="1"/>
          </p:cNvSpPr>
          <p:nvPr>
            <p:ph type="subTitle" idx="8"/>
          </p:nvPr>
        </p:nvSpPr>
        <p:spPr>
          <a:xfrm>
            <a:off x="5718266" y="3152625"/>
            <a:ext cx="27033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_1"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5" name="Google Shape;725;p28"/>
          <p:cNvGrpSpPr/>
          <p:nvPr/>
        </p:nvGrpSpPr>
        <p:grpSpPr>
          <a:xfrm>
            <a:off x="-592600" y="-2012025"/>
            <a:ext cx="9874358" cy="7605425"/>
            <a:chOff x="-592600" y="-2012025"/>
            <a:chExt cx="9874358" cy="7605425"/>
          </a:xfrm>
        </p:grpSpPr>
        <p:sp>
          <p:nvSpPr>
            <p:cNvPr id="726" name="Google Shape;726;p28"/>
            <p:cNvSpPr/>
            <p:nvPr/>
          </p:nvSpPr>
          <p:spPr>
            <a:xfrm rot="10799348">
              <a:off x="6119758" y="-182323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727" name="Google Shape;727;p28"/>
            <p:cNvGrpSpPr/>
            <p:nvPr/>
          </p:nvGrpSpPr>
          <p:grpSpPr>
            <a:xfrm>
              <a:off x="-592600" y="3497900"/>
              <a:ext cx="986125" cy="2095500"/>
              <a:chOff x="7631225" y="2241175"/>
              <a:chExt cx="986125" cy="2095500"/>
            </a:xfrm>
          </p:grpSpPr>
          <p:cxnSp>
            <p:nvCxnSpPr>
              <p:cNvPr id="728" name="Google Shape;728;p28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9" name="Google Shape;729;p28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0" name="Google Shape;730;p28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1" name="Google Shape;731;p28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2" name="Google Shape;732;p28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3" name="Google Shape;733;p28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4" name="Google Shape;734;p28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5" name="Google Shape;735;p28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6" name="Google Shape;736;p28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7" name="Google Shape;737;p28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8" name="Google Shape;738;p28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9" name="Google Shape;739;p28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0" name="Google Shape;740;p28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1" name="Google Shape;741;p28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742" name="Google Shape;742;p28"/>
            <p:cNvSpPr/>
            <p:nvPr/>
          </p:nvSpPr>
          <p:spPr>
            <a:xfrm rot="-5400000">
              <a:off x="3028700" y="-2012025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3" name="Google Shape;743;p28"/>
          <p:cNvGrpSpPr/>
          <p:nvPr/>
        </p:nvGrpSpPr>
        <p:grpSpPr>
          <a:xfrm>
            <a:off x="-5879" y="0"/>
            <a:ext cx="9557954" cy="4968450"/>
            <a:chOff x="-5879" y="0"/>
            <a:chExt cx="9557954" cy="4968450"/>
          </a:xfrm>
        </p:grpSpPr>
        <p:sp>
          <p:nvSpPr>
            <p:cNvPr id="744" name="Google Shape;744;p28"/>
            <p:cNvSpPr/>
            <p:nvPr/>
          </p:nvSpPr>
          <p:spPr>
            <a:xfrm>
              <a:off x="7669575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745" name="Google Shape;745;p28"/>
            <p:cNvSpPr/>
            <p:nvPr/>
          </p:nvSpPr>
          <p:spPr>
            <a:xfrm rot="10800000" flipH="1">
              <a:off x="-5879" y="0"/>
              <a:ext cx="544200" cy="15918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746" name="Google Shape;746;p28"/>
            <p:cNvSpPr/>
            <p:nvPr/>
          </p:nvSpPr>
          <p:spPr>
            <a:xfrm rot="10800000" flipH="1">
              <a:off x="0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747" name="Google Shape;747;p28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48" name="Google Shape;748;p28"/>
          <p:cNvSpPr txBox="1">
            <a:spLocks noGrp="1"/>
          </p:cNvSpPr>
          <p:nvPr>
            <p:ph type="subTitle" idx="1"/>
          </p:nvPr>
        </p:nvSpPr>
        <p:spPr>
          <a:xfrm>
            <a:off x="722375" y="1711112"/>
            <a:ext cx="2389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49" name="Google Shape;749;p28"/>
          <p:cNvSpPr txBox="1">
            <a:spLocks noGrp="1"/>
          </p:cNvSpPr>
          <p:nvPr>
            <p:ph type="subTitle" idx="2"/>
          </p:nvPr>
        </p:nvSpPr>
        <p:spPr>
          <a:xfrm>
            <a:off x="3377116" y="1711112"/>
            <a:ext cx="2389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50" name="Google Shape;750;p28"/>
          <p:cNvSpPr txBox="1">
            <a:spLocks noGrp="1"/>
          </p:cNvSpPr>
          <p:nvPr>
            <p:ph type="subTitle" idx="3"/>
          </p:nvPr>
        </p:nvSpPr>
        <p:spPr>
          <a:xfrm>
            <a:off x="722375" y="1410638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51" name="Google Shape;751;p28"/>
          <p:cNvSpPr txBox="1">
            <a:spLocks noGrp="1"/>
          </p:cNvSpPr>
          <p:nvPr>
            <p:ph type="subTitle" idx="4"/>
          </p:nvPr>
        </p:nvSpPr>
        <p:spPr>
          <a:xfrm>
            <a:off x="3377119" y="1410638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52" name="Google Shape;752;p28"/>
          <p:cNvSpPr txBox="1">
            <a:spLocks noGrp="1"/>
          </p:cNvSpPr>
          <p:nvPr>
            <p:ph type="subTitle" idx="5"/>
          </p:nvPr>
        </p:nvSpPr>
        <p:spPr>
          <a:xfrm>
            <a:off x="6031874" y="1711112"/>
            <a:ext cx="2389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53" name="Google Shape;753;p28"/>
          <p:cNvSpPr txBox="1">
            <a:spLocks noGrp="1"/>
          </p:cNvSpPr>
          <p:nvPr>
            <p:ph type="subTitle" idx="6"/>
          </p:nvPr>
        </p:nvSpPr>
        <p:spPr>
          <a:xfrm>
            <a:off x="6031871" y="1410638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54" name="Google Shape;754;p28"/>
          <p:cNvSpPr txBox="1">
            <a:spLocks noGrp="1"/>
          </p:cNvSpPr>
          <p:nvPr>
            <p:ph type="subTitle" idx="7"/>
          </p:nvPr>
        </p:nvSpPr>
        <p:spPr>
          <a:xfrm>
            <a:off x="722375" y="3395475"/>
            <a:ext cx="2389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55" name="Google Shape;755;p28"/>
          <p:cNvSpPr txBox="1">
            <a:spLocks noGrp="1"/>
          </p:cNvSpPr>
          <p:nvPr>
            <p:ph type="subTitle" idx="8"/>
          </p:nvPr>
        </p:nvSpPr>
        <p:spPr>
          <a:xfrm>
            <a:off x="3377116" y="3395475"/>
            <a:ext cx="2389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56" name="Google Shape;756;p28"/>
          <p:cNvSpPr txBox="1">
            <a:spLocks noGrp="1"/>
          </p:cNvSpPr>
          <p:nvPr>
            <p:ph type="subTitle" idx="9"/>
          </p:nvPr>
        </p:nvSpPr>
        <p:spPr>
          <a:xfrm>
            <a:off x="722375" y="3095000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57" name="Google Shape;757;p28"/>
          <p:cNvSpPr txBox="1">
            <a:spLocks noGrp="1"/>
          </p:cNvSpPr>
          <p:nvPr>
            <p:ph type="subTitle" idx="13"/>
          </p:nvPr>
        </p:nvSpPr>
        <p:spPr>
          <a:xfrm>
            <a:off x="3377119" y="3095000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58" name="Google Shape;758;p28"/>
          <p:cNvSpPr txBox="1">
            <a:spLocks noGrp="1"/>
          </p:cNvSpPr>
          <p:nvPr>
            <p:ph type="subTitle" idx="14"/>
          </p:nvPr>
        </p:nvSpPr>
        <p:spPr>
          <a:xfrm>
            <a:off x="6031874" y="3395475"/>
            <a:ext cx="2389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59" name="Google Shape;759;p28"/>
          <p:cNvSpPr txBox="1">
            <a:spLocks noGrp="1"/>
          </p:cNvSpPr>
          <p:nvPr>
            <p:ph type="subTitle" idx="15"/>
          </p:nvPr>
        </p:nvSpPr>
        <p:spPr>
          <a:xfrm>
            <a:off x="6031871" y="3095000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5_1"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7" name="Google Shape;797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8" name="Google Shape;798;p30"/>
          <p:cNvGrpSpPr/>
          <p:nvPr/>
        </p:nvGrpSpPr>
        <p:grpSpPr>
          <a:xfrm>
            <a:off x="0" y="0"/>
            <a:ext cx="9552075" cy="5143500"/>
            <a:chOff x="0" y="0"/>
            <a:chExt cx="9552075" cy="5143500"/>
          </a:xfrm>
        </p:grpSpPr>
        <p:sp>
          <p:nvSpPr>
            <p:cNvPr id="799" name="Google Shape;799;p30"/>
            <p:cNvSpPr/>
            <p:nvPr/>
          </p:nvSpPr>
          <p:spPr>
            <a:xfrm>
              <a:off x="0" y="0"/>
              <a:ext cx="4803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00" name="Google Shape;800;p30"/>
            <p:cNvSpPr/>
            <p:nvPr/>
          </p:nvSpPr>
          <p:spPr>
            <a:xfrm flipH="1">
              <a:off x="8663700" y="3576600"/>
              <a:ext cx="480300" cy="15669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01" name="Google Shape;801;p30"/>
            <p:cNvSpPr/>
            <p:nvPr/>
          </p:nvSpPr>
          <p:spPr>
            <a:xfrm rot="10800000" flipH="1">
              <a:off x="0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02" name="Google Shape;802;p30"/>
            <p:cNvSpPr/>
            <p:nvPr/>
          </p:nvSpPr>
          <p:spPr>
            <a:xfrm>
              <a:off x="7669575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803" name="Google Shape;803;p30"/>
          <p:cNvGrpSpPr/>
          <p:nvPr/>
        </p:nvGrpSpPr>
        <p:grpSpPr>
          <a:xfrm>
            <a:off x="-505837" y="-1463962"/>
            <a:ext cx="6732100" cy="6536738"/>
            <a:chOff x="-505837" y="-1463962"/>
            <a:chExt cx="6732100" cy="6536738"/>
          </a:xfrm>
        </p:grpSpPr>
        <p:grpSp>
          <p:nvGrpSpPr>
            <p:cNvPr id="804" name="Google Shape;804;p30"/>
            <p:cNvGrpSpPr/>
            <p:nvPr/>
          </p:nvGrpSpPr>
          <p:grpSpPr>
            <a:xfrm>
              <a:off x="4340988" y="-1463962"/>
              <a:ext cx="1885275" cy="1884250"/>
              <a:chOff x="2609275" y="3149350"/>
              <a:chExt cx="1885275" cy="1884250"/>
            </a:xfrm>
          </p:grpSpPr>
          <p:sp>
            <p:nvSpPr>
              <p:cNvPr id="805" name="Google Shape;805;p30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30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30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30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30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30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30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30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30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30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30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30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30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30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30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30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30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30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30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4" name="Google Shape;824;p30"/>
            <p:cNvGrpSpPr/>
            <p:nvPr/>
          </p:nvGrpSpPr>
          <p:grpSpPr>
            <a:xfrm>
              <a:off x="-505837" y="2977275"/>
              <a:ext cx="986125" cy="2095500"/>
              <a:chOff x="7631225" y="2241175"/>
              <a:chExt cx="986125" cy="2095500"/>
            </a:xfrm>
          </p:grpSpPr>
          <p:cxnSp>
            <p:nvCxnSpPr>
              <p:cNvPr id="825" name="Google Shape;825;p30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6" name="Google Shape;826;p30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7" name="Google Shape;827;p30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8" name="Google Shape;828;p30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9" name="Google Shape;829;p30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0" name="Google Shape;830;p30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1" name="Google Shape;831;p30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2" name="Google Shape;832;p30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3" name="Google Shape;833;p30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4" name="Google Shape;834;p30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5" name="Google Shape;835;p30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6" name="Google Shape;836;p30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7" name="Google Shape;837;p30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8" name="Google Shape;838;p30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839" name="Google Shape;839;p30"/>
          <p:cNvSpPr txBox="1">
            <a:spLocks noGrp="1"/>
          </p:cNvSpPr>
          <p:nvPr>
            <p:ph type="subTitle" idx="1"/>
          </p:nvPr>
        </p:nvSpPr>
        <p:spPr>
          <a:xfrm>
            <a:off x="722375" y="1911375"/>
            <a:ext cx="2449500" cy="6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40" name="Google Shape;840;p30"/>
          <p:cNvSpPr txBox="1">
            <a:spLocks noGrp="1"/>
          </p:cNvSpPr>
          <p:nvPr>
            <p:ph type="title" hasCustomPrompt="1"/>
          </p:nvPr>
        </p:nvSpPr>
        <p:spPr>
          <a:xfrm>
            <a:off x="722513" y="1349525"/>
            <a:ext cx="2449500" cy="6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1" name="Google Shape;841;p30"/>
          <p:cNvSpPr txBox="1">
            <a:spLocks noGrp="1"/>
          </p:cNvSpPr>
          <p:nvPr>
            <p:ph type="subTitle" idx="2"/>
          </p:nvPr>
        </p:nvSpPr>
        <p:spPr>
          <a:xfrm>
            <a:off x="3347124" y="1911375"/>
            <a:ext cx="2449500" cy="6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42" name="Google Shape;842;p30"/>
          <p:cNvSpPr txBox="1">
            <a:spLocks noGrp="1"/>
          </p:cNvSpPr>
          <p:nvPr>
            <p:ph type="title" idx="3" hasCustomPrompt="1"/>
          </p:nvPr>
        </p:nvSpPr>
        <p:spPr>
          <a:xfrm>
            <a:off x="3347260" y="1349525"/>
            <a:ext cx="2449500" cy="6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3" name="Google Shape;843;p30"/>
          <p:cNvSpPr txBox="1">
            <a:spLocks noGrp="1"/>
          </p:cNvSpPr>
          <p:nvPr>
            <p:ph type="subTitle" idx="4"/>
          </p:nvPr>
        </p:nvSpPr>
        <p:spPr>
          <a:xfrm>
            <a:off x="5971873" y="1911375"/>
            <a:ext cx="2449500" cy="6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44" name="Google Shape;844;p30"/>
          <p:cNvSpPr txBox="1">
            <a:spLocks noGrp="1"/>
          </p:cNvSpPr>
          <p:nvPr>
            <p:ph type="title" idx="5" hasCustomPrompt="1"/>
          </p:nvPr>
        </p:nvSpPr>
        <p:spPr>
          <a:xfrm>
            <a:off x="5972007" y="1349525"/>
            <a:ext cx="2449500" cy="6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5" name="Google Shape;845;p30"/>
          <p:cNvSpPr txBox="1">
            <a:spLocks noGrp="1"/>
          </p:cNvSpPr>
          <p:nvPr>
            <p:ph type="subTitle" idx="6"/>
          </p:nvPr>
        </p:nvSpPr>
        <p:spPr>
          <a:xfrm>
            <a:off x="2034800" y="3707300"/>
            <a:ext cx="2449500" cy="6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30"/>
          <p:cNvSpPr txBox="1">
            <a:spLocks noGrp="1"/>
          </p:cNvSpPr>
          <p:nvPr>
            <p:ph type="title" idx="7" hasCustomPrompt="1"/>
          </p:nvPr>
        </p:nvSpPr>
        <p:spPr>
          <a:xfrm>
            <a:off x="2034947" y="3145450"/>
            <a:ext cx="2449500" cy="6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7" name="Google Shape;847;p30"/>
          <p:cNvSpPr txBox="1">
            <a:spLocks noGrp="1"/>
          </p:cNvSpPr>
          <p:nvPr>
            <p:ph type="subTitle" idx="8"/>
          </p:nvPr>
        </p:nvSpPr>
        <p:spPr>
          <a:xfrm>
            <a:off x="4659549" y="3707300"/>
            <a:ext cx="2449500" cy="6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48" name="Google Shape;848;p30"/>
          <p:cNvSpPr txBox="1">
            <a:spLocks noGrp="1"/>
          </p:cNvSpPr>
          <p:nvPr>
            <p:ph type="title" idx="9" hasCustomPrompt="1"/>
          </p:nvPr>
        </p:nvSpPr>
        <p:spPr>
          <a:xfrm>
            <a:off x="4659694" y="3145450"/>
            <a:ext cx="2449500" cy="6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9" name="Google Shape;849;p30"/>
          <p:cNvSpPr txBox="1">
            <a:spLocks noGrp="1"/>
          </p:cNvSpPr>
          <p:nvPr>
            <p:ph type="title" idx="13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_1"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8" name="Google Shape;8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_1"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88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1" name="Google Shape;881;p33"/>
          <p:cNvGrpSpPr/>
          <p:nvPr/>
        </p:nvGrpSpPr>
        <p:grpSpPr>
          <a:xfrm>
            <a:off x="0" y="-25"/>
            <a:ext cx="9552075" cy="5143375"/>
            <a:chOff x="0" y="-25"/>
            <a:chExt cx="9552075" cy="5143375"/>
          </a:xfrm>
        </p:grpSpPr>
        <p:sp>
          <p:nvSpPr>
            <p:cNvPr id="882" name="Google Shape;882;p33"/>
            <p:cNvSpPr/>
            <p:nvPr/>
          </p:nvSpPr>
          <p:spPr>
            <a:xfrm>
              <a:off x="0" y="0"/>
              <a:ext cx="722400" cy="24021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83" name="Google Shape;883;p33"/>
            <p:cNvSpPr/>
            <p:nvPr/>
          </p:nvSpPr>
          <p:spPr>
            <a:xfrm flipH="1">
              <a:off x="6943500" y="4306950"/>
              <a:ext cx="2200500" cy="8364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84" name="Google Shape;884;p33"/>
            <p:cNvSpPr/>
            <p:nvPr/>
          </p:nvSpPr>
          <p:spPr>
            <a:xfrm rot="10800000" flipH="1">
              <a:off x="0" y="-25"/>
              <a:ext cx="2263500" cy="8421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85" name="Google Shape;885;p33"/>
            <p:cNvSpPr/>
            <p:nvPr/>
          </p:nvSpPr>
          <p:spPr>
            <a:xfrm>
              <a:off x="7669575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886" name="Google Shape;886;p33"/>
          <p:cNvGrpSpPr/>
          <p:nvPr/>
        </p:nvGrpSpPr>
        <p:grpSpPr>
          <a:xfrm>
            <a:off x="489563" y="-211525"/>
            <a:ext cx="8425113" cy="6291588"/>
            <a:chOff x="489563" y="-211525"/>
            <a:chExt cx="8425113" cy="6291588"/>
          </a:xfrm>
        </p:grpSpPr>
        <p:grpSp>
          <p:nvGrpSpPr>
            <p:cNvPr id="887" name="Google Shape;887;p33"/>
            <p:cNvGrpSpPr/>
            <p:nvPr/>
          </p:nvGrpSpPr>
          <p:grpSpPr>
            <a:xfrm>
              <a:off x="489563" y="4195813"/>
              <a:ext cx="1885275" cy="1884250"/>
              <a:chOff x="2609275" y="3149350"/>
              <a:chExt cx="1885275" cy="1884250"/>
            </a:xfrm>
          </p:grpSpPr>
          <p:sp>
            <p:nvSpPr>
              <p:cNvPr id="888" name="Google Shape;888;p33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33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33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33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33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33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33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33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33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33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33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33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33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33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33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33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33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33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33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7" name="Google Shape;907;p33"/>
            <p:cNvGrpSpPr/>
            <p:nvPr/>
          </p:nvGrpSpPr>
          <p:grpSpPr>
            <a:xfrm>
              <a:off x="7928550" y="-211525"/>
              <a:ext cx="986125" cy="2095500"/>
              <a:chOff x="7631225" y="2241175"/>
              <a:chExt cx="986125" cy="2095500"/>
            </a:xfrm>
          </p:grpSpPr>
          <p:cxnSp>
            <p:nvCxnSpPr>
              <p:cNvPr id="908" name="Google Shape;908;p33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9" name="Google Shape;909;p33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0" name="Google Shape;910;p33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1" name="Google Shape;911;p33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2" name="Google Shape;912;p33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3" name="Google Shape;913;p33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4" name="Google Shape;914;p33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5" name="Google Shape;915;p33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6" name="Google Shape;916;p33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7" name="Google Shape;917;p33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8" name="Google Shape;918;p33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9" name="Google Shape;919;p33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0" name="Google Shape;920;p33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1" name="Google Shape;921;p33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5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6" r:id="rId12"/>
    <p:sldLayoutId id="2147483670" r:id="rId13"/>
    <p:sldLayoutId id="2147483671" r:id="rId14"/>
    <p:sldLayoutId id="2147483673" r:id="rId15"/>
    <p:sldLayoutId id="2147483674" r:id="rId16"/>
    <p:sldLayoutId id="2147483676" r:id="rId17"/>
    <p:sldLayoutId id="2147483678" r:id="rId18"/>
    <p:sldLayoutId id="2147483679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google.com/spreadsheets/d/1G9RMrVS3MPUfkPHLWso4M1F1OAVjOdrZ3x4QY7FTH0s/copy#gid=80152946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7"/>
          <p:cNvSpPr txBox="1">
            <a:spLocks noGrp="1"/>
          </p:cNvSpPr>
          <p:nvPr>
            <p:ph type="ctrTitle"/>
          </p:nvPr>
        </p:nvSpPr>
        <p:spPr>
          <a:xfrm>
            <a:off x="2308350" y="1494300"/>
            <a:ext cx="45273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933" name="Google Shape;933;p37"/>
          <p:cNvSpPr txBox="1">
            <a:spLocks noGrp="1"/>
          </p:cNvSpPr>
          <p:nvPr>
            <p:ph type="subTitle" idx="1"/>
          </p:nvPr>
        </p:nvSpPr>
        <p:spPr>
          <a:xfrm>
            <a:off x="2308350" y="3204600"/>
            <a:ext cx="4527300" cy="4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[[subtitle]]</a:t>
            </a:r>
          </a:p>
        </p:txBody>
      </p:sp>
      <p:grpSp>
        <p:nvGrpSpPr>
          <p:cNvPr id="934" name="Google Shape;934;p37"/>
          <p:cNvGrpSpPr/>
          <p:nvPr/>
        </p:nvGrpSpPr>
        <p:grpSpPr>
          <a:xfrm>
            <a:off x="5524419" y="2241175"/>
            <a:ext cx="3619432" cy="2902209"/>
            <a:chOff x="5524419" y="2241175"/>
            <a:chExt cx="3619432" cy="2902209"/>
          </a:xfrm>
        </p:grpSpPr>
        <p:grpSp>
          <p:nvGrpSpPr>
            <p:cNvPr id="935" name="Google Shape;935;p37"/>
            <p:cNvGrpSpPr/>
            <p:nvPr/>
          </p:nvGrpSpPr>
          <p:grpSpPr>
            <a:xfrm>
              <a:off x="5524419" y="4160759"/>
              <a:ext cx="3619432" cy="982624"/>
              <a:chOff x="4986600" y="4014825"/>
              <a:chExt cx="4157400" cy="1128675"/>
            </a:xfrm>
          </p:grpSpPr>
          <p:sp>
            <p:nvSpPr>
              <p:cNvPr id="936" name="Google Shape;936;p37"/>
              <p:cNvSpPr/>
              <p:nvPr/>
            </p:nvSpPr>
            <p:spPr>
              <a:xfrm flipH="1">
                <a:off x="5715000" y="4014825"/>
                <a:ext cx="3429000" cy="1128600"/>
              </a:xfrm>
              <a:prstGeom prst="round1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  <p:sp>
            <p:nvSpPr>
              <p:cNvPr id="937" name="Google Shape;937;p37"/>
              <p:cNvSpPr/>
              <p:nvPr/>
            </p:nvSpPr>
            <p:spPr>
              <a:xfrm flipH="1">
                <a:off x="4986600" y="4527300"/>
                <a:ext cx="4157400" cy="616200"/>
              </a:xfrm>
              <a:prstGeom prst="round1Rect">
                <a:avLst>
                  <a:gd name="adj" fmla="val 50000"/>
                </a:avLst>
              </a:prstGeom>
              <a:solidFill>
                <a:srgbClr val="63DBF5">
                  <a:alpha val="6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</p:grpSp>
        <p:grpSp>
          <p:nvGrpSpPr>
            <p:cNvPr id="938" name="Google Shape;938;p37"/>
            <p:cNvGrpSpPr/>
            <p:nvPr/>
          </p:nvGrpSpPr>
          <p:grpSpPr>
            <a:xfrm>
              <a:off x="7631225" y="2241175"/>
              <a:ext cx="986125" cy="2095500"/>
              <a:chOff x="7631225" y="2241175"/>
              <a:chExt cx="986125" cy="2095500"/>
            </a:xfrm>
          </p:grpSpPr>
          <p:cxnSp>
            <p:nvCxnSpPr>
              <p:cNvPr id="939" name="Google Shape;939;p37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0" name="Google Shape;940;p37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1" name="Google Shape;941;p37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2" name="Google Shape;942;p37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3" name="Google Shape;943;p37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4" name="Google Shape;944;p37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5" name="Google Shape;945;p37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6" name="Google Shape;946;p37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7" name="Google Shape;947;p37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8" name="Google Shape;948;p37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9" name="Google Shape;949;p37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0" name="Google Shape;950;p37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1" name="Google Shape;951;p37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2" name="Google Shape;952;p37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953" name="Google Shape;953;p37"/>
          <p:cNvGrpSpPr/>
          <p:nvPr/>
        </p:nvGrpSpPr>
        <p:grpSpPr>
          <a:xfrm>
            <a:off x="-630087" y="1859288"/>
            <a:ext cx="2893588" cy="3284238"/>
            <a:chOff x="-630087" y="1859288"/>
            <a:chExt cx="2893588" cy="3284238"/>
          </a:xfrm>
        </p:grpSpPr>
        <p:sp>
          <p:nvSpPr>
            <p:cNvPr id="954" name="Google Shape;954;p37"/>
            <p:cNvSpPr/>
            <p:nvPr/>
          </p:nvSpPr>
          <p:spPr>
            <a:xfrm>
              <a:off x="0" y="3272100"/>
              <a:ext cx="12552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955" name="Google Shape;955;p37"/>
            <p:cNvSpPr/>
            <p:nvPr/>
          </p:nvSpPr>
          <p:spPr>
            <a:xfrm>
              <a:off x="0" y="4829725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956" name="Google Shape;956;p37"/>
            <p:cNvGrpSpPr/>
            <p:nvPr/>
          </p:nvGrpSpPr>
          <p:grpSpPr>
            <a:xfrm>
              <a:off x="-630087" y="1859288"/>
              <a:ext cx="1885275" cy="1884250"/>
              <a:chOff x="2609275" y="3149350"/>
              <a:chExt cx="1885275" cy="1884250"/>
            </a:xfrm>
          </p:grpSpPr>
          <p:sp>
            <p:nvSpPr>
              <p:cNvPr id="957" name="Google Shape;957;p37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7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37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37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37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37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37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37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37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37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37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37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37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37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37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37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37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37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37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76" name="Google Shape;976;p37"/>
          <p:cNvGrpSpPr/>
          <p:nvPr/>
        </p:nvGrpSpPr>
        <p:grpSpPr>
          <a:xfrm>
            <a:off x="5969750" y="-1678600"/>
            <a:ext cx="3756875" cy="2788075"/>
            <a:chOff x="5969750" y="-1678600"/>
            <a:chExt cx="3756875" cy="2788075"/>
          </a:xfrm>
        </p:grpSpPr>
        <p:sp>
          <p:nvSpPr>
            <p:cNvPr id="977" name="Google Shape;977;p37"/>
            <p:cNvSpPr/>
            <p:nvPr/>
          </p:nvSpPr>
          <p:spPr>
            <a:xfrm>
              <a:off x="7844125" y="896475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978" name="Google Shape;978;p37"/>
            <p:cNvSpPr/>
            <p:nvPr/>
          </p:nvSpPr>
          <p:spPr>
            <a:xfrm rot="-5400000">
              <a:off x="5969750" y="-1678600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39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[[toc_title]]</a:t>
            </a:r>
          </a:p>
        </p:txBody>
      </p:sp>
      <p:sp>
        <p:nvSpPr>
          <p:cNvPr id="993" name="Google Shape;993;p39"/>
          <p:cNvSpPr txBox="1">
            <a:spLocks noGrp="1"/>
          </p:cNvSpPr>
          <p:nvPr>
            <p:ph type="title" idx="2"/>
          </p:nvPr>
        </p:nvSpPr>
        <p:spPr>
          <a:xfrm>
            <a:off x="1522280" y="1393950"/>
            <a:ext cx="773700" cy="7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94" name="Google Shape;994;p39"/>
          <p:cNvSpPr txBox="1">
            <a:spLocks noGrp="1"/>
          </p:cNvSpPr>
          <p:nvPr>
            <p:ph type="title" idx="3"/>
          </p:nvPr>
        </p:nvSpPr>
        <p:spPr>
          <a:xfrm>
            <a:off x="5238030" y="1393950"/>
            <a:ext cx="773700" cy="7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995" name="Google Shape;995;p39"/>
          <p:cNvSpPr txBox="1">
            <a:spLocks noGrp="1"/>
          </p:cNvSpPr>
          <p:nvPr>
            <p:ph type="title" idx="4"/>
          </p:nvPr>
        </p:nvSpPr>
        <p:spPr>
          <a:xfrm>
            <a:off x="1522305" y="2494625"/>
            <a:ext cx="773700" cy="7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96" name="Google Shape;996;p39"/>
          <p:cNvSpPr txBox="1">
            <a:spLocks noGrp="1"/>
          </p:cNvSpPr>
          <p:nvPr>
            <p:ph type="title" idx="5"/>
          </p:nvPr>
        </p:nvSpPr>
        <p:spPr>
          <a:xfrm>
            <a:off x="1522305" y="3595300"/>
            <a:ext cx="773700" cy="7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97" name="Google Shape;997;p39"/>
          <p:cNvSpPr txBox="1">
            <a:spLocks noGrp="1"/>
          </p:cNvSpPr>
          <p:nvPr>
            <p:ph type="subTitle" idx="1"/>
          </p:nvPr>
        </p:nvSpPr>
        <p:spPr>
          <a:xfrm>
            <a:off x="2448393" y="1518150"/>
            <a:ext cx="1457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[[section_1_title]]</a:t>
            </a:r>
          </a:p>
        </p:txBody>
      </p:sp>
      <p:sp>
        <p:nvSpPr>
          <p:cNvPr id="998" name="Google Shape;998;p39"/>
          <p:cNvSpPr txBox="1">
            <a:spLocks noGrp="1"/>
          </p:cNvSpPr>
          <p:nvPr>
            <p:ph type="subTitle" idx="6"/>
          </p:nvPr>
        </p:nvSpPr>
        <p:spPr>
          <a:xfrm>
            <a:off x="6164020" y="1518150"/>
            <a:ext cx="1457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[[section_4_title]]</a:t>
            </a:r>
          </a:p>
        </p:txBody>
      </p:sp>
      <p:sp>
        <p:nvSpPr>
          <p:cNvPr id="999" name="Google Shape;999;p39"/>
          <p:cNvSpPr txBox="1">
            <a:spLocks noGrp="1"/>
          </p:cNvSpPr>
          <p:nvPr>
            <p:ph type="subTitle" idx="7"/>
          </p:nvPr>
        </p:nvSpPr>
        <p:spPr>
          <a:xfrm>
            <a:off x="2448393" y="2618825"/>
            <a:ext cx="1457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[[section_2_title]]</a:t>
            </a:r>
          </a:p>
        </p:txBody>
      </p:sp>
      <p:sp>
        <p:nvSpPr>
          <p:cNvPr id="1000" name="Google Shape;1000;p39"/>
          <p:cNvSpPr txBox="1">
            <a:spLocks noGrp="1"/>
          </p:cNvSpPr>
          <p:nvPr>
            <p:ph type="subTitle" idx="8"/>
          </p:nvPr>
        </p:nvSpPr>
        <p:spPr>
          <a:xfrm>
            <a:off x="2448270" y="3719500"/>
            <a:ext cx="1457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[[section_3_title]]</a:t>
            </a:r>
          </a:p>
        </p:txBody>
      </p:sp>
      <p:sp>
        <p:nvSpPr>
          <p:cNvPr id="1001" name="Google Shape;1001;p39"/>
          <p:cNvSpPr txBox="1">
            <a:spLocks noGrp="1"/>
          </p:cNvSpPr>
          <p:nvPr>
            <p:ph type="title" idx="9"/>
          </p:nvPr>
        </p:nvSpPr>
        <p:spPr>
          <a:xfrm>
            <a:off x="5237956" y="2494625"/>
            <a:ext cx="773700" cy="7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002" name="Google Shape;1002;p39"/>
          <p:cNvSpPr txBox="1">
            <a:spLocks noGrp="1"/>
          </p:cNvSpPr>
          <p:nvPr>
            <p:ph type="title" idx="13"/>
          </p:nvPr>
        </p:nvSpPr>
        <p:spPr>
          <a:xfrm>
            <a:off x="5237957" y="3595300"/>
            <a:ext cx="773700" cy="7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003" name="Google Shape;1003;p39"/>
          <p:cNvSpPr txBox="1">
            <a:spLocks noGrp="1"/>
          </p:cNvSpPr>
          <p:nvPr>
            <p:ph type="subTitle" idx="14"/>
          </p:nvPr>
        </p:nvSpPr>
        <p:spPr>
          <a:xfrm>
            <a:off x="6163931" y="2618825"/>
            <a:ext cx="1457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[[section_5_title]]</a:t>
            </a:r>
          </a:p>
        </p:txBody>
      </p:sp>
      <p:sp>
        <p:nvSpPr>
          <p:cNvPr id="1004" name="Google Shape;1004;p39"/>
          <p:cNvSpPr txBox="1">
            <a:spLocks noGrp="1"/>
          </p:cNvSpPr>
          <p:nvPr>
            <p:ph type="subTitle" idx="15"/>
          </p:nvPr>
        </p:nvSpPr>
        <p:spPr>
          <a:xfrm>
            <a:off x="6163930" y="3719500"/>
            <a:ext cx="1457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[[section_6_title]]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42"/>
          <p:cNvSpPr txBox="1">
            <a:spLocks noGrp="1"/>
          </p:cNvSpPr>
          <p:nvPr>
            <p:ph type="title"/>
          </p:nvPr>
        </p:nvSpPr>
        <p:spPr>
          <a:xfrm>
            <a:off x="2330700" y="1718288"/>
            <a:ext cx="4482600" cy="7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1079" name="Google Shape;1079;p42"/>
          <p:cNvSpPr txBox="1">
            <a:spLocks noGrp="1"/>
          </p:cNvSpPr>
          <p:nvPr>
            <p:ph type="subTitle" idx="1"/>
          </p:nvPr>
        </p:nvSpPr>
        <p:spPr>
          <a:xfrm>
            <a:off x="2330700" y="2336514"/>
            <a:ext cx="4482600" cy="10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[[body]]</a:t>
            </a:r>
          </a:p>
        </p:txBody>
      </p:sp>
      <p:grpSp>
        <p:nvGrpSpPr>
          <p:cNvPr id="1080" name="Google Shape;1080;p42"/>
          <p:cNvGrpSpPr/>
          <p:nvPr/>
        </p:nvGrpSpPr>
        <p:grpSpPr>
          <a:xfrm>
            <a:off x="917550" y="2904450"/>
            <a:ext cx="986125" cy="2095500"/>
            <a:chOff x="7631225" y="2241175"/>
            <a:chExt cx="986125" cy="2095500"/>
          </a:xfrm>
        </p:grpSpPr>
        <p:cxnSp>
          <p:nvCxnSpPr>
            <p:cNvPr id="1081" name="Google Shape;1081;p42"/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2" name="Google Shape;1082;p42"/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3" name="Google Shape;1083;p42"/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4" name="Google Shape;1084;p42"/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5" name="Google Shape;1085;p42"/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6" name="Google Shape;1086;p42"/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7" name="Google Shape;1087;p42"/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8" name="Google Shape;1088;p42"/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9" name="Google Shape;1089;p42"/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0" name="Google Shape;1090;p42"/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1" name="Google Shape;1091;p42"/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2" name="Google Shape;1092;p42"/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3" name="Google Shape;1093;p42"/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4" name="Google Shape;1094;p42"/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95" name="Google Shape;1095;p42"/>
          <p:cNvGrpSpPr/>
          <p:nvPr/>
        </p:nvGrpSpPr>
        <p:grpSpPr>
          <a:xfrm>
            <a:off x="2035713" y="-744737"/>
            <a:ext cx="1885275" cy="1884250"/>
            <a:chOff x="2609275" y="3149350"/>
            <a:chExt cx="1885275" cy="1884250"/>
          </a:xfrm>
        </p:grpSpPr>
        <p:sp>
          <p:nvSpPr>
            <p:cNvPr id="1096" name="Google Shape;1096;p42"/>
            <p:cNvSpPr/>
            <p:nvPr/>
          </p:nvSpPr>
          <p:spPr>
            <a:xfrm>
              <a:off x="3923900" y="3224950"/>
              <a:ext cx="494025" cy="495025"/>
            </a:xfrm>
            <a:custGeom>
              <a:avLst/>
              <a:gdLst/>
              <a:ahLst/>
              <a:cxnLst/>
              <a:rect l="l" t="t" r="r" b="b"/>
              <a:pathLst>
                <a:path w="19761" h="19801" extrusionOk="0">
                  <a:moveTo>
                    <a:pt x="485" y="202"/>
                  </a:moveTo>
                  <a:cubicBezTo>
                    <a:pt x="323" y="162"/>
                    <a:pt x="162" y="81"/>
                    <a:pt x="1" y="1"/>
                  </a:cubicBezTo>
                  <a:lnTo>
                    <a:pt x="19761" y="19801"/>
                  </a:lnTo>
                  <a:cubicBezTo>
                    <a:pt x="19720" y="19640"/>
                    <a:pt x="19640" y="19478"/>
                    <a:pt x="19559" y="19317"/>
                  </a:cubicBezTo>
                  <a:lnTo>
                    <a:pt x="485" y="2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42"/>
            <p:cNvSpPr/>
            <p:nvPr/>
          </p:nvSpPr>
          <p:spPr>
            <a:xfrm>
              <a:off x="3725300" y="3164475"/>
              <a:ext cx="753125" cy="753100"/>
            </a:xfrm>
            <a:custGeom>
              <a:avLst/>
              <a:gdLst/>
              <a:ahLst/>
              <a:cxnLst/>
              <a:rect l="l" t="t" r="r" b="b"/>
              <a:pathLst>
                <a:path w="30125" h="30124" extrusionOk="0">
                  <a:moveTo>
                    <a:pt x="323" y="81"/>
                  </a:moveTo>
                  <a:cubicBezTo>
                    <a:pt x="202" y="41"/>
                    <a:pt x="122" y="41"/>
                    <a:pt x="1" y="0"/>
                  </a:cubicBezTo>
                  <a:lnTo>
                    <a:pt x="30124" y="30124"/>
                  </a:lnTo>
                  <a:cubicBezTo>
                    <a:pt x="30084" y="30043"/>
                    <a:pt x="30084" y="29922"/>
                    <a:pt x="30043" y="29801"/>
                  </a:cubicBezTo>
                  <a:lnTo>
                    <a:pt x="323" y="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42"/>
            <p:cNvSpPr/>
            <p:nvPr/>
          </p:nvSpPr>
          <p:spPr>
            <a:xfrm>
              <a:off x="3572075" y="3149350"/>
              <a:ext cx="922475" cy="922475"/>
            </a:xfrm>
            <a:custGeom>
              <a:avLst/>
              <a:gdLst/>
              <a:ahLst/>
              <a:cxnLst/>
              <a:rect l="l" t="t" r="r" b="b"/>
              <a:pathLst>
                <a:path w="36899" h="36899" extrusionOk="0">
                  <a:moveTo>
                    <a:pt x="282" y="0"/>
                  </a:moveTo>
                  <a:cubicBezTo>
                    <a:pt x="161" y="0"/>
                    <a:pt x="81" y="0"/>
                    <a:pt x="0" y="0"/>
                  </a:cubicBezTo>
                  <a:lnTo>
                    <a:pt x="36898" y="36899"/>
                  </a:lnTo>
                  <a:cubicBezTo>
                    <a:pt x="36898" y="36778"/>
                    <a:pt x="36898" y="36697"/>
                    <a:pt x="36858" y="36616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42"/>
            <p:cNvSpPr/>
            <p:nvPr/>
          </p:nvSpPr>
          <p:spPr>
            <a:xfrm>
              <a:off x="3440000" y="315440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242" y="0"/>
                  </a:moveTo>
                  <a:cubicBezTo>
                    <a:pt x="162" y="40"/>
                    <a:pt x="81" y="40"/>
                    <a:pt x="0" y="40"/>
                  </a:cubicBezTo>
                  <a:lnTo>
                    <a:pt x="41899" y="41939"/>
                  </a:lnTo>
                  <a:cubicBezTo>
                    <a:pt x="41899" y="41858"/>
                    <a:pt x="41939" y="41778"/>
                    <a:pt x="41939" y="416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42"/>
            <p:cNvSpPr/>
            <p:nvPr/>
          </p:nvSpPr>
          <p:spPr>
            <a:xfrm>
              <a:off x="3323050" y="3175550"/>
              <a:ext cx="1145275" cy="1144275"/>
            </a:xfrm>
            <a:custGeom>
              <a:avLst/>
              <a:gdLst/>
              <a:ahLst/>
              <a:cxnLst/>
              <a:rect l="l" t="t" r="r" b="b"/>
              <a:pathLst>
                <a:path w="45811" h="45771" extrusionOk="0">
                  <a:moveTo>
                    <a:pt x="243" y="1"/>
                  </a:moveTo>
                  <a:cubicBezTo>
                    <a:pt x="162" y="1"/>
                    <a:pt x="81" y="41"/>
                    <a:pt x="1" y="41"/>
                  </a:cubicBezTo>
                  <a:lnTo>
                    <a:pt x="45730" y="45771"/>
                  </a:lnTo>
                  <a:cubicBezTo>
                    <a:pt x="45771" y="45690"/>
                    <a:pt x="45771" y="45610"/>
                    <a:pt x="45811" y="455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42"/>
            <p:cNvSpPr/>
            <p:nvPr/>
          </p:nvSpPr>
          <p:spPr>
            <a:xfrm>
              <a:off x="3218200" y="320782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202" y="0"/>
                  </a:moveTo>
                  <a:cubicBezTo>
                    <a:pt x="122" y="0"/>
                    <a:pt x="81" y="41"/>
                    <a:pt x="1" y="81"/>
                  </a:cubicBezTo>
                  <a:lnTo>
                    <a:pt x="48593" y="48674"/>
                  </a:lnTo>
                  <a:cubicBezTo>
                    <a:pt x="48634" y="48633"/>
                    <a:pt x="48674" y="48553"/>
                    <a:pt x="48674" y="484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42"/>
            <p:cNvSpPr/>
            <p:nvPr/>
          </p:nvSpPr>
          <p:spPr>
            <a:xfrm>
              <a:off x="3122425" y="324915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202" y="1"/>
                  </a:moveTo>
                  <a:cubicBezTo>
                    <a:pt x="122" y="41"/>
                    <a:pt x="81" y="81"/>
                    <a:pt x="1" y="122"/>
                  </a:cubicBezTo>
                  <a:lnTo>
                    <a:pt x="50771" y="50852"/>
                  </a:lnTo>
                  <a:cubicBezTo>
                    <a:pt x="50771" y="50811"/>
                    <a:pt x="50811" y="50731"/>
                    <a:pt x="50852" y="506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42"/>
            <p:cNvSpPr/>
            <p:nvPr/>
          </p:nvSpPr>
          <p:spPr>
            <a:xfrm>
              <a:off x="3035725" y="3299550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162" y="1"/>
                  </a:moveTo>
                  <a:cubicBezTo>
                    <a:pt x="81" y="41"/>
                    <a:pt x="41" y="82"/>
                    <a:pt x="1" y="122"/>
                  </a:cubicBezTo>
                  <a:lnTo>
                    <a:pt x="52182" y="52344"/>
                  </a:lnTo>
                  <a:cubicBezTo>
                    <a:pt x="52223" y="52263"/>
                    <a:pt x="52263" y="52223"/>
                    <a:pt x="52303" y="521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42"/>
            <p:cNvSpPr/>
            <p:nvPr/>
          </p:nvSpPr>
          <p:spPr>
            <a:xfrm>
              <a:off x="2956075" y="3358025"/>
              <a:ext cx="1328775" cy="1329775"/>
            </a:xfrm>
            <a:custGeom>
              <a:avLst/>
              <a:gdLst/>
              <a:ahLst/>
              <a:cxnLst/>
              <a:rect l="l" t="t" r="r" b="b"/>
              <a:pathLst>
                <a:path w="53151" h="53191" extrusionOk="0">
                  <a:moveTo>
                    <a:pt x="122" y="1"/>
                  </a:moveTo>
                  <a:cubicBezTo>
                    <a:pt x="82" y="41"/>
                    <a:pt x="41" y="82"/>
                    <a:pt x="1" y="122"/>
                  </a:cubicBezTo>
                  <a:lnTo>
                    <a:pt x="53030" y="53191"/>
                  </a:lnTo>
                  <a:cubicBezTo>
                    <a:pt x="53070" y="53110"/>
                    <a:pt x="53110" y="53070"/>
                    <a:pt x="53151" y="53030"/>
                  </a:cubicBezTo>
                  <a:lnTo>
                    <a:pt x="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42"/>
            <p:cNvSpPr/>
            <p:nvPr/>
          </p:nvSpPr>
          <p:spPr>
            <a:xfrm>
              <a:off x="2883500" y="3422550"/>
              <a:ext cx="1336825" cy="1336825"/>
            </a:xfrm>
            <a:custGeom>
              <a:avLst/>
              <a:gdLst/>
              <a:ahLst/>
              <a:cxnLst/>
              <a:rect l="l" t="t" r="r" b="b"/>
              <a:pathLst>
                <a:path w="53473" h="53473" extrusionOk="0">
                  <a:moveTo>
                    <a:pt x="121" y="1"/>
                  </a:moveTo>
                  <a:cubicBezTo>
                    <a:pt x="121" y="1"/>
                    <a:pt x="81" y="81"/>
                    <a:pt x="81" y="81"/>
                  </a:cubicBezTo>
                  <a:cubicBezTo>
                    <a:pt x="41" y="122"/>
                    <a:pt x="0" y="122"/>
                    <a:pt x="0" y="162"/>
                  </a:cubicBezTo>
                  <a:lnTo>
                    <a:pt x="53311" y="53473"/>
                  </a:lnTo>
                  <a:cubicBezTo>
                    <a:pt x="53311" y="53473"/>
                    <a:pt x="53392" y="53433"/>
                    <a:pt x="53392" y="53433"/>
                  </a:cubicBezTo>
                  <a:cubicBezTo>
                    <a:pt x="53432" y="53392"/>
                    <a:pt x="53432" y="53392"/>
                    <a:pt x="53473" y="533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42"/>
            <p:cNvSpPr/>
            <p:nvPr/>
          </p:nvSpPr>
          <p:spPr>
            <a:xfrm>
              <a:off x="2817975" y="3495150"/>
              <a:ext cx="1329775" cy="1329775"/>
            </a:xfrm>
            <a:custGeom>
              <a:avLst/>
              <a:gdLst/>
              <a:ahLst/>
              <a:cxnLst/>
              <a:rect l="l" t="t" r="r" b="b"/>
              <a:pathLst>
                <a:path w="53191" h="53191" extrusionOk="0">
                  <a:moveTo>
                    <a:pt x="121" y="0"/>
                  </a:moveTo>
                  <a:cubicBezTo>
                    <a:pt x="81" y="41"/>
                    <a:pt x="41" y="121"/>
                    <a:pt x="0" y="161"/>
                  </a:cubicBezTo>
                  <a:lnTo>
                    <a:pt x="53029" y="53190"/>
                  </a:lnTo>
                  <a:cubicBezTo>
                    <a:pt x="53110" y="53150"/>
                    <a:pt x="53150" y="53109"/>
                    <a:pt x="53190" y="53069"/>
                  </a:cubicBezTo>
                  <a:lnTo>
                    <a:pt x="1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2"/>
            <p:cNvSpPr/>
            <p:nvPr/>
          </p:nvSpPr>
          <p:spPr>
            <a:xfrm>
              <a:off x="2760500" y="3574775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81" y="1"/>
                  </a:moveTo>
                  <a:cubicBezTo>
                    <a:pt x="41" y="82"/>
                    <a:pt x="41" y="122"/>
                    <a:pt x="1" y="162"/>
                  </a:cubicBezTo>
                  <a:lnTo>
                    <a:pt x="52142" y="52344"/>
                  </a:lnTo>
                  <a:cubicBezTo>
                    <a:pt x="52182" y="52304"/>
                    <a:pt x="52263" y="52263"/>
                    <a:pt x="52303" y="52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42"/>
            <p:cNvSpPr/>
            <p:nvPr/>
          </p:nvSpPr>
          <p:spPr>
            <a:xfrm>
              <a:off x="2710100" y="366250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81" y="0"/>
                  </a:moveTo>
                  <a:cubicBezTo>
                    <a:pt x="41" y="41"/>
                    <a:pt x="41" y="121"/>
                    <a:pt x="0" y="162"/>
                  </a:cubicBezTo>
                  <a:lnTo>
                    <a:pt x="50650" y="50851"/>
                  </a:lnTo>
                  <a:cubicBezTo>
                    <a:pt x="50690" y="50811"/>
                    <a:pt x="50771" y="50771"/>
                    <a:pt x="50851" y="50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42"/>
            <p:cNvSpPr/>
            <p:nvPr/>
          </p:nvSpPr>
          <p:spPr>
            <a:xfrm>
              <a:off x="2667750" y="375827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81" y="0"/>
                  </a:moveTo>
                  <a:cubicBezTo>
                    <a:pt x="41" y="41"/>
                    <a:pt x="41" y="121"/>
                    <a:pt x="1" y="202"/>
                  </a:cubicBezTo>
                  <a:lnTo>
                    <a:pt x="48513" y="48674"/>
                  </a:lnTo>
                  <a:cubicBezTo>
                    <a:pt x="48553" y="48633"/>
                    <a:pt x="48634" y="48633"/>
                    <a:pt x="48674" y="485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2"/>
            <p:cNvSpPr/>
            <p:nvPr/>
          </p:nvSpPr>
          <p:spPr>
            <a:xfrm>
              <a:off x="2635500" y="3863125"/>
              <a:ext cx="1144275" cy="1144275"/>
            </a:xfrm>
            <a:custGeom>
              <a:avLst/>
              <a:gdLst/>
              <a:ahLst/>
              <a:cxnLst/>
              <a:rect l="l" t="t" r="r" b="b"/>
              <a:pathLst>
                <a:path w="45771" h="45771" extrusionOk="0">
                  <a:moveTo>
                    <a:pt x="41" y="0"/>
                  </a:moveTo>
                  <a:cubicBezTo>
                    <a:pt x="41" y="81"/>
                    <a:pt x="0" y="121"/>
                    <a:pt x="0" y="202"/>
                  </a:cubicBezTo>
                  <a:lnTo>
                    <a:pt x="45569" y="45770"/>
                  </a:lnTo>
                  <a:cubicBezTo>
                    <a:pt x="45649" y="45770"/>
                    <a:pt x="45730" y="45730"/>
                    <a:pt x="45770" y="45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2"/>
            <p:cNvSpPr/>
            <p:nvPr/>
          </p:nvSpPr>
          <p:spPr>
            <a:xfrm>
              <a:off x="2615325" y="398005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1" y="1"/>
                  </a:moveTo>
                  <a:cubicBezTo>
                    <a:pt x="1" y="82"/>
                    <a:pt x="1" y="162"/>
                    <a:pt x="1" y="243"/>
                  </a:cubicBezTo>
                  <a:lnTo>
                    <a:pt x="41657" y="41940"/>
                  </a:lnTo>
                  <a:cubicBezTo>
                    <a:pt x="41738" y="41900"/>
                    <a:pt x="41859" y="41900"/>
                    <a:pt x="41940" y="41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2"/>
            <p:cNvSpPr/>
            <p:nvPr/>
          </p:nvSpPr>
          <p:spPr>
            <a:xfrm>
              <a:off x="2609275" y="4111125"/>
              <a:ext cx="922500" cy="922475"/>
            </a:xfrm>
            <a:custGeom>
              <a:avLst/>
              <a:gdLst/>
              <a:ahLst/>
              <a:cxnLst/>
              <a:rect l="l" t="t" r="r" b="b"/>
              <a:pathLst>
                <a:path w="36900" h="36899" extrusionOk="0">
                  <a:moveTo>
                    <a:pt x="1" y="0"/>
                  </a:moveTo>
                  <a:cubicBezTo>
                    <a:pt x="1" y="81"/>
                    <a:pt x="1" y="202"/>
                    <a:pt x="1" y="283"/>
                  </a:cubicBezTo>
                  <a:lnTo>
                    <a:pt x="36617" y="36899"/>
                  </a:lnTo>
                  <a:cubicBezTo>
                    <a:pt x="36697" y="36899"/>
                    <a:pt x="36818" y="36899"/>
                    <a:pt x="36899" y="3689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2"/>
            <p:cNvSpPr/>
            <p:nvPr/>
          </p:nvSpPr>
          <p:spPr>
            <a:xfrm>
              <a:off x="2625400" y="4264350"/>
              <a:ext cx="753125" cy="754125"/>
            </a:xfrm>
            <a:custGeom>
              <a:avLst/>
              <a:gdLst/>
              <a:ahLst/>
              <a:cxnLst/>
              <a:rect l="l" t="t" r="r" b="b"/>
              <a:pathLst>
                <a:path w="30125" h="30165" extrusionOk="0">
                  <a:moveTo>
                    <a:pt x="1" y="1"/>
                  </a:moveTo>
                  <a:cubicBezTo>
                    <a:pt x="1" y="122"/>
                    <a:pt x="41" y="243"/>
                    <a:pt x="41" y="364"/>
                  </a:cubicBezTo>
                  <a:lnTo>
                    <a:pt x="29762" y="30084"/>
                  </a:lnTo>
                  <a:cubicBezTo>
                    <a:pt x="29883" y="30124"/>
                    <a:pt x="30004" y="30124"/>
                    <a:pt x="30124" y="301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2"/>
            <p:cNvSpPr/>
            <p:nvPr/>
          </p:nvSpPr>
          <p:spPr>
            <a:xfrm>
              <a:off x="2684900" y="4462975"/>
              <a:ext cx="495025" cy="495025"/>
            </a:xfrm>
            <a:custGeom>
              <a:avLst/>
              <a:gdLst/>
              <a:ahLst/>
              <a:cxnLst/>
              <a:rect l="l" t="t" r="r" b="b"/>
              <a:pathLst>
                <a:path w="19801" h="19801" extrusionOk="0">
                  <a:moveTo>
                    <a:pt x="0" y="0"/>
                  </a:moveTo>
                  <a:cubicBezTo>
                    <a:pt x="81" y="161"/>
                    <a:pt x="161" y="323"/>
                    <a:pt x="242" y="484"/>
                  </a:cubicBezTo>
                  <a:lnTo>
                    <a:pt x="19316" y="19599"/>
                  </a:lnTo>
                  <a:cubicBezTo>
                    <a:pt x="19478" y="19639"/>
                    <a:pt x="19639" y="19720"/>
                    <a:pt x="19800" y="198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5" name="Google Shape;1115;p42"/>
          <p:cNvSpPr/>
          <p:nvPr/>
        </p:nvSpPr>
        <p:spPr>
          <a:xfrm rot="10800000">
            <a:off x="5857425" y="-78300"/>
            <a:ext cx="3429000" cy="851400"/>
          </a:xfrm>
          <a:prstGeom prst="round1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4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1121" name="Google Shape;1121;p43"/>
          <p:cNvSpPr txBox="1">
            <a:spLocks noGrp="1"/>
          </p:cNvSpPr>
          <p:nvPr>
            <p:ph type="subTitle" idx="1"/>
          </p:nvPr>
        </p:nvSpPr>
        <p:spPr>
          <a:xfrm>
            <a:off x="826450" y="2085250"/>
            <a:ext cx="3516600" cy="17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[[paragraph_1]]</a:t>
            </a:r>
          </a:p>
        </p:txBody>
      </p:sp>
      <p:sp>
        <p:nvSpPr>
          <p:cNvPr id="1122" name="Google Shape;1122;p43"/>
          <p:cNvSpPr txBox="1">
            <a:spLocks noGrp="1"/>
          </p:cNvSpPr>
          <p:nvPr>
            <p:ph type="subTitle" idx="2"/>
          </p:nvPr>
        </p:nvSpPr>
        <p:spPr>
          <a:xfrm>
            <a:off x="4800925" y="2085250"/>
            <a:ext cx="3516600" cy="17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[[paragraph_2]]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4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1128" name="Google Shape;1128;p44"/>
          <p:cNvSpPr txBox="1">
            <a:spLocks noGrp="1"/>
          </p:cNvSpPr>
          <p:nvPr>
            <p:ph type="body" idx="1"/>
          </p:nvPr>
        </p:nvSpPr>
        <p:spPr>
          <a:xfrm>
            <a:off x="722400" y="2086725"/>
            <a:ext cx="4136700" cy="18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[[intro_text]]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t>[[bullet_1]]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>[[bullet_2]]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>[[bullet_3]]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200"/>
              </a:spcAft>
              <a:buNone/>
            </a:pPr>
            <a:r>
              <a:t>[[bullet_4]]</a:t>
            </a:r>
            <a:endParaRPr/>
          </a:p>
        </p:txBody>
      </p:sp>
      <p:grpSp>
        <p:nvGrpSpPr>
          <p:cNvPr id="1129" name="Google Shape;1129;p44"/>
          <p:cNvGrpSpPr/>
          <p:nvPr/>
        </p:nvGrpSpPr>
        <p:grpSpPr>
          <a:xfrm>
            <a:off x="5309025" y="1748650"/>
            <a:ext cx="3834975" cy="3394725"/>
            <a:chOff x="5309025" y="1748650"/>
            <a:chExt cx="3834975" cy="3394725"/>
          </a:xfrm>
        </p:grpSpPr>
        <p:sp>
          <p:nvSpPr>
            <p:cNvPr id="1130" name="Google Shape;1130;p44"/>
            <p:cNvSpPr/>
            <p:nvPr/>
          </p:nvSpPr>
          <p:spPr>
            <a:xfrm flipH="1">
              <a:off x="6093300" y="2443375"/>
              <a:ext cx="3050700" cy="27000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131" name="Google Shape;1131;p44"/>
            <p:cNvSpPr/>
            <p:nvPr/>
          </p:nvSpPr>
          <p:spPr>
            <a:xfrm>
              <a:off x="5309025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1132" name="Google Shape;1132;p44"/>
            <p:cNvGrpSpPr/>
            <p:nvPr/>
          </p:nvGrpSpPr>
          <p:grpSpPr>
            <a:xfrm>
              <a:off x="7041175" y="1748650"/>
              <a:ext cx="986125" cy="2095500"/>
              <a:chOff x="7631225" y="2241175"/>
              <a:chExt cx="986125" cy="2095500"/>
            </a:xfrm>
          </p:grpSpPr>
          <p:cxnSp>
            <p:nvCxnSpPr>
              <p:cNvPr id="1133" name="Google Shape;1133;p44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4" name="Google Shape;1134;p44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5" name="Google Shape;1135;p44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6" name="Google Shape;1136;p44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7" name="Google Shape;1137;p44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8" name="Google Shape;1138;p44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9" name="Google Shape;1139;p44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0" name="Google Shape;1140;p44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1" name="Google Shape;1141;p44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2" name="Google Shape;1142;p44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3" name="Google Shape;1143;p44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4" name="Google Shape;1144;p44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5" name="Google Shape;1145;p44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6" name="Google Shape;1146;p44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4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1152" name="Google Shape;1152;p45"/>
          <p:cNvSpPr txBox="1">
            <a:spLocks noGrp="1"/>
          </p:cNvSpPr>
          <p:nvPr>
            <p:ph type="subTitle" idx="1"/>
          </p:nvPr>
        </p:nvSpPr>
        <p:spPr>
          <a:xfrm>
            <a:off x="991525" y="2867950"/>
            <a:ext cx="31890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[[left_text]]</a:t>
            </a:r>
          </a:p>
        </p:txBody>
      </p:sp>
      <p:sp>
        <p:nvSpPr>
          <p:cNvPr id="1153" name="Google Shape;1153;p45"/>
          <p:cNvSpPr txBox="1">
            <a:spLocks noGrp="1"/>
          </p:cNvSpPr>
          <p:nvPr>
            <p:ph type="subTitle" idx="2"/>
          </p:nvPr>
        </p:nvSpPr>
        <p:spPr>
          <a:xfrm>
            <a:off x="4963503" y="2867950"/>
            <a:ext cx="31890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[[right_text]]</a:t>
            </a:r>
          </a:p>
        </p:txBody>
      </p:sp>
      <p:sp>
        <p:nvSpPr>
          <p:cNvPr id="1154" name="Google Shape;1154;p45"/>
          <p:cNvSpPr txBox="1">
            <a:spLocks noGrp="1"/>
          </p:cNvSpPr>
          <p:nvPr>
            <p:ph type="subTitle" idx="3"/>
          </p:nvPr>
        </p:nvSpPr>
        <p:spPr>
          <a:xfrm>
            <a:off x="991525" y="2567475"/>
            <a:ext cx="31890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[[left_heading]]</a:t>
            </a:r>
          </a:p>
        </p:txBody>
      </p:sp>
      <p:sp>
        <p:nvSpPr>
          <p:cNvPr id="1155" name="Google Shape;1155;p45"/>
          <p:cNvSpPr txBox="1">
            <a:spLocks noGrp="1"/>
          </p:cNvSpPr>
          <p:nvPr>
            <p:ph type="subTitle" idx="4"/>
          </p:nvPr>
        </p:nvSpPr>
        <p:spPr>
          <a:xfrm>
            <a:off x="4963514" y="2567475"/>
            <a:ext cx="31890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[[right_heading]]</a:t>
            </a:r>
          </a:p>
        </p:txBody>
      </p:sp>
      <p:sp>
        <p:nvSpPr>
          <p:cNvPr id="1156" name="Google Shape;1156;p45"/>
          <p:cNvSpPr/>
          <p:nvPr/>
        </p:nvSpPr>
        <p:spPr>
          <a:xfrm>
            <a:off x="1095900" y="1590888"/>
            <a:ext cx="879000" cy="879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57" name="Google Shape;1157;p45"/>
          <p:cNvSpPr/>
          <p:nvPr/>
        </p:nvSpPr>
        <p:spPr>
          <a:xfrm>
            <a:off x="5049304" y="1590888"/>
            <a:ext cx="879000" cy="879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58" name="Google Shape;1158;p45"/>
          <p:cNvSpPr/>
          <p:nvPr/>
        </p:nvSpPr>
        <p:spPr>
          <a:xfrm>
            <a:off x="1322733" y="1818997"/>
            <a:ext cx="425343" cy="422781"/>
          </a:xfrm>
          <a:custGeom>
            <a:avLst/>
            <a:gdLst/>
            <a:ahLst/>
            <a:cxnLst/>
            <a:rect l="l" t="t" r="r" b="b"/>
            <a:pathLst>
              <a:path w="11784" h="11713" extrusionOk="0">
                <a:moveTo>
                  <a:pt x="5136" y="4128"/>
                </a:moveTo>
                <a:cubicBezTo>
                  <a:pt x="5671" y="4128"/>
                  <a:pt x="6112" y="4569"/>
                  <a:pt x="6144" y="5136"/>
                </a:cubicBezTo>
                <a:lnTo>
                  <a:pt x="5230" y="4853"/>
                </a:lnTo>
                <a:cubicBezTo>
                  <a:pt x="5198" y="4839"/>
                  <a:pt x="5165" y="4832"/>
                  <a:pt x="5131" y="4832"/>
                </a:cubicBezTo>
                <a:cubicBezTo>
                  <a:pt x="4934" y="4832"/>
                  <a:pt x="4735" y="5052"/>
                  <a:pt x="4789" y="5294"/>
                </a:cubicBezTo>
                <a:lnTo>
                  <a:pt x="5073" y="6239"/>
                </a:lnTo>
                <a:cubicBezTo>
                  <a:pt x="4537" y="6176"/>
                  <a:pt x="4096" y="5703"/>
                  <a:pt x="4096" y="5168"/>
                </a:cubicBezTo>
                <a:cubicBezTo>
                  <a:pt x="4096" y="4601"/>
                  <a:pt x="4569" y="4128"/>
                  <a:pt x="5136" y="4128"/>
                </a:cubicBezTo>
                <a:close/>
                <a:moveTo>
                  <a:pt x="5199" y="2364"/>
                </a:moveTo>
                <a:cubicBezTo>
                  <a:pt x="6680" y="2364"/>
                  <a:pt x="7940" y="3592"/>
                  <a:pt x="7940" y="5136"/>
                </a:cubicBezTo>
                <a:cubicBezTo>
                  <a:pt x="7940" y="5294"/>
                  <a:pt x="7940" y="5388"/>
                  <a:pt x="7908" y="5546"/>
                </a:cubicBezTo>
                <a:lnTo>
                  <a:pt x="6932" y="5294"/>
                </a:lnTo>
                <a:lnTo>
                  <a:pt x="6932" y="5136"/>
                </a:lnTo>
                <a:cubicBezTo>
                  <a:pt x="6806" y="4223"/>
                  <a:pt x="6049" y="3466"/>
                  <a:pt x="5104" y="3466"/>
                </a:cubicBezTo>
                <a:cubicBezTo>
                  <a:pt x="4159" y="3466"/>
                  <a:pt x="3435" y="4223"/>
                  <a:pt x="3435" y="5168"/>
                </a:cubicBezTo>
                <a:cubicBezTo>
                  <a:pt x="3435" y="5609"/>
                  <a:pt x="3624" y="6081"/>
                  <a:pt x="3939" y="6396"/>
                </a:cubicBezTo>
                <a:cubicBezTo>
                  <a:pt x="4254" y="6743"/>
                  <a:pt x="4695" y="6900"/>
                  <a:pt x="5167" y="6900"/>
                </a:cubicBezTo>
                <a:lnTo>
                  <a:pt x="5325" y="6900"/>
                </a:lnTo>
                <a:lnTo>
                  <a:pt x="5577" y="7877"/>
                </a:lnTo>
                <a:cubicBezTo>
                  <a:pt x="5482" y="7909"/>
                  <a:pt x="5325" y="7909"/>
                  <a:pt x="5199" y="7909"/>
                </a:cubicBezTo>
                <a:cubicBezTo>
                  <a:pt x="3687" y="7909"/>
                  <a:pt x="2426" y="6648"/>
                  <a:pt x="2426" y="5136"/>
                </a:cubicBezTo>
                <a:cubicBezTo>
                  <a:pt x="2426" y="3624"/>
                  <a:pt x="3655" y="2364"/>
                  <a:pt x="5199" y="2364"/>
                </a:cubicBezTo>
                <a:close/>
                <a:moveTo>
                  <a:pt x="5167" y="726"/>
                </a:moveTo>
                <a:cubicBezTo>
                  <a:pt x="7940" y="726"/>
                  <a:pt x="10051" y="3277"/>
                  <a:pt x="9515" y="6018"/>
                </a:cubicBezTo>
                <a:lnTo>
                  <a:pt x="8507" y="5766"/>
                </a:lnTo>
                <a:cubicBezTo>
                  <a:pt x="8538" y="5546"/>
                  <a:pt x="8538" y="5357"/>
                  <a:pt x="8538" y="5136"/>
                </a:cubicBezTo>
                <a:cubicBezTo>
                  <a:pt x="8538" y="3246"/>
                  <a:pt x="7026" y="1702"/>
                  <a:pt x="5104" y="1702"/>
                </a:cubicBezTo>
                <a:cubicBezTo>
                  <a:pt x="3214" y="1702"/>
                  <a:pt x="1702" y="3246"/>
                  <a:pt x="1702" y="5136"/>
                </a:cubicBezTo>
                <a:cubicBezTo>
                  <a:pt x="1702" y="7027"/>
                  <a:pt x="3214" y="8602"/>
                  <a:pt x="5104" y="8602"/>
                </a:cubicBezTo>
                <a:cubicBezTo>
                  <a:pt x="5325" y="8602"/>
                  <a:pt x="5514" y="8602"/>
                  <a:pt x="5703" y="8539"/>
                </a:cubicBezTo>
                <a:lnTo>
                  <a:pt x="5986" y="9578"/>
                </a:lnTo>
                <a:cubicBezTo>
                  <a:pt x="5695" y="9636"/>
                  <a:pt x="5405" y="9664"/>
                  <a:pt x="5119" y="9664"/>
                </a:cubicBezTo>
                <a:cubicBezTo>
                  <a:pt x="2751" y="9664"/>
                  <a:pt x="694" y="7758"/>
                  <a:pt x="694" y="5199"/>
                </a:cubicBezTo>
                <a:cubicBezTo>
                  <a:pt x="694" y="2679"/>
                  <a:pt x="2773" y="726"/>
                  <a:pt x="5167" y="726"/>
                </a:cubicBezTo>
                <a:close/>
                <a:moveTo>
                  <a:pt x="5671" y="5672"/>
                </a:moveTo>
                <a:lnTo>
                  <a:pt x="5671" y="5672"/>
                </a:lnTo>
                <a:cubicBezTo>
                  <a:pt x="10240" y="6964"/>
                  <a:pt x="9578" y="6774"/>
                  <a:pt x="9704" y="6806"/>
                </a:cubicBezTo>
                <a:lnTo>
                  <a:pt x="8853" y="7373"/>
                </a:lnTo>
                <a:cubicBezTo>
                  <a:pt x="8664" y="7499"/>
                  <a:pt x="8664" y="7751"/>
                  <a:pt x="8822" y="7877"/>
                </a:cubicBezTo>
                <a:lnTo>
                  <a:pt x="10964" y="9956"/>
                </a:lnTo>
                <a:cubicBezTo>
                  <a:pt x="11027" y="10114"/>
                  <a:pt x="11027" y="10335"/>
                  <a:pt x="10901" y="10492"/>
                </a:cubicBezTo>
                <a:lnTo>
                  <a:pt x="10429" y="10965"/>
                </a:lnTo>
                <a:cubicBezTo>
                  <a:pt x="10366" y="11012"/>
                  <a:pt x="10279" y="11035"/>
                  <a:pt x="10192" y="11035"/>
                </a:cubicBezTo>
                <a:cubicBezTo>
                  <a:pt x="10106" y="11035"/>
                  <a:pt x="10019" y="11012"/>
                  <a:pt x="9956" y="10965"/>
                </a:cubicBezTo>
                <a:lnTo>
                  <a:pt x="7845" y="8854"/>
                </a:lnTo>
                <a:cubicBezTo>
                  <a:pt x="7777" y="8786"/>
                  <a:pt x="7691" y="8753"/>
                  <a:pt x="7606" y="8753"/>
                </a:cubicBezTo>
                <a:cubicBezTo>
                  <a:pt x="7493" y="8753"/>
                  <a:pt x="7381" y="8809"/>
                  <a:pt x="7310" y="8917"/>
                </a:cubicBezTo>
                <a:cubicBezTo>
                  <a:pt x="7247" y="8980"/>
                  <a:pt x="6806" y="9641"/>
                  <a:pt x="6774" y="9736"/>
                </a:cubicBezTo>
                <a:cubicBezTo>
                  <a:pt x="6680" y="9484"/>
                  <a:pt x="5703" y="5861"/>
                  <a:pt x="5671" y="5672"/>
                </a:cubicBezTo>
                <a:close/>
                <a:moveTo>
                  <a:pt x="5104" y="1"/>
                </a:moveTo>
                <a:cubicBezTo>
                  <a:pt x="2363" y="1"/>
                  <a:pt x="0" y="2238"/>
                  <a:pt x="0" y="5168"/>
                </a:cubicBezTo>
                <a:cubicBezTo>
                  <a:pt x="0" y="8066"/>
                  <a:pt x="2332" y="10303"/>
                  <a:pt x="5104" y="10303"/>
                </a:cubicBezTo>
                <a:cubicBezTo>
                  <a:pt x="5482" y="10303"/>
                  <a:pt x="5797" y="10272"/>
                  <a:pt x="6144" y="10208"/>
                </a:cubicBezTo>
                <a:lnTo>
                  <a:pt x="6270" y="10587"/>
                </a:lnTo>
                <a:cubicBezTo>
                  <a:pt x="6307" y="10755"/>
                  <a:pt x="6444" y="10845"/>
                  <a:pt x="6596" y="10845"/>
                </a:cubicBezTo>
                <a:cubicBezTo>
                  <a:pt x="6700" y="10845"/>
                  <a:pt x="6810" y="10802"/>
                  <a:pt x="6900" y="10713"/>
                </a:cubicBezTo>
                <a:lnTo>
                  <a:pt x="7625" y="9610"/>
                </a:lnTo>
                <a:lnTo>
                  <a:pt x="9483" y="11406"/>
                </a:lnTo>
                <a:cubicBezTo>
                  <a:pt x="9688" y="11610"/>
                  <a:pt x="9956" y="11713"/>
                  <a:pt x="10220" y="11713"/>
                </a:cubicBezTo>
                <a:cubicBezTo>
                  <a:pt x="10484" y="11713"/>
                  <a:pt x="10744" y="11610"/>
                  <a:pt x="10933" y="11406"/>
                </a:cubicBezTo>
                <a:lnTo>
                  <a:pt x="11405" y="10933"/>
                </a:lnTo>
                <a:cubicBezTo>
                  <a:pt x="11783" y="10555"/>
                  <a:pt x="11783" y="9893"/>
                  <a:pt x="11374" y="9484"/>
                </a:cubicBezTo>
                <a:lnTo>
                  <a:pt x="9515" y="7720"/>
                </a:lnTo>
                <a:lnTo>
                  <a:pt x="10618" y="6964"/>
                </a:lnTo>
                <a:cubicBezTo>
                  <a:pt x="10870" y="6806"/>
                  <a:pt x="10838" y="6428"/>
                  <a:pt x="10555" y="6333"/>
                </a:cubicBezTo>
                <a:lnTo>
                  <a:pt x="10145" y="6239"/>
                </a:lnTo>
                <a:cubicBezTo>
                  <a:pt x="10303" y="5483"/>
                  <a:pt x="10271" y="4695"/>
                  <a:pt x="10082" y="3908"/>
                </a:cubicBezTo>
                <a:cubicBezTo>
                  <a:pt x="9483" y="1576"/>
                  <a:pt x="7436" y="1"/>
                  <a:pt x="510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9" name="Google Shape;1159;p45"/>
          <p:cNvGrpSpPr/>
          <p:nvPr/>
        </p:nvGrpSpPr>
        <p:grpSpPr>
          <a:xfrm>
            <a:off x="5277256" y="1819990"/>
            <a:ext cx="423069" cy="420796"/>
            <a:chOff x="-5635200" y="2037975"/>
            <a:chExt cx="293025" cy="291450"/>
          </a:xfrm>
        </p:grpSpPr>
        <p:sp>
          <p:nvSpPr>
            <p:cNvPr id="1160" name="Google Shape;1160;p45"/>
            <p:cNvSpPr/>
            <p:nvPr/>
          </p:nvSpPr>
          <p:spPr>
            <a:xfrm>
              <a:off x="-5635200" y="2037975"/>
              <a:ext cx="293025" cy="291450"/>
            </a:xfrm>
            <a:custGeom>
              <a:avLst/>
              <a:gdLst/>
              <a:ahLst/>
              <a:cxnLst/>
              <a:rect l="l" t="t" r="r" b="b"/>
              <a:pathLst>
                <a:path w="11721" h="11658" extrusionOk="0">
                  <a:moveTo>
                    <a:pt x="2395" y="725"/>
                  </a:moveTo>
                  <a:cubicBezTo>
                    <a:pt x="2930" y="725"/>
                    <a:pt x="3403" y="1197"/>
                    <a:pt x="3403" y="1733"/>
                  </a:cubicBezTo>
                  <a:cubicBezTo>
                    <a:pt x="3403" y="2300"/>
                    <a:pt x="2930" y="2773"/>
                    <a:pt x="2395" y="2773"/>
                  </a:cubicBezTo>
                  <a:cubicBezTo>
                    <a:pt x="1828" y="2773"/>
                    <a:pt x="1355" y="2300"/>
                    <a:pt x="1355" y="1733"/>
                  </a:cubicBezTo>
                  <a:cubicBezTo>
                    <a:pt x="1355" y="1197"/>
                    <a:pt x="1828" y="725"/>
                    <a:pt x="2395" y="725"/>
                  </a:cubicBezTo>
                  <a:close/>
                  <a:moveTo>
                    <a:pt x="10303" y="725"/>
                  </a:moveTo>
                  <a:lnTo>
                    <a:pt x="10303" y="6585"/>
                  </a:lnTo>
                  <a:lnTo>
                    <a:pt x="10334" y="6585"/>
                  </a:lnTo>
                  <a:cubicBezTo>
                    <a:pt x="10334" y="6774"/>
                    <a:pt x="10177" y="6931"/>
                    <a:pt x="9988" y="6931"/>
                  </a:cubicBezTo>
                  <a:lnTo>
                    <a:pt x="4789" y="6931"/>
                  </a:lnTo>
                  <a:lnTo>
                    <a:pt x="4789" y="5167"/>
                  </a:lnTo>
                  <a:cubicBezTo>
                    <a:pt x="4789" y="4253"/>
                    <a:pt x="4285" y="3434"/>
                    <a:pt x="3498" y="3025"/>
                  </a:cubicBezTo>
                  <a:cubicBezTo>
                    <a:pt x="3844" y="2710"/>
                    <a:pt x="4096" y="2237"/>
                    <a:pt x="4096" y="1733"/>
                  </a:cubicBezTo>
                  <a:cubicBezTo>
                    <a:pt x="4096" y="1355"/>
                    <a:pt x="3970" y="977"/>
                    <a:pt x="3718" y="725"/>
                  </a:cubicBezTo>
                  <a:close/>
                  <a:moveTo>
                    <a:pt x="2710" y="3466"/>
                  </a:moveTo>
                  <a:cubicBezTo>
                    <a:pt x="3498" y="3623"/>
                    <a:pt x="4096" y="4316"/>
                    <a:pt x="4096" y="5167"/>
                  </a:cubicBezTo>
                  <a:lnTo>
                    <a:pt x="4096" y="7246"/>
                  </a:lnTo>
                  <a:cubicBezTo>
                    <a:pt x="4128" y="7435"/>
                    <a:pt x="3970" y="7593"/>
                    <a:pt x="3750" y="7593"/>
                  </a:cubicBezTo>
                  <a:cubicBezTo>
                    <a:pt x="3561" y="7593"/>
                    <a:pt x="3403" y="7750"/>
                    <a:pt x="3403" y="7971"/>
                  </a:cubicBezTo>
                  <a:lnTo>
                    <a:pt x="3403" y="10712"/>
                  </a:lnTo>
                  <a:cubicBezTo>
                    <a:pt x="3403" y="10901"/>
                    <a:pt x="3246" y="11058"/>
                    <a:pt x="3056" y="11058"/>
                  </a:cubicBezTo>
                  <a:lnTo>
                    <a:pt x="1670" y="11058"/>
                  </a:lnTo>
                  <a:cubicBezTo>
                    <a:pt x="1481" y="11058"/>
                    <a:pt x="1324" y="10901"/>
                    <a:pt x="1324" y="10712"/>
                  </a:cubicBezTo>
                  <a:lnTo>
                    <a:pt x="1324" y="7971"/>
                  </a:lnTo>
                  <a:cubicBezTo>
                    <a:pt x="1324" y="7750"/>
                    <a:pt x="1166" y="7593"/>
                    <a:pt x="977" y="7593"/>
                  </a:cubicBezTo>
                  <a:cubicBezTo>
                    <a:pt x="788" y="7593"/>
                    <a:pt x="631" y="7435"/>
                    <a:pt x="631" y="7246"/>
                  </a:cubicBezTo>
                  <a:lnTo>
                    <a:pt x="631" y="5167"/>
                  </a:lnTo>
                  <a:cubicBezTo>
                    <a:pt x="631" y="4316"/>
                    <a:pt x="1198" y="3623"/>
                    <a:pt x="1985" y="3466"/>
                  </a:cubicBezTo>
                  <a:lnTo>
                    <a:pt x="1985" y="5829"/>
                  </a:lnTo>
                  <a:cubicBezTo>
                    <a:pt x="1985" y="6018"/>
                    <a:pt x="2143" y="6175"/>
                    <a:pt x="2363" y="6175"/>
                  </a:cubicBezTo>
                  <a:cubicBezTo>
                    <a:pt x="2552" y="6175"/>
                    <a:pt x="2710" y="6018"/>
                    <a:pt x="2710" y="5829"/>
                  </a:cubicBezTo>
                  <a:lnTo>
                    <a:pt x="2710" y="3466"/>
                  </a:lnTo>
                  <a:close/>
                  <a:moveTo>
                    <a:pt x="2395" y="0"/>
                  </a:moveTo>
                  <a:cubicBezTo>
                    <a:pt x="1450" y="0"/>
                    <a:pt x="694" y="756"/>
                    <a:pt x="694" y="1702"/>
                  </a:cubicBezTo>
                  <a:cubicBezTo>
                    <a:pt x="694" y="2206"/>
                    <a:pt x="946" y="2678"/>
                    <a:pt x="1292" y="2993"/>
                  </a:cubicBezTo>
                  <a:cubicBezTo>
                    <a:pt x="536" y="3403"/>
                    <a:pt x="1" y="4222"/>
                    <a:pt x="1" y="5136"/>
                  </a:cubicBezTo>
                  <a:lnTo>
                    <a:pt x="1" y="7215"/>
                  </a:lnTo>
                  <a:cubicBezTo>
                    <a:pt x="1" y="7656"/>
                    <a:pt x="253" y="8034"/>
                    <a:pt x="662" y="8192"/>
                  </a:cubicBezTo>
                  <a:lnTo>
                    <a:pt x="662" y="10649"/>
                  </a:lnTo>
                  <a:cubicBezTo>
                    <a:pt x="662" y="11184"/>
                    <a:pt x="1135" y="11657"/>
                    <a:pt x="1670" y="11657"/>
                  </a:cubicBezTo>
                  <a:lnTo>
                    <a:pt x="3056" y="11657"/>
                  </a:lnTo>
                  <a:cubicBezTo>
                    <a:pt x="3624" y="11657"/>
                    <a:pt x="4096" y="11184"/>
                    <a:pt x="4096" y="10649"/>
                  </a:cubicBezTo>
                  <a:lnTo>
                    <a:pt x="4096" y="8192"/>
                  </a:lnTo>
                  <a:cubicBezTo>
                    <a:pt x="4348" y="8065"/>
                    <a:pt x="4600" y="7876"/>
                    <a:pt x="4726" y="7561"/>
                  </a:cubicBezTo>
                  <a:lnTo>
                    <a:pt x="9988" y="7561"/>
                  </a:lnTo>
                  <a:cubicBezTo>
                    <a:pt x="10555" y="7561"/>
                    <a:pt x="11027" y="7089"/>
                    <a:pt x="11027" y="6553"/>
                  </a:cubicBezTo>
                  <a:lnTo>
                    <a:pt x="11027" y="662"/>
                  </a:lnTo>
                  <a:lnTo>
                    <a:pt x="11374" y="662"/>
                  </a:lnTo>
                  <a:cubicBezTo>
                    <a:pt x="11563" y="662"/>
                    <a:pt x="11720" y="504"/>
                    <a:pt x="11720" y="315"/>
                  </a:cubicBezTo>
                  <a:cubicBezTo>
                    <a:pt x="11720" y="158"/>
                    <a:pt x="11563" y="0"/>
                    <a:pt x="113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5"/>
            <p:cNvSpPr/>
            <p:nvPr/>
          </p:nvSpPr>
          <p:spPr>
            <a:xfrm>
              <a:off x="-5496575" y="2072625"/>
              <a:ext cx="102425" cy="102425"/>
            </a:xfrm>
            <a:custGeom>
              <a:avLst/>
              <a:gdLst/>
              <a:ahLst/>
              <a:cxnLst/>
              <a:rect l="l" t="t" r="r" b="b"/>
              <a:pathLst>
                <a:path w="4097" h="4097" extrusionOk="0">
                  <a:moveTo>
                    <a:pt x="2395" y="725"/>
                  </a:moveTo>
                  <a:cubicBezTo>
                    <a:pt x="2867" y="851"/>
                    <a:pt x="3245" y="1229"/>
                    <a:pt x="3371" y="1733"/>
                  </a:cubicBezTo>
                  <a:lnTo>
                    <a:pt x="2395" y="1733"/>
                  </a:lnTo>
                  <a:lnTo>
                    <a:pt x="2395" y="725"/>
                  </a:lnTo>
                  <a:close/>
                  <a:moveTo>
                    <a:pt x="1733" y="757"/>
                  </a:moveTo>
                  <a:lnTo>
                    <a:pt x="1733" y="2080"/>
                  </a:lnTo>
                  <a:cubicBezTo>
                    <a:pt x="1733" y="2269"/>
                    <a:pt x="1891" y="2426"/>
                    <a:pt x="2080" y="2426"/>
                  </a:cubicBezTo>
                  <a:lnTo>
                    <a:pt x="3403" y="2426"/>
                  </a:lnTo>
                  <a:cubicBezTo>
                    <a:pt x="3245" y="3025"/>
                    <a:pt x="2741" y="3466"/>
                    <a:pt x="2080" y="3466"/>
                  </a:cubicBezTo>
                  <a:cubicBezTo>
                    <a:pt x="1324" y="3466"/>
                    <a:pt x="693" y="2836"/>
                    <a:pt x="693" y="2080"/>
                  </a:cubicBezTo>
                  <a:cubicBezTo>
                    <a:pt x="693" y="1418"/>
                    <a:pt x="1135" y="851"/>
                    <a:pt x="1733" y="757"/>
                  </a:cubicBezTo>
                  <a:close/>
                  <a:moveTo>
                    <a:pt x="2048" y="0"/>
                  </a:moveTo>
                  <a:cubicBezTo>
                    <a:pt x="883" y="0"/>
                    <a:pt x="0" y="914"/>
                    <a:pt x="0" y="2048"/>
                  </a:cubicBezTo>
                  <a:cubicBezTo>
                    <a:pt x="0" y="3182"/>
                    <a:pt x="946" y="4096"/>
                    <a:pt x="2048" y="4096"/>
                  </a:cubicBezTo>
                  <a:cubicBezTo>
                    <a:pt x="3182" y="4096"/>
                    <a:pt x="4096" y="3182"/>
                    <a:pt x="4096" y="2048"/>
                  </a:cubicBezTo>
                  <a:cubicBezTo>
                    <a:pt x="4096" y="914"/>
                    <a:pt x="3182" y="0"/>
                    <a:pt x="20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4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1167" name="Google Shape;1167;p46"/>
          <p:cNvSpPr txBox="1">
            <a:spLocks noGrp="1"/>
          </p:cNvSpPr>
          <p:nvPr>
            <p:ph type="subTitle" idx="1"/>
          </p:nvPr>
        </p:nvSpPr>
        <p:spPr>
          <a:xfrm>
            <a:off x="798552" y="2867950"/>
            <a:ext cx="23898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[[theme_1_text]]</a:t>
            </a:r>
          </a:p>
        </p:txBody>
      </p:sp>
      <p:sp>
        <p:nvSpPr>
          <p:cNvPr id="1168" name="Google Shape;1168;p46"/>
          <p:cNvSpPr txBox="1">
            <a:spLocks noGrp="1"/>
          </p:cNvSpPr>
          <p:nvPr>
            <p:ph type="subTitle" idx="2"/>
          </p:nvPr>
        </p:nvSpPr>
        <p:spPr>
          <a:xfrm>
            <a:off x="3377088" y="2867950"/>
            <a:ext cx="23898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[[theme_2_text]]</a:t>
            </a:r>
          </a:p>
        </p:txBody>
      </p:sp>
      <p:sp>
        <p:nvSpPr>
          <p:cNvPr id="1169" name="Google Shape;1169;p46"/>
          <p:cNvSpPr txBox="1">
            <a:spLocks noGrp="1"/>
          </p:cNvSpPr>
          <p:nvPr>
            <p:ph type="subTitle" idx="3"/>
          </p:nvPr>
        </p:nvSpPr>
        <p:spPr>
          <a:xfrm>
            <a:off x="798552" y="2567475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[[theme_1_heading]]</a:t>
            </a:r>
          </a:p>
        </p:txBody>
      </p:sp>
      <p:sp>
        <p:nvSpPr>
          <p:cNvPr id="1170" name="Google Shape;1170;p46"/>
          <p:cNvSpPr txBox="1">
            <a:spLocks noGrp="1"/>
          </p:cNvSpPr>
          <p:nvPr>
            <p:ph type="subTitle" idx="4"/>
          </p:nvPr>
        </p:nvSpPr>
        <p:spPr>
          <a:xfrm>
            <a:off x="3377096" y="2567475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[[theme_2_heading]]</a:t>
            </a:r>
          </a:p>
        </p:txBody>
      </p:sp>
      <p:sp>
        <p:nvSpPr>
          <p:cNvPr id="1171" name="Google Shape;1171;p46"/>
          <p:cNvSpPr txBox="1">
            <a:spLocks noGrp="1"/>
          </p:cNvSpPr>
          <p:nvPr>
            <p:ph type="subTitle" idx="5"/>
          </p:nvPr>
        </p:nvSpPr>
        <p:spPr>
          <a:xfrm>
            <a:off x="5955640" y="2867950"/>
            <a:ext cx="23898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[[theme_3_text]]</a:t>
            </a:r>
          </a:p>
        </p:txBody>
      </p:sp>
      <p:sp>
        <p:nvSpPr>
          <p:cNvPr id="1172" name="Google Shape;1172;p46"/>
          <p:cNvSpPr txBox="1">
            <a:spLocks noGrp="1"/>
          </p:cNvSpPr>
          <p:nvPr>
            <p:ph type="subTitle" idx="6"/>
          </p:nvPr>
        </p:nvSpPr>
        <p:spPr>
          <a:xfrm>
            <a:off x="5955648" y="2567475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[[theme_3_heading]]</a:t>
            </a:r>
          </a:p>
        </p:txBody>
      </p:sp>
      <p:sp>
        <p:nvSpPr>
          <p:cNvPr id="1173" name="Google Shape;1173;p46"/>
          <p:cNvSpPr/>
          <p:nvPr/>
        </p:nvSpPr>
        <p:spPr>
          <a:xfrm>
            <a:off x="908527" y="1590950"/>
            <a:ext cx="879000" cy="879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74" name="Google Shape;1174;p46"/>
          <p:cNvSpPr/>
          <p:nvPr/>
        </p:nvSpPr>
        <p:spPr>
          <a:xfrm>
            <a:off x="3483889" y="1590950"/>
            <a:ext cx="879000" cy="879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75" name="Google Shape;1175;p46"/>
          <p:cNvSpPr/>
          <p:nvPr/>
        </p:nvSpPr>
        <p:spPr>
          <a:xfrm>
            <a:off x="6059264" y="1590950"/>
            <a:ext cx="879000" cy="879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1176" name="Google Shape;1176;p46"/>
          <p:cNvGrpSpPr/>
          <p:nvPr/>
        </p:nvGrpSpPr>
        <p:grpSpPr>
          <a:xfrm>
            <a:off x="1135349" y="1815669"/>
            <a:ext cx="425344" cy="425013"/>
            <a:chOff x="6527358" y="3766015"/>
            <a:chExt cx="459831" cy="459474"/>
          </a:xfrm>
        </p:grpSpPr>
        <p:sp>
          <p:nvSpPr>
            <p:cNvPr id="1177" name="Google Shape;1177;p46"/>
            <p:cNvSpPr/>
            <p:nvPr/>
          </p:nvSpPr>
          <p:spPr>
            <a:xfrm>
              <a:off x="6527358" y="3766015"/>
              <a:ext cx="459831" cy="459474"/>
            </a:xfrm>
            <a:custGeom>
              <a:avLst/>
              <a:gdLst/>
              <a:ahLst/>
              <a:cxnLst/>
              <a:rect l="l" t="t" r="r" b="b"/>
              <a:pathLst>
                <a:path w="459831" h="459474" extrusionOk="0">
                  <a:moveTo>
                    <a:pt x="457553" y="143390"/>
                  </a:moveTo>
                  <a:cubicBezTo>
                    <a:pt x="457130" y="142698"/>
                    <a:pt x="459585" y="145935"/>
                    <a:pt x="403728" y="73714"/>
                  </a:cubicBezTo>
                  <a:lnTo>
                    <a:pt x="403728" y="27236"/>
                  </a:lnTo>
                  <a:cubicBezTo>
                    <a:pt x="403728" y="12211"/>
                    <a:pt x="391607" y="0"/>
                    <a:pt x="376708" y="0"/>
                  </a:cubicBezTo>
                  <a:lnTo>
                    <a:pt x="82978" y="0"/>
                  </a:lnTo>
                  <a:cubicBezTo>
                    <a:pt x="67943" y="0"/>
                    <a:pt x="55751" y="12193"/>
                    <a:pt x="55751" y="27227"/>
                  </a:cubicBezTo>
                  <a:lnTo>
                    <a:pt x="55751" y="74226"/>
                  </a:lnTo>
                  <a:cubicBezTo>
                    <a:pt x="-1239" y="147733"/>
                    <a:pt x="2" y="144460"/>
                    <a:pt x="2" y="150817"/>
                  </a:cubicBezTo>
                  <a:lnTo>
                    <a:pt x="2" y="177855"/>
                  </a:lnTo>
                  <a:cubicBezTo>
                    <a:pt x="2" y="195677"/>
                    <a:pt x="6827" y="211916"/>
                    <a:pt x="17986" y="224018"/>
                  </a:cubicBezTo>
                  <a:lnTo>
                    <a:pt x="17986" y="445861"/>
                  </a:lnTo>
                  <a:cubicBezTo>
                    <a:pt x="17986" y="453378"/>
                    <a:pt x="24082" y="459474"/>
                    <a:pt x="31599" y="459474"/>
                  </a:cubicBezTo>
                  <a:lnTo>
                    <a:pt x="427988" y="459474"/>
                  </a:lnTo>
                  <a:cubicBezTo>
                    <a:pt x="435442" y="459474"/>
                    <a:pt x="441502" y="453387"/>
                    <a:pt x="441502" y="445861"/>
                  </a:cubicBezTo>
                  <a:lnTo>
                    <a:pt x="441502" y="224153"/>
                  </a:lnTo>
                  <a:cubicBezTo>
                    <a:pt x="452832" y="212015"/>
                    <a:pt x="459773" y="195695"/>
                    <a:pt x="459773" y="177765"/>
                  </a:cubicBezTo>
                  <a:cubicBezTo>
                    <a:pt x="459207" y="152427"/>
                    <a:pt x="461230" y="148992"/>
                    <a:pt x="457561" y="143390"/>
                  </a:cubicBezTo>
                  <a:close/>
                  <a:moveTo>
                    <a:pt x="383650" y="91715"/>
                  </a:moveTo>
                  <a:lnTo>
                    <a:pt x="418682" y="136673"/>
                  </a:lnTo>
                  <a:lnTo>
                    <a:pt x="347935" y="136673"/>
                  </a:lnTo>
                  <a:lnTo>
                    <a:pt x="330419" y="91715"/>
                  </a:lnTo>
                  <a:cubicBezTo>
                    <a:pt x="330419" y="91715"/>
                    <a:pt x="383650" y="91715"/>
                    <a:pt x="383650" y="91715"/>
                  </a:cubicBezTo>
                  <a:close/>
                  <a:moveTo>
                    <a:pt x="83625" y="26975"/>
                  </a:moveTo>
                  <a:lnTo>
                    <a:pt x="376753" y="26975"/>
                  </a:lnTo>
                  <a:lnTo>
                    <a:pt x="376753" y="64740"/>
                  </a:lnTo>
                  <a:lnTo>
                    <a:pt x="83625" y="64740"/>
                  </a:lnTo>
                  <a:lnTo>
                    <a:pt x="83625" y="26975"/>
                  </a:lnTo>
                  <a:close/>
                  <a:moveTo>
                    <a:pt x="243676" y="176030"/>
                  </a:moveTo>
                  <a:lnTo>
                    <a:pt x="243676" y="164548"/>
                  </a:lnTo>
                  <a:lnTo>
                    <a:pt x="324727" y="164548"/>
                  </a:lnTo>
                  <a:cubicBezTo>
                    <a:pt x="323873" y="172613"/>
                    <a:pt x="328117" y="187917"/>
                    <a:pt x="315745" y="203248"/>
                  </a:cubicBezTo>
                  <a:cubicBezTo>
                    <a:pt x="299470" y="223371"/>
                    <a:pt x="268934" y="223389"/>
                    <a:pt x="252668" y="203248"/>
                  </a:cubicBezTo>
                  <a:cubicBezTo>
                    <a:pt x="242265" y="190354"/>
                    <a:pt x="243847" y="177019"/>
                    <a:pt x="243686" y="176021"/>
                  </a:cubicBezTo>
                  <a:close/>
                  <a:moveTo>
                    <a:pt x="318047" y="136673"/>
                  </a:moveTo>
                  <a:lnTo>
                    <a:pt x="243676" y="136673"/>
                  </a:lnTo>
                  <a:lnTo>
                    <a:pt x="243676" y="91715"/>
                  </a:lnTo>
                  <a:lnTo>
                    <a:pt x="300531" y="91715"/>
                  </a:lnTo>
                  <a:cubicBezTo>
                    <a:pt x="323037" y="149487"/>
                    <a:pt x="316986" y="133949"/>
                    <a:pt x="318047" y="136673"/>
                  </a:cubicBezTo>
                  <a:close/>
                  <a:moveTo>
                    <a:pt x="135776" y="176030"/>
                  </a:moveTo>
                  <a:lnTo>
                    <a:pt x="135776" y="164548"/>
                  </a:lnTo>
                  <a:lnTo>
                    <a:pt x="216827" y="164548"/>
                  </a:lnTo>
                  <a:cubicBezTo>
                    <a:pt x="215973" y="172613"/>
                    <a:pt x="220217" y="187917"/>
                    <a:pt x="207845" y="203248"/>
                  </a:cubicBezTo>
                  <a:cubicBezTo>
                    <a:pt x="191570" y="223371"/>
                    <a:pt x="161034" y="223389"/>
                    <a:pt x="144768" y="203248"/>
                  </a:cubicBezTo>
                  <a:cubicBezTo>
                    <a:pt x="134365" y="190354"/>
                    <a:pt x="135947" y="177019"/>
                    <a:pt x="135786" y="176021"/>
                  </a:cubicBezTo>
                  <a:close/>
                  <a:moveTo>
                    <a:pt x="141972" y="136961"/>
                  </a:moveTo>
                  <a:cubicBezTo>
                    <a:pt x="141972" y="136961"/>
                    <a:pt x="141972" y="136961"/>
                    <a:pt x="141972" y="136952"/>
                  </a:cubicBezTo>
                  <a:cubicBezTo>
                    <a:pt x="141972" y="136952"/>
                    <a:pt x="141972" y="136952"/>
                    <a:pt x="141972" y="136961"/>
                  </a:cubicBezTo>
                  <a:close/>
                  <a:moveTo>
                    <a:pt x="142449" y="136386"/>
                  </a:moveTo>
                  <a:cubicBezTo>
                    <a:pt x="143033" y="134893"/>
                    <a:pt x="146144" y="126899"/>
                    <a:pt x="159847" y="91724"/>
                  </a:cubicBezTo>
                  <a:lnTo>
                    <a:pt x="216701" y="91724"/>
                  </a:lnTo>
                  <a:lnTo>
                    <a:pt x="216701" y="136682"/>
                  </a:lnTo>
                  <a:lnTo>
                    <a:pt x="142331" y="136682"/>
                  </a:lnTo>
                  <a:cubicBezTo>
                    <a:pt x="142493" y="136269"/>
                    <a:pt x="142493" y="136278"/>
                    <a:pt x="142449" y="136386"/>
                  </a:cubicBezTo>
                  <a:close/>
                  <a:moveTo>
                    <a:pt x="76809" y="91724"/>
                  </a:moveTo>
                  <a:lnTo>
                    <a:pt x="130040" y="91724"/>
                  </a:lnTo>
                  <a:lnTo>
                    <a:pt x="112524" y="136682"/>
                  </a:lnTo>
                  <a:lnTo>
                    <a:pt x="41777" y="136682"/>
                  </a:lnTo>
                  <a:lnTo>
                    <a:pt x="76809" y="91724"/>
                  </a:lnTo>
                  <a:close/>
                  <a:moveTo>
                    <a:pt x="26977" y="176830"/>
                  </a:moveTo>
                  <a:lnTo>
                    <a:pt x="26977" y="164557"/>
                  </a:lnTo>
                  <a:lnTo>
                    <a:pt x="108028" y="164557"/>
                  </a:lnTo>
                  <a:cubicBezTo>
                    <a:pt x="107138" y="172910"/>
                    <a:pt x="111984" y="190507"/>
                    <a:pt x="96150" y="206485"/>
                  </a:cubicBezTo>
                  <a:cubicBezTo>
                    <a:pt x="82366" y="220251"/>
                    <a:pt x="61074" y="222166"/>
                    <a:pt x="45195" y="211655"/>
                  </a:cubicBezTo>
                  <a:cubicBezTo>
                    <a:pt x="25134" y="198365"/>
                    <a:pt x="27121" y="177361"/>
                    <a:pt x="26977" y="176830"/>
                  </a:cubicBezTo>
                  <a:close/>
                  <a:moveTo>
                    <a:pt x="414518" y="432508"/>
                  </a:moveTo>
                  <a:lnTo>
                    <a:pt x="44961" y="432508"/>
                  </a:lnTo>
                  <a:lnTo>
                    <a:pt x="44961" y="242074"/>
                  </a:lnTo>
                  <a:cubicBezTo>
                    <a:pt x="72008" y="251551"/>
                    <a:pt x="103200" y="243027"/>
                    <a:pt x="121471" y="218794"/>
                  </a:cubicBezTo>
                  <a:cubicBezTo>
                    <a:pt x="148680" y="254869"/>
                    <a:pt x="202630" y="254869"/>
                    <a:pt x="229839" y="218794"/>
                  </a:cubicBezTo>
                  <a:cubicBezTo>
                    <a:pt x="257047" y="254869"/>
                    <a:pt x="310997" y="254869"/>
                    <a:pt x="338206" y="218794"/>
                  </a:cubicBezTo>
                  <a:cubicBezTo>
                    <a:pt x="356324" y="242811"/>
                    <a:pt x="387328" y="251569"/>
                    <a:pt x="414518" y="242146"/>
                  </a:cubicBezTo>
                  <a:lnTo>
                    <a:pt x="414518" y="432508"/>
                  </a:lnTo>
                  <a:lnTo>
                    <a:pt x="414518" y="432508"/>
                  </a:lnTo>
                  <a:close/>
                  <a:moveTo>
                    <a:pt x="433401" y="177846"/>
                  </a:moveTo>
                  <a:cubicBezTo>
                    <a:pt x="433401" y="216088"/>
                    <a:pt x="385214" y="232821"/>
                    <a:pt x="361342" y="203266"/>
                  </a:cubicBezTo>
                  <a:cubicBezTo>
                    <a:pt x="348969" y="187935"/>
                    <a:pt x="353267" y="173108"/>
                    <a:pt x="352359" y="164566"/>
                  </a:cubicBezTo>
                  <a:lnTo>
                    <a:pt x="433410" y="164566"/>
                  </a:lnTo>
                  <a:lnTo>
                    <a:pt x="433410" y="1778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46"/>
            <p:cNvSpPr/>
            <p:nvPr/>
          </p:nvSpPr>
          <p:spPr>
            <a:xfrm>
              <a:off x="6679203" y="4021035"/>
              <a:ext cx="73002" cy="72960"/>
            </a:xfrm>
            <a:custGeom>
              <a:avLst/>
              <a:gdLst/>
              <a:ahLst/>
              <a:cxnLst/>
              <a:rect l="l" t="t" r="r" b="b"/>
              <a:pathLst>
                <a:path w="73002" h="72960" extrusionOk="0">
                  <a:moveTo>
                    <a:pt x="10726" y="10675"/>
                  </a:moveTo>
                  <a:cubicBezTo>
                    <a:pt x="-12319" y="33738"/>
                    <a:pt x="4306" y="72960"/>
                    <a:pt x="36523" y="72960"/>
                  </a:cubicBezTo>
                  <a:cubicBezTo>
                    <a:pt x="56674" y="72960"/>
                    <a:pt x="73002" y="56649"/>
                    <a:pt x="73002" y="36481"/>
                  </a:cubicBezTo>
                  <a:cubicBezTo>
                    <a:pt x="73002" y="3823"/>
                    <a:pt x="33457" y="-12056"/>
                    <a:pt x="10726" y="10684"/>
                  </a:cubicBezTo>
                  <a:close/>
                  <a:moveTo>
                    <a:pt x="36514" y="45733"/>
                  </a:moveTo>
                  <a:cubicBezTo>
                    <a:pt x="31407" y="45733"/>
                    <a:pt x="27262" y="41588"/>
                    <a:pt x="27262" y="36481"/>
                  </a:cubicBezTo>
                  <a:cubicBezTo>
                    <a:pt x="27262" y="31374"/>
                    <a:pt x="31407" y="27228"/>
                    <a:pt x="36514" y="27228"/>
                  </a:cubicBezTo>
                  <a:cubicBezTo>
                    <a:pt x="41621" y="27228"/>
                    <a:pt x="45766" y="31374"/>
                    <a:pt x="45766" y="36481"/>
                  </a:cubicBezTo>
                  <a:cubicBezTo>
                    <a:pt x="45766" y="41588"/>
                    <a:pt x="41621" y="45733"/>
                    <a:pt x="36514" y="457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46"/>
            <p:cNvSpPr/>
            <p:nvPr/>
          </p:nvSpPr>
          <p:spPr>
            <a:xfrm>
              <a:off x="6762978" y="4104743"/>
              <a:ext cx="72947" cy="72890"/>
            </a:xfrm>
            <a:custGeom>
              <a:avLst/>
              <a:gdLst/>
              <a:ahLst/>
              <a:cxnLst/>
              <a:rect l="l" t="t" r="r" b="b"/>
              <a:pathLst>
                <a:path w="72947" h="72890" extrusionOk="0">
                  <a:moveTo>
                    <a:pt x="62277" y="10698"/>
                  </a:moveTo>
                  <a:cubicBezTo>
                    <a:pt x="39339" y="-12240"/>
                    <a:pt x="0" y="4188"/>
                    <a:pt x="0" y="36486"/>
                  </a:cubicBezTo>
                  <a:cubicBezTo>
                    <a:pt x="0" y="68784"/>
                    <a:pt x="39545" y="85023"/>
                    <a:pt x="62285" y="62283"/>
                  </a:cubicBezTo>
                  <a:cubicBezTo>
                    <a:pt x="76501" y="48058"/>
                    <a:pt x="76501" y="24913"/>
                    <a:pt x="62285" y="10689"/>
                  </a:cubicBezTo>
                  <a:close/>
                  <a:moveTo>
                    <a:pt x="36470" y="45747"/>
                  </a:moveTo>
                  <a:cubicBezTo>
                    <a:pt x="31363" y="45747"/>
                    <a:pt x="27218" y="41602"/>
                    <a:pt x="27218" y="36495"/>
                  </a:cubicBezTo>
                  <a:cubicBezTo>
                    <a:pt x="27218" y="31387"/>
                    <a:pt x="31363" y="27242"/>
                    <a:pt x="36470" y="27242"/>
                  </a:cubicBezTo>
                  <a:cubicBezTo>
                    <a:pt x="41578" y="27242"/>
                    <a:pt x="45723" y="31387"/>
                    <a:pt x="45723" y="36495"/>
                  </a:cubicBezTo>
                  <a:cubicBezTo>
                    <a:pt x="45723" y="41602"/>
                    <a:pt x="41578" y="45747"/>
                    <a:pt x="36470" y="457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46"/>
            <p:cNvSpPr/>
            <p:nvPr/>
          </p:nvSpPr>
          <p:spPr>
            <a:xfrm>
              <a:off x="6701607" y="4043378"/>
              <a:ext cx="114055" cy="114063"/>
            </a:xfrm>
            <a:custGeom>
              <a:avLst/>
              <a:gdLst/>
              <a:ahLst/>
              <a:cxnLst/>
              <a:rect l="l" t="t" r="r" b="b"/>
              <a:pathLst>
                <a:path w="114055" h="114063" extrusionOk="0">
                  <a:moveTo>
                    <a:pt x="110069" y="3985"/>
                  </a:moveTo>
                  <a:cubicBezTo>
                    <a:pt x="104755" y="-1328"/>
                    <a:pt x="96132" y="-1328"/>
                    <a:pt x="90818" y="3985"/>
                  </a:cubicBezTo>
                  <a:lnTo>
                    <a:pt x="3986" y="90827"/>
                  </a:lnTo>
                  <a:cubicBezTo>
                    <a:pt x="-1329" y="96141"/>
                    <a:pt x="-1329" y="104764"/>
                    <a:pt x="3986" y="110078"/>
                  </a:cubicBezTo>
                  <a:cubicBezTo>
                    <a:pt x="9300" y="115392"/>
                    <a:pt x="17923" y="115392"/>
                    <a:pt x="23237" y="110078"/>
                  </a:cubicBezTo>
                  <a:lnTo>
                    <a:pt x="110069" y="23237"/>
                  </a:lnTo>
                  <a:cubicBezTo>
                    <a:pt x="115384" y="17923"/>
                    <a:pt x="115384" y="9300"/>
                    <a:pt x="110069" y="39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1" name="Google Shape;1181;p46"/>
          <p:cNvGrpSpPr/>
          <p:nvPr/>
        </p:nvGrpSpPr>
        <p:grpSpPr>
          <a:xfrm>
            <a:off x="3794370" y="1819562"/>
            <a:ext cx="258052" cy="420068"/>
            <a:chOff x="6322089" y="2998666"/>
            <a:chExt cx="282518" cy="459895"/>
          </a:xfrm>
        </p:grpSpPr>
        <p:sp>
          <p:nvSpPr>
            <p:cNvPr id="1182" name="Google Shape;1182;p46"/>
            <p:cNvSpPr/>
            <p:nvPr/>
          </p:nvSpPr>
          <p:spPr>
            <a:xfrm>
              <a:off x="6322089" y="2998666"/>
              <a:ext cx="282518" cy="459895"/>
            </a:xfrm>
            <a:custGeom>
              <a:avLst/>
              <a:gdLst/>
              <a:ahLst/>
              <a:cxnLst/>
              <a:rect l="l" t="t" r="r" b="b"/>
              <a:pathLst>
                <a:path w="282518" h="459895" extrusionOk="0">
                  <a:moveTo>
                    <a:pt x="282518" y="141259"/>
                  </a:moveTo>
                  <a:cubicBezTo>
                    <a:pt x="282518" y="120578"/>
                    <a:pt x="269723" y="102847"/>
                    <a:pt x="251632" y="95545"/>
                  </a:cubicBezTo>
                  <a:cubicBezTo>
                    <a:pt x="259266" y="77589"/>
                    <a:pt x="255768" y="55991"/>
                    <a:pt x="241148" y="41371"/>
                  </a:cubicBezTo>
                  <a:cubicBezTo>
                    <a:pt x="226527" y="26750"/>
                    <a:pt x="204939" y="23261"/>
                    <a:pt x="186982" y="30886"/>
                  </a:cubicBezTo>
                  <a:cubicBezTo>
                    <a:pt x="179681" y="12795"/>
                    <a:pt x="161940" y="0"/>
                    <a:pt x="141259" y="0"/>
                  </a:cubicBezTo>
                  <a:cubicBezTo>
                    <a:pt x="120578" y="0"/>
                    <a:pt x="102847" y="12795"/>
                    <a:pt x="95537" y="30886"/>
                  </a:cubicBezTo>
                  <a:cubicBezTo>
                    <a:pt x="77580" y="23261"/>
                    <a:pt x="55991" y="26750"/>
                    <a:pt x="41371" y="41371"/>
                  </a:cubicBezTo>
                  <a:cubicBezTo>
                    <a:pt x="26750" y="55991"/>
                    <a:pt x="23262" y="77589"/>
                    <a:pt x="30886" y="95545"/>
                  </a:cubicBezTo>
                  <a:cubicBezTo>
                    <a:pt x="12795" y="102838"/>
                    <a:pt x="0" y="120578"/>
                    <a:pt x="0" y="141259"/>
                  </a:cubicBezTo>
                  <a:cubicBezTo>
                    <a:pt x="0" y="161940"/>
                    <a:pt x="12795" y="179672"/>
                    <a:pt x="30886" y="186982"/>
                  </a:cubicBezTo>
                  <a:cubicBezTo>
                    <a:pt x="23253" y="204938"/>
                    <a:pt x="26750" y="226527"/>
                    <a:pt x="41371" y="241148"/>
                  </a:cubicBezTo>
                  <a:cubicBezTo>
                    <a:pt x="55991" y="255768"/>
                    <a:pt x="77589" y="259266"/>
                    <a:pt x="95537" y="251632"/>
                  </a:cubicBezTo>
                  <a:cubicBezTo>
                    <a:pt x="101166" y="265578"/>
                    <a:pt x="112999" y="276377"/>
                    <a:pt x="127943" y="280594"/>
                  </a:cubicBezTo>
                  <a:lnTo>
                    <a:pt x="127943" y="347789"/>
                  </a:lnTo>
                  <a:cubicBezTo>
                    <a:pt x="103836" y="338914"/>
                    <a:pt x="57933" y="331811"/>
                    <a:pt x="38907" y="348814"/>
                  </a:cubicBezTo>
                  <a:cubicBezTo>
                    <a:pt x="31768" y="355198"/>
                    <a:pt x="28297" y="363956"/>
                    <a:pt x="28297" y="375573"/>
                  </a:cubicBezTo>
                  <a:cubicBezTo>
                    <a:pt x="28297" y="387190"/>
                    <a:pt x="31768" y="395939"/>
                    <a:pt x="38907" y="402332"/>
                  </a:cubicBezTo>
                  <a:cubicBezTo>
                    <a:pt x="57933" y="419335"/>
                    <a:pt x="103872" y="412214"/>
                    <a:pt x="127943" y="403357"/>
                  </a:cubicBezTo>
                  <a:lnTo>
                    <a:pt x="127943" y="432886"/>
                  </a:lnTo>
                  <a:lnTo>
                    <a:pt x="31633" y="432886"/>
                  </a:lnTo>
                  <a:cubicBezTo>
                    <a:pt x="24089" y="433075"/>
                    <a:pt x="17965" y="439189"/>
                    <a:pt x="17965" y="446742"/>
                  </a:cubicBezTo>
                  <a:cubicBezTo>
                    <a:pt x="17965" y="454295"/>
                    <a:pt x="24080" y="460409"/>
                    <a:pt x="31633" y="459861"/>
                  </a:cubicBezTo>
                  <a:lnTo>
                    <a:pt x="250886" y="459861"/>
                  </a:lnTo>
                  <a:cubicBezTo>
                    <a:pt x="258430" y="460400"/>
                    <a:pt x="264553" y="454286"/>
                    <a:pt x="264553" y="446742"/>
                  </a:cubicBezTo>
                  <a:cubicBezTo>
                    <a:pt x="264553" y="439198"/>
                    <a:pt x="258439" y="433075"/>
                    <a:pt x="250886" y="432886"/>
                  </a:cubicBezTo>
                  <a:lnTo>
                    <a:pt x="154918" y="432886"/>
                  </a:lnTo>
                  <a:lnTo>
                    <a:pt x="154918" y="349425"/>
                  </a:lnTo>
                  <a:cubicBezTo>
                    <a:pt x="178377" y="358318"/>
                    <a:pt x="224630" y="365385"/>
                    <a:pt x="243611" y="348400"/>
                  </a:cubicBezTo>
                  <a:cubicBezTo>
                    <a:pt x="250751" y="342016"/>
                    <a:pt x="254221" y="333258"/>
                    <a:pt x="254221" y="321641"/>
                  </a:cubicBezTo>
                  <a:cubicBezTo>
                    <a:pt x="254221" y="310024"/>
                    <a:pt x="250751" y="301275"/>
                    <a:pt x="243611" y="294900"/>
                  </a:cubicBezTo>
                  <a:cubicBezTo>
                    <a:pt x="224648" y="277941"/>
                    <a:pt x="178476" y="284937"/>
                    <a:pt x="154918" y="293875"/>
                  </a:cubicBezTo>
                  <a:lnTo>
                    <a:pt x="154918" y="280621"/>
                  </a:lnTo>
                  <a:cubicBezTo>
                    <a:pt x="169520" y="276404"/>
                    <a:pt x="181353" y="265605"/>
                    <a:pt x="186982" y="251659"/>
                  </a:cubicBezTo>
                  <a:cubicBezTo>
                    <a:pt x="204939" y="259293"/>
                    <a:pt x="226527" y="255795"/>
                    <a:pt x="241148" y="241175"/>
                  </a:cubicBezTo>
                  <a:cubicBezTo>
                    <a:pt x="255768" y="226554"/>
                    <a:pt x="259266" y="204965"/>
                    <a:pt x="251632" y="187009"/>
                  </a:cubicBezTo>
                  <a:cubicBezTo>
                    <a:pt x="269723" y="179698"/>
                    <a:pt x="282518" y="161967"/>
                    <a:pt x="282518" y="141286"/>
                  </a:cubicBezTo>
                  <a:close/>
                  <a:moveTo>
                    <a:pt x="57124" y="381930"/>
                  </a:moveTo>
                  <a:cubicBezTo>
                    <a:pt x="56711" y="381570"/>
                    <a:pt x="55623" y="380591"/>
                    <a:pt x="55623" y="375555"/>
                  </a:cubicBezTo>
                  <a:cubicBezTo>
                    <a:pt x="55623" y="370520"/>
                    <a:pt x="56720" y="369540"/>
                    <a:pt x="57124" y="369180"/>
                  </a:cubicBezTo>
                  <a:cubicBezTo>
                    <a:pt x="64731" y="362283"/>
                    <a:pt x="104636" y="366608"/>
                    <a:pt x="123357" y="375555"/>
                  </a:cubicBezTo>
                  <a:cubicBezTo>
                    <a:pt x="104591" y="384529"/>
                    <a:pt x="64767" y="388791"/>
                    <a:pt x="57124" y="381930"/>
                  </a:cubicBezTo>
                  <a:close/>
                  <a:moveTo>
                    <a:pt x="225395" y="315239"/>
                  </a:moveTo>
                  <a:cubicBezTo>
                    <a:pt x="225808" y="315599"/>
                    <a:pt x="226896" y="316579"/>
                    <a:pt x="226896" y="321614"/>
                  </a:cubicBezTo>
                  <a:cubicBezTo>
                    <a:pt x="226896" y="326649"/>
                    <a:pt x="225799" y="327629"/>
                    <a:pt x="225395" y="327998"/>
                  </a:cubicBezTo>
                  <a:cubicBezTo>
                    <a:pt x="217760" y="334850"/>
                    <a:pt x="178017" y="330624"/>
                    <a:pt x="159162" y="321614"/>
                  </a:cubicBezTo>
                  <a:cubicBezTo>
                    <a:pt x="178206" y="312514"/>
                    <a:pt x="217832" y="308459"/>
                    <a:pt x="225395" y="315239"/>
                  </a:cubicBezTo>
                  <a:close/>
                  <a:moveTo>
                    <a:pt x="141259" y="27326"/>
                  </a:moveTo>
                  <a:cubicBezTo>
                    <a:pt x="152301" y="27326"/>
                    <a:pt x="161472" y="35535"/>
                    <a:pt x="162974" y="46163"/>
                  </a:cubicBezTo>
                  <a:cubicBezTo>
                    <a:pt x="148713" y="42908"/>
                    <a:pt x="133814" y="42908"/>
                    <a:pt x="119544" y="46163"/>
                  </a:cubicBezTo>
                  <a:cubicBezTo>
                    <a:pt x="121046" y="35535"/>
                    <a:pt x="130218" y="27326"/>
                    <a:pt x="141259" y="27326"/>
                  </a:cubicBezTo>
                  <a:close/>
                  <a:moveTo>
                    <a:pt x="60694" y="60694"/>
                  </a:moveTo>
                  <a:cubicBezTo>
                    <a:pt x="68517" y="52880"/>
                    <a:pt x="80817" y="52206"/>
                    <a:pt x="89404" y="58680"/>
                  </a:cubicBezTo>
                  <a:cubicBezTo>
                    <a:pt x="77005" y="66484"/>
                    <a:pt x="66485" y="77005"/>
                    <a:pt x="58680" y="89404"/>
                  </a:cubicBezTo>
                  <a:cubicBezTo>
                    <a:pt x="52206" y="80826"/>
                    <a:pt x="52880" y="68517"/>
                    <a:pt x="60694" y="60694"/>
                  </a:cubicBezTo>
                  <a:close/>
                  <a:moveTo>
                    <a:pt x="46164" y="162974"/>
                  </a:moveTo>
                  <a:cubicBezTo>
                    <a:pt x="35535" y="161472"/>
                    <a:pt x="27326" y="152301"/>
                    <a:pt x="27326" y="141259"/>
                  </a:cubicBezTo>
                  <a:cubicBezTo>
                    <a:pt x="27326" y="130217"/>
                    <a:pt x="35535" y="121046"/>
                    <a:pt x="46164" y="119544"/>
                  </a:cubicBezTo>
                  <a:cubicBezTo>
                    <a:pt x="42908" y="133805"/>
                    <a:pt x="42908" y="148704"/>
                    <a:pt x="46164" y="162974"/>
                  </a:cubicBezTo>
                  <a:close/>
                  <a:moveTo>
                    <a:pt x="60694" y="221825"/>
                  </a:moveTo>
                  <a:cubicBezTo>
                    <a:pt x="52880" y="214011"/>
                    <a:pt x="52206" y="201692"/>
                    <a:pt x="58680" y="193114"/>
                  </a:cubicBezTo>
                  <a:cubicBezTo>
                    <a:pt x="66485" y="205514"/>
                    <a:pt x="77005" y="216034"/>
                    <a:pt x="89404" y="223839"/>
                  </a:cubicBezTo>
                  <a:cubicBezTo>
                    <a:pt x="80817" y="230313"/>
                    <a:pt x="68517" y="229638"/>
                    <a:pt x="60694" y="221825"/>
                  </a:cubicBezTo>
                  <a:close/>
                  <a:moveTo>
                    <a:pt x="141259" y="255193"/>
                  </a:moveTo>
                  <a:cubicBezTo>
                    <a:pt x="130244" y="255193"/>
                    <a:pt x="121046" y="247010"/>
                    <a:pt x="119544" y="236355"/>
                  </a:cubicBezTo>
                  <a:cubicBezTo>
                    <a:pt x="133590" y="239601"/>
                    <a:pt x="148920" y="239601"/>
                    <a:pt x="162974" y="236355"/>
                  </a:cubicBezTo>
                  <a:cubicBezTo>
                    <a:pt x="161472" y="247001"/>
                    <a:pt x="152283" y="255193"/>
                    <a:pt x="141259" y="255193"/>
                  </a:cubicBezTo>
                  <a:close/>
                  <a:moveTo>
                    <a:pt x="141259" y="211466"/>
                  </a:moveTo>
                  <a:cubicBezTo>
                    <a:pt x="102541" y="211466"/>
                    <a:pt x="71052" y="179977"/>
                    <a:pt x="71052" y="141259"/>
                  </a:cubicBezTo>
                  <a:cubicBezTo>
                    <a:pt x="71052" y="102541"/>
                    <a:pt x="102541" y="71052"/>
                    <a:pt x="141259" y="71052"/>
                  </a:cubicBezTo>
                  <a:cubicBezTo>
                    <a:pt x="179977" y="71052"/>
                    <a:pt x="211466" y="102541"/>
                    <a:pt x="211466" y="141259"/>
                  </a:cubicBezTo>
                  <a:cubicBezTo>
                    <a:pt x="211466" y="179977"/>
                    <a:pt x="179977" y="211466"/>
                    <a:pt x="141259" y="211466"/>
                  </a:cubicBezTo>
                  <a:close/>
                  <a:moveTo>
                    <a:pt x="221825" y="221825"/>
                  </a:moveTo>
                  <a:cubicBezTo>
                    <a:pt x="214002" y="229638"/>
                    <a:pt x="201701" y="230313"/>
                    <a:pt x="193114" y="223839"/>
                  </a:cubicBezTo>
                  <a:cubicBezTo>
                    <a:pt x="205514" y="216034"/>
                    <a:pt x="216034" y="205514"/>
                    <a:pt x="223839" y="193114"/>
                  </a:cubicBezTo>
                  <a:cubicBezTo>
                    <a:pt x="230313" y="201692"/>
                    <a:pt x="229638" y="214011"/>
                    <a:pt x="221825" y="221825"/>
                  </a:cubicBezTo>
                  <a:close/>
                  <a:moveTo>
                    <a:pt x="223839" y="89404"/>
                  </a:moveTo>
                  <a:cubicBezTo>
                    <a:pt x="216034" y="77005"/>
                    <a:pt x="205514" y="66484"/>
                    <a:pt x="193114" y="58680"/>
                  </a:cubicBezTo>
                  <a:cubicBezTo>
                    <a:pt x="201701" y="52206"/>
                    <a:pt x="214002" y="52880"/>
                    <a:pt x="221825" y="60694"/>
                  </a:cubicBezTo>
                  <a:cubicBezTo>
                    <a:pt x="229638" y="68517"/>
                    <a:pt x="230313" y="80826"/>
                    <a:pt x="223839" y="89404"/>
                  </a:cubicBezTo>
                  <a:close/>
                  <a:moveTo>
                    <a:pt x="236355" y="162974"/>
                  </a:moveTo>
                  <a:cubicBezTo>
                    <a:pt x="239610" y="148713"/>
                    <a:pt x="239610" y="133814"/>
                    <a:pt x="236355" y="119544"/>
                  </a:cubicBezTo>
                  <a:cubicBezTo>
                    <a:pt x="246983" y="121046"/>
                    <a:pt x="255193" y="130217"/>
                    <a:pt x="255193" y="141259"/>
                  </a:cubicBezTo>
                  <a:cubicBezTo>
                    <a:pt x="255193" y="152301"/>
                    <a:pt x="246983" y="161472"/>
                    <a:pt x="236355" y="1629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46"/>
            <p:cNvSpPr/>
            <p:nvPr/>
          </p:nvSpPr>
          <p:spPr>
            <a:xfrm>
              <a:off x="6423479" y="3075904"/>
              <a:ext cx="79729" cy="128050"/>
            </a:xfrm>
            <a:custGeom>
              <a:avLst/>
              <a:gdLst/>
              <a:ahLst/>
              <a:cxnLst/>
              <a:rect l="l" t="t" r="r" b="b"/>
              <a:pathLst>
                <a:path w="79729" h="128050" extrusionOk="0">
                  <a:moveTo>
                    <a:pt x="49958" y="49904"/>
                  </a:moveTo>
                  <a:lnTo>
                    <a:pt x="29771" y="49904"/>
                  </a:lnTo>
                  <a:cubicBezTo>
                    <a:pt x="28423" y="50353"/>
                    <a:pt x="27335" y="49265"/>
                    <a:pt x="27335" y="47917"/>
                  </a:cubicBezTo>
                  <a:cubicBezTo>
                    <a:pt x="27335" y="46568"/>
                    <a:pt x="29771" y="45408"/>
                    <a:pt x="29771" y="45408"/>
                  </a:cubicBezTo>
                  <a:lnTo>
                    <a:pt x="65891" y="45408"/>
                  </a:lnTo>
                  <a:cubicBezTo>
                    <a:pt x="73534" y="45408"/>
                    <a:pt x="79702" y="39051"/>
                    <a:pt x="79369" y="31327"/>
                  </a:cubicBezTo>
                  <a:cubicBezTo>
                    <a:pt x="79055" y="24044"/>
                    <a:pt x="72761" y="18433"/>
                    <a:pt x="65468" y="18433"/>
                  </a:cubicBezTo>
                  <a:lnTo>
                    <a:pt x="53518" y="18433"/>
                  </a:lnTo>
                  <a:cubicBezTo>
                    <a:pt x="53518" y="18433"/>
                    <a:pt x="53518" y="13667"/>
                    <a:pt x="53518" y="13667"/>
                  </a:cubicBezTo>
                  <a:cubicBezTo>
                    <a:pt x="53518" y="13667"/>
                    <a:pt x="47404" y="0"/>
                    <a:pt x="39860" y="0"/>
                  </a:cubicBezTo>
                  <a:cubicBezTo>
                    <a:pt x="32316" y="0"/>
                    <a:pt x="26193" y="6123"/>
                    <a:pt x="26543" y="13667"/>
                  </a:cubicBezTo>
                  <a:lnTo>
                    <a:pt x="26543" y="18361"/>
                  </a:lnTo>
                  <a:cubicBezTo>
                    <a:pt x="11455" y="20123"/>
                    <a:pt x="0" y="32721"/>
                    <a:pt x="0" y="47926"/>
                  </a:cubicBezTo>
                  <a:cubicBezTo>
                    <a:pt x="0" y="64344"/>
                    <a:pt x="13353" y="77697"/>
                    <a:pt x="29771" y="77787"/>
                  </a:cubicBezTo>
                  <a:lnTo>
                    <a:pt x="49958" y="77787"/>
                  </a:lnTo>
                  <a:cubicBezTo>
                    <a:pt x="51307" y="77697"/>
                    <a:pt x="52394" y="78785"/>
                    <a:pt x="52394" y="80134"/>
                  </a:cubicBezTo>
                  <a:cubicBezTo>
                    <a:pt x="52394" y="81483"/>
                    <a:pt x="49958" y="83182"/>
                    <a:pt x="49958" y="83182"/>
                  </a:cubicBezTo>
                  <a:lnTo>
                    <a:pt x="14881" y="83182"/>
                  </a:lnTo>
                  <a:cubicBezTo>
                    <a:pt x="7589" y="83182"/>
                    <a:pt x="1295" y="88793"/>
                    <a:pt x="980" y="96076"/>
                  </a:cubicBezTo>
                  <a:cubicBezTo>
                    <a:pt x="647" y="103800"/>
                    <a:pt x="6816" y="110157"/>
                    <a:pt x="14459" y="110157"/>
                  </a:cubicBezTo>
                  <a:lnTo>
                    <a:pt x="26552" y="110157"/>
                  </a:lnTo>
                  <a:lnTo>
                    <a:pt x="26552" y="114383"/>
                  </a:lnTo>
                  <a:cubicBezTo>
                    <a:pt x="26552" y="114383"/>
                    <a:pt x="32325" y="128050"/>
                    <a:pt x="39869" y="128050"/>
                  </a:cubicBezTo>
                  <a:cubicBezTo>
                    <a:pt x="47413" y="128050"/>
                    <a:pt x="53536" y="121936"/>
                    <a:pt x="53527" y="114383"/>
                  </a:cubicBezTo>
                  <a:lnTo>
                    <a:pt x="53527" y="109689"/>
                  </a:lnTo>
                  <a:cubicBezTo>
                    <a:pt x="68274" y="107927"/>
                    <a:pt x="79729" y="95330"/>
                    <a:pt x="79729" y="80125"/>
                  </a:cubicBezTo>
                  <a:cubicBezTo>
                    <a:pt x="79729" y="63706"/>
                    <a:pt x="66376" y="50353"/>
                    <a:pt x="49958" y="499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4" name="Google Shape;1184;p46"/>
          <p:cNvGrpSpPr/>
          <p:nvPr/>
        </p:nvGrpSpPr>
        <p:grpSpPr>
          <a:xfrm>
            <a:off x="6369763" y="1797977"/>
            <a:ext cx="258043" cy="460382"/>
            <a:chOff x="5712706" y="1559459"/>
            <a:chExt cx="258069" cy="460382"/>
          </a:xfrm>
        </p:grpSpPr>
        <p:sp>
          <p:nvSpPr>
            <p:cNvPr id="1185" name="Google Shape;1185;p46"/>
            <p:cNvSpPr/>
            <p:nvPr/>
          </p:nvSpPr>
          <p:spPr>
            <a:xfrm>
              <a:off x="5712706" y="1559459"/>
              <a:ext cx="258069" cy="460382"/>
            </a:xfrm>
            <a:custGeom>
              <a:avLst/>
              <a:gdLst/>
              <a:ahLst/>
              <a:cxnLst/>
              <a:rect l="l" t="t" r="r" b="b"/>
              <a:pathLst>
                <a:path w="258069" h="460382" extrusionOk="0">
                  <a:moveTo>
                    <a:pt x="223245" y="0"/>
                  </a:moveTo>
                  <a:lnTo>
                    <a:pt x="34825" y="0"/>
                  </a:lnTo>
                  <a:cubicBezTo>
                    <a:pt x="15591" y="0"/>
                    <a:pt x="0" y="15592"/>
                    <a:pt x="0" y="34825"/>
                  </a:cubicBezTo>
                  <a:lnTo>
                    <a:pt x="0" y="425558"/>
                  </a:lnTo>
                  <a:cubicBezTo>
                    <a:pt x="0" y="444791"/>
                    <a:pt x="15591" y="460382"/>
                    <a:pt x="34825" y="460382"/>
                  </a:cubicBezTo>
                  <a:lnTo>
                    <a:pt x="223245" y="460382"/>
                  </a:lnTo>
                  <a:cubicBezTo>
                    <a:pt x="242478" y="460382"/>
                    <a:pt x="258070" y="444791"/>
                    <a:pt x="258070" y="425558"/>
                  </a:cubicBezTo>
                  <a:lnTo>
                    <a:pt x="258070" y="34825"/>
                  </a:lnTo>
                  <a:cubicBezTo>
                    <a:pt x="258070" y="15592"/>
                    <a:pt x="242478" y="0"/>
                    <a:pt x="223245" y="0"/>
                  </a:cubicBezTo>
                  <a:close/>
                  <a:moveTo>
                    <a:pt x="34537" y="26975"/>
                  </a:moveTo>
                  <a:lnTo>
                    <a:pt x="222643" y="26975"/>
                  </a:lnTo>
                  <a:cubicBezTo>
                    <a:pt x="226797" y="26975"/>
                    <a:pt x="230196" y="30374"/>
                    <a:pt x="230196" y="34528"/>
                  </a:cubicBezTo>
                  <a:lnTo>
                    <a:pt x="230196" y="67438"/>
                  </a:lnTo>
                  <a:lnTo>
                    <a:pt x="26984" y="67438"/>
                  </a:lnTo>
                  <a:lnTo>
                    <a:pt x="26984" y="34528"/>
                  </a:lnTo>
                  <a:cubicBezTo>
                    <a:pt x="26984" y="30374"/>
                    <a:pt x="30383" y="26975"/>
                    <a:pt x="34537" y="26975"/>
                  </a:cubicBezTo>
                  <a:close/>
                  <a:moveTo>
                    <a:pt x="230196" y="425306"/>
                  </a:moveTo>
                  <a:cubicBezTo>
                    <a:pt x="230196" y="429271"/>
                    <a:pt x="226968" y="432499"/>
                    <a:pt x="223002" y="432499"/>
                  </a:cubicBezTo>
                  <a:lnTo>
                    <a:pt x="34537" y="432499"/>
                  </a:lnTo>
                  <a:cubicBezTo>
                    <a:pt x="30383" y="432499"/>
                    <a:pt x="26984" y="429100"/>
                    <a:pt x="26984" y="424946"/>
                  </a:cubicBezTo>
                  <a:lnTo>
                    <a:pt x="26984" y="392936"/>
                  </a:lnTo>
                  <a:lnTo>
                    <a:pt x="230196" y="392936"/>
                  </a:lnTo>
                  <a:lnTo>
                    <a:pt x="230196" y="425306"/>
                  </a:lnTo>
                  <a:lnTo>
                    <a:pt x="230196" y="425306"/>
                  </a:lnTo>
                  <a:close/>
                  <a:moveTo>
                    <a:pt x="230196" y="365062"/>
                  </a:moveTo>
                  <a:lnTo>
                    <a:pt x="26984" y="365062"/>
                  </a:lnTo>
                  <a:lnTo>
                    <a:pt x="26984" y="94413"/>
                  </a:lnTo>
                  <a:lnTo>
                    <a:pt x="230196" y="94413"/>
                  </a:lnTo>
                  <a:lnTo>
                    <a:pt x="230196" y="365062"/>
                  </a:lnTo>
                  <a:lnTo>
                    <a:pt x="230196" y="36506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46"/>
            <p:cNvSpPr/>
            <p:nvPr/>
          </p:nvSpPr>
          <p:spPr>
            <a:xfrm>
              <a:off x="5794022" y="1591829"/>
              <a:ext cx="95015" cy="26975"/>
            </a:xfrm>
            <a:custGeom>
              <a:avLst/>
              <a:gdLst/>
              <a:ahLst/>
              <a:cxnLst/>
              <a:rect l="l" t="t" r="r" b="b"/>
              <a:pathLst>
                <a:path w="95015" h="26975" extrusionOk="0">
                  <a:moveTo>
                    <a:pt x="81532" y="0"/>
                  </a:moveTo>
                  <a:lnTo>
                    <a:pt x="13915" y="0"/>
                  </a:lnTo>
                  <a:cubicBezTo>
                    <a:pt x="6632" y="0"/>
                    <a:pt x="338" y="5602"/>
                    <a:pt x="14" y="12876"/>
                  </a:cubicBezTo>
                  <a:cubicBezTo>
                    <a:pt x="-328" y="20600"/>
                    <a:pt x="5831" y="26975"/>
                    <a:pt x="13483" y="26975"/>
                  </a:cubicBezTo>
                  <a:lnTo>
                    <a:pt x="81101" y="26975"/>
                  </a:lnTo>
                  <a:cubicBezTo>
                    <a:pt x="88384" y="26975"/>
                    <a:pt x="94678" y="21373"/>
                    <a:pt x="95002" y="14099"/>
                  </a:cubicBezTo>
                  <a:cubicBezTo>
                    <a:pt x="95343" y="6375"/>
                    <a:pt x="89175" y="0"/>
                    <a:pt x="8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46"/>
            <p:cNvSpPr/>
            <p:nvPr/>
          </p:nvSpPr>
          <p:spPr>
            <a:xfrm>
              <a:off x="5764915" y="1832806"/>
              <a:ext cx="113647" cy="26975"/>
            </a:xfrm>
            <a:custGeom>
              <a:avLst/>
              <a:gdLst/>
              <a:ahLst/>
              <a:cxnLst/>
              <a:rect l="l" t="t" r="r" b="b"/>
              <a:pathLst>
                <a:path w="113647" h="26975" extrusionOk="0">
                  <a:moveTo>
                    <a:pt x="113642" y="12867"/>
                  </a:moveTo>
                  <a:cubicBezTo>
                    <a:pt x="113318" y="5593"/>
                    <a:pt x="107024" y="0"/>
                    <a:pt x="99741" y="0"/>
                  </a:cubicBezTo>
                  <a:lnTo>
                    <a:pt x="13484" y="0"/>
                  </a:lnTo>
                  <a:cubicBezTo>
                    <a:pt x="5823" y="0"/>
                    <a:pt x="-337" y="6384"/>
                    <a:pt x="14" y="14108"/>
                  </a:cubicBezTo>
                  <a:cubicBezTo>
                    <a:pt x="338" y="21382"/>
                    <a:pt x="6632" y="26975"/>
                    <a:pt x="13906" y="26975"/>
                  </a:cubicBezTo>
                  <a:lnTo>
                    <a:pt x="100163" y="26975"/>
                  </a:lnTo>
                  <a:cubicBezTo>
                    <a:pt x="107815" y="26975"/>
                    <a:pt x="113984" y="20591"/>
                    <a:pt x="113633" y="128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46"/>
            <p:cNvSpPr/>
            <p:nvPr/>
          </p:nvSpPr>
          <p:spPr>
            <a:xfrm>
              <a:off x="5765154" y="1875067"/>
              <a:ext cx="157669" cy="26975"/>
            </a:xfrm>
            <a:custGeom>
              <a:avLst/>
              <a:gdLst/>
              <a:ahLst/>
              <a:cxnLst/>
              <a:rect l="l" t="t" r="r" b="b"/>
              <a:pathLst>
                <a:path w="157669" h="26975" extrusionOk="0">
                  <a:moveTo>
                    <a:pt x="144182" y="0"/>
                  </a:moveTo>
                  <a:lnTo>
                    <a:pt x="13488" y="0"/>
                  </a:lnTo>
                  <a:cubicBezTo>
                    <a:pt x="6033" y="0"/>
                    <a:pt x="0" y="6042"/>
                    <a:pt x="0" y="13488"/>
                  </a:cubicBezTo>
                  <a:cubicBezTo>
                    <a:pt x="0" y="20933"/>
                    <a:pt x="6033" y="26975"/>
                    <a:pt x="13488" y="26975"/>
                  </a:cubicBezTo>
                  <a:lnTo>
                    <a:pt x="144182" y="26975"/>
                  </a:lnTo>
                  <a:cubicBezTo>
                    <a:pt x="151635" y="26975"/>
                    <a:pt x="157669" y="20933"/>
                    <a:pt x="157669" y="13488"/>
                  </a:cubicBezTo>
                  <a:cubicBezTo>
                    <a:pt x="157669" y="6042"/>
                    <a:pt x="151635" y="0"/>
                    <a:pt x="144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46"/>
            <p:cNvSpPr/>
            <p:nvPr/>
          </p:nvSpPr>
          <p:spPr>
            <a:xfrm>
              <a:off x="5764875" y="1667827"/>
              <a:ext cx="162916" cy="139802"/>
            </a:xfrm>
            <a:custGeom>
              <a:avLst/>
              <a:gdLst/>
              <a:ahLst/>
              <a:cxnLst/>
              <a:rect l="l" t="t" r="r" b="b"/>
              <a:pathLst>
                <a:path w="162916" h="139802" extrusionOk="0">
                  <a:moveTo>
                    <a:pt x="144622" y="112827"/>
                  </a:moveTo>
                  <a:lnTo>
                    <a:pt x="121378" y="112827"/>
                  </a:lnTo>
                  <a:lnTo>
                    <a:pt x="121378" y="86725"/>
                  </a:lnTo>
                  <a:lnTo>
                    <a:pt x="158712" y="49571"/>
                  </a:lnTo>
                  <a:cubicBezTo>
                    <a:pt x="163936" y="44374"/>
                    <a:pt x="164422" y="35868"/>
                    <a:pt x="159440" y="30446"/>
                  </a:cubicBezTo>
                  <a:cubicBezTo>
                    <a:pt x="154135" y="24673"/>
                    <a:pt x="145125" y="24529"/>
                    <a:pt x="139640" y="29996"/>
                  </a:cubicBezTo>
                  <a:lnTo>
                    <a:pt x="105077" y="64398"/>
                  </a:lnTo>
                  <a:lnTo>
                    <a:pt x="70225" y="46550"/>
                  </a:lnTo>
                  <a:cubicBezTo>
                    <a:pt x="65126" y="43942"/>
                    <a:pt x="58797" y="44859"/>
                    <a:pt x="52106" y="50488"/>
                  </a:cubicBezTo>
                  <a:lnTo>
                    <a:pt x="26975" y="69317"/>
                  </a:lnTo>
                  <a:lnTo>
                    <a:pt x="26975" y="13488"/>
                  </a:lnTo>
                  <a:cubicBezTo>
                    <a:pt x="26975" y="6033"/>
                    <a:pt x="20942" y="0"/>
                    <a:pt x="13488" y="0"/>
                  </a:cubicBezTo>
                  <a:cubicBezTo>
                    <a:pt x="6033" y="0"/>
                    <a:pt x="0" y="6033"/>
                    <a:pt x="0" y="13488"/>
                  </a:cubicBezTo>
                  <a:lnTo>
                    <a:pt x="0" y="126315"/>
                  </a:lnTo>
                  <a:cubicBezTo>
                    <a:pt x="0" y="133769"/>
                    <a:pt x="6042" y="139802"/>
                    <a:pt x="13488" y="139802"/>
                  </a:cubicBezTo>
                  <a:lnTo>
                    <a:pt x="144631" y="139802"/>
                  </a:lnTo>
                  <a:cubicBezTo>
                    <a:pt x="152085" y="139802"/>
                    <a:pt x="158119" y="133769"/>
                    <a:pt x="158119" y="126315"/>
                  </a:cubicBezTo>
                  <a:cubicBezTo>
                    <a:pt x="158119" y="118870"/>
                    <a:pt x="152085" y="112827"/>
                    <a:pt x="144631" y="112827"/>
                  </a:cubicBezTo>
                  <a:close/>
                  <a:moveTo>
                    <a:pt x="49445" y="112827"/>
                  </a:moveTo>
                  <a:lnTo>
                    <a:pt x="26966" y="112827"/>
                  </a:lnTo>
                  <a:lnTo>
                    <a:pt x="26966" y="103449"/>
                  </a:lnTo>
                  <a:lnTo>
                    <a:pt x="49445" y="86689"/>
                  </a:lnTo>
                  <a:lnTo>
                    <a:pt x="49445" y="112827"/>
                  </a:lnTo>
                  <a:close/>
                  <a:moveTo>
                    <a:pt x="93504" y="112827"/>
                  </a:moveTo>
                  <a:lnTo>
                    <a:pt x="76420" y="112827"/>
                  </a:lnTo>
                  <a:lnTo>
                    <a:pt x="76420" y="80547"/>
                  </a:lnTo>
                  <a:lnTo>
                    <a:pt x="93504" y="89395"/>
                  </a:lnTo>
                  <a:lnTo>
                    <a:pt x="93504" y="1128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4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1195" name="Google Shape;1195;p47"/>
          <p:cNvSpPr txBox="1">
            <a:spLocks noGrp="1"/>
          </p:cNvSpPr>
          <p:nvPr>
            <p:ph type="subTitle" idx="1"/>
          </p:nvPr>
        </p:nvSpPr>
        <p:spPr>
          <a:xfrm>
            <a:off x="1677575" y="1762200"/>
            <a:ext cx="27033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[[pillar_1_text]]</a:t>
            </a:r>
          </a:p>
        </p:txBody>
      </p:sp>
      <p:sp>
        <p:nvSpPr>
          <p:cNvPr id="1196" name="Google Shape;1196;p47"/>
          <p:cNvSpPr txBox="1">
            <a:spLocks noGrp="1"/>
          </p:cNvSpPr>
          <p:nvPr>
            <p:ph type="subTitle" idx="2"/>
          </p:nvPr>
        </p:nvSpPr>
        <p:spPr>
          <a:xfrm>
            <a:off x="5718250" y="1762200"/>
            <a:ext cx="27033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[[pillar_2_text]]</a:t>
            </a:r>
          </a:p>
        </p:txBody>
      </p:sp>
      <p:sp>
        <p:nvSpPr>
          <p:cNvPr id="1197" name="Google Shape;1197;p47"/>
          <p:cNvSpPr txBox="1">
            <a:spLocks noGrp="1"/>
          </p:cNvSpPr>
          <p:nvPr>
            <p:ph type="subTitle" idx="3"/>
          </p:nvPr>
        </p:nvSpPr>
        <p:spPr>
          <a:xfrm>
            <a:off x="1677575" y="1461725"/>
            <a:ext cx="27033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[[pillar_1_heading]]</a:t>
            </a:r>
          </a:p>
        </p:txBody>
      </p:sp>
      <p:sp>
        <p:nvSpPr>
          <p:cNvPr id="1198" name="Google Shape;1198;p47"/>
          <p:cNvSpPr txBox="1">
            <a:spLocks noGrp="1"/>
          </p:cNvSpPr>
          <p:nvPr>
            <p:ph type="subTitle" idx="4"/>
          </p:nvPr>
        </p:nvSpPr>
        <p:spPr>
          <a:xfrm>
            <a:off x="5718266" y="1461725"/>
            <a:ext cx="27033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[[pillar_2_heading]]</a:t>
            </a:r>
          </a:p>
        </p:txBody>
      </p:sp>
      <p:sp>
        <p:nvSpPr>
          <p:cNvPr id="1199" name="Google Shape;1199;p47"/>
          <p:cNvSpPr txBox="1">
            <a:spLocks noGrp="1"/>
          </p:cNvSpPr>
          <p:nvPr>
            <p:ph type="subTitle" idx="5"/>
          </p:nvPr>
        </p:nvSpPr>
        <p:spPr>
          <a:xfrm>
            <a:off x="1677575" y="3453100"/>
            <a:ext cx="27033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[[pillar_3_text]]</a:t>
            </a:r>
          </a:p>
        </p:txBody>
      </p:sp>
      <p:sp>
        <p:nvSpPr>
          <p:cNvPr id="1200" name="Google Shape;1200;p47"/>
          <p:cNvSpPr txBox="1">
            <a:spLocks noGrp="1"/>
          </p:cNvSpPr>
          <p:nvPr>
            <p:ph type="subTitle" idx="6"/>
          </p:nvPr>
        </p:nvSpPr>
        <p:spPr>
          <a:xfrm>
            <a:off x="5718250" y="3453100"/>
            <a:ext cx="27033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[[pillar_4_text]]</a:t>
            </a:r>
          </a:p>
        </p:txBody>
      </p:sp>
      <p:sp>
        <p:nvSpPr>
          <p:cNvPr id="1201" name="Google Shape;1201;p47"/>
          <p:cNvSpPr txBox="1">
            <a:spLocks noGrp="1"/>
          </p:cNvSpPr>
          <p:nvPr>
            <p:ph type="subTitle" idx="7"/>
          </p:nvPr>
        </p:nvSpPr>
        <p:spPr>
          <a:xfrm>
            <a:off x="1677575" y="3152625"/>
            <a:ext cx="27033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[[pillar_3_heading]]</a:t>
            </a:r>
          </a:p>
        </p:txBody>
      </p:sp>
      <p:sp>
        <p:nvSpPr>
          <p:cNvPr id="1202" name="Google Shape;1202;p47"/>
          <p:cNvSpPr txBox="1">
            <a:spLocks noGrp="1"/>
          </p:cNvSpPr>
          <p:nvPr>
            <p:ph type="subTitle" idx="8"/>
          </p:nvPr>
        </p:nvSpPr>
        <p:spPr>
          <a:xfrm>
            <a:off x="5718266" y="3152625"/>
            <a:ext cx="27033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[[pillar_4_heading]]</a:t>
            </a:r>
          </a:p>
        </p:txBody>
      </p:sp>
      <p:sp>
        <p:nvSpPr>
          <p:cNvPr id="1203" name="Google Shape;1203;p47"/>
          <p:cNvSpPr/>
          <p:nvPr/>
        </p:nvSpPr>
        <p:spPr>
          <a:xfrm>
            <a:off x="722375" y="1598725"/>
            <a:ext cx="879000" cy="879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204" name="Google Shape;1204;p47"/>
          <p:cNvSpPr/>
          <p:nvPr/>
        </p:nvSpPr>
        <p:spPr>
          <a:xfrm>
            <a:off x="4763050" y="1598725"/>
            <a:ext cx="879000" cy="879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205" name="Google Shape;1205;p47"/>
          <p:cNvSpPr/>
          <p:nvPr/>
        </p:nvSpPr>
        <p:spPr>
          <a:xfrm>
            <a:off x="722375" y="3287018"/>
            <a:ext cx="879000" cy="879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206" name="Google Shape;1206;p47"/>
          <p:cNvSpPr/>
          <p:nvPr/>
        </p:nvSpPr>
        <p:spPr>
          <a:xfrm>
            <a:off x="4763050" y="3287018"/>
            <a:ext cx="879000" cy="879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1207" name="Google Shape;1207;p47"/>
          <p:cNvGrpSpPr/>
          <p:nvPr/>
        </p:nvGrpSpPr>
        <p:grpSpPr>
          <a:xfrm>
            <a:off x="4972372" y="3496516"/>
            <a:ext cx="460362" cy="460017"/>
            <a:chOff x="7150311" y="3737794"/>
            <a:chExt cx="460362" cy="460017"/>
          </a:xfrm>
        </p:grpSpPr>
        <p:sp>
          <p:nvSpPr>
            <p:cNvPr id="1208" name="Google Shape;1208;p47"/>
            <p:cNvSpPr/>
            <p:nvPr/>
          </p:nvSpPr>
          <p:spPr>
            <a:xfrm>
              <a:off x="7150311" y="3737794"/>
              <a:ext cx="460362" cy="460017"/>
            </a:xfrm>
            <a:custGeom>
              <a:avLst/>
              <a:gdLst/>
              <a:ahLst/>
              <a:cxnLst/>
              <a:rect l="l" t="t" r="r" b="b"/>
              <a:pathLst>
                <a:path w="460362" h="460017" extrusionOk="0">
                  <a:moveTo>
                    <a:pt x="430450" y="265546"/>
                  </a:moveTo>
                  <a:lnTo>
                    <a:pt x="456373" y="239624"/>
                  </a:lnTo>
                  <a:cubicBezTo>
                    <a:pt x="461696" y="234300"/>
                    <a:pt x="461687" y="225686"/>
                    <a:pt x="456373" y="220372"/>
                  </a:cubicBezTo>
                  <a:lnTo>
                    <a:pt x="322262" y="86262"/>
                  </a:lnTo>
                  <a:cubicBezTo>
                    <a:pt x="331803" y="75894"/>
                    <a:pt x="341819" y="69141"/>
                    <a:pt x="346081" y="58136"/>
                  </a:cubicBezTo>
                  <a:cubicBezTo>
                    <a:pt x="346090" y="58127"/>
                    <a:pt x="346099" y="58118"/>
                    <a:pt x="346099" y="58100"/>
                  </a:cubicBezTo>
                  <a:cubicBezTo>
                    <a:pt x="352070" y="43785"/>
                    <a:pt x="349202" y="26476"/>
                    <a:pt x="337440" y="14724"/>
                  </a:cubicBezTo>
                  <a:cubicBezTo>
                    <a:pt x="329905" y="7207"/>
                    <a:pt x="319907" y="3053"/>
                    <a:pt x="309269" y="3053"/>
                  </a:cubicBezTo>
                  <a:lnTo>
                    <a:pt x="309260" y="3053"/>
                  </a:lnTo>
                  <a:cubicBezTo>
                    <a:pt x="298695" y="3053"/>
                    <a:pt x="288561" y="7252"/>
                    <a:pt x="281090" y="14724"/>
                  </a:cubicBezTo>
                  <a:lnTo>
                    <a:pt x="265911" y="29902"/>
                  </a:lnTo>
                  <a:lnTo>
                    <a:pt x="239980" y="3979"/>
                  </a:lnTo>
                  <a:cubicBezTo>
                    <a:pt x="234657" y="-1344"/>
                    <a:pt x="226016" y="-1308"/>
                    <a:pt x="220738" y="3979"/>
                  </a:cubicBezTo>
                  <a:cubicBezTo>
                    <a:pt x="216367" y="8349"/>
                    <a:pt x="84657" y="140059"/>
                    <a:pt x="84657" y="140059"/>
                  </a:cubicBezTo>
                  <a:lnTo>
                    <a:pt x="68032" y="123433"/>
                  </a:lnTo>
                  <a:cubicBezTo>
                    <a:pt x="52485" y="107887"/>
                    <a:pt x="27210" y="107887"/>
                    <a:pt x="11681" y="123433"/>
                  </a:cubicBezTo>
                  <a:cubicBezTo>
                    <a:pt x="-2004" y="137110"/>
                    <a:pt x="-3533" y="158096"/>
                    <a:pt x="6403" y="173256"/>
                  </a:cubicBezTo>
                  <a:cubicBezTo>
                    <a:pt x="10656" y="179901"/>
                    <a:pt x="15718" y="183192"/>
                    <a:pt x="28307" y="196410"/>
                  </a:cubicBezTo>
                  <a:lnTo>
                    <a:pt x="4335" y="220381"/>
                  </a:lnTo>
                  <a:cubicBezTo>
                    <a:pt x="-979" y="225695"/>
                    <a:pt x="-988" y="234309"/>
                    <a:pt x="4335" y="239633"/>
                  </a:cubicBezTo>
                  <a:lnTo>
                    <a:pt x="30258" y="265555"/>
                  </a:lnTo>
                  <a:lnTo>
                    <a:pt x="15071" y="280733"/>
                  </a:lnTo>
                  <a:cubicBezTo>
                    <a:pt x="396" y="295408"/>
                    <a:pt x="-116" y="318148"/>
                    <a:pt x="11717" y="333281"/>
                  </a:cubicBezTo>
                  <a:cubicBezTo>
                    <a:pt x="26158" y="351893"/>
                    <a:pt x="54005" y="354528"/>
                    <a:pt x="71440" y="337093"/>
                  </a:cubicBezTo>
                  <a:lnTo>
                    <a:pt x="86618" y="321915"/>
                  </a:lnTo>
                  <a:lnTo>
                    <a:pt x="138464" y="373752"/>
                  </a:lnTo>
                  <a:cubicBezTo>
                    <a:pt x="138464" y="373752"/>
                    <a:pt x="122980" y="388795"/>
                    <a:pt x="119914" y="392743"/>
                  </a:cubicBezTo>
                  <a:cubicBezTo>
                    <a:pt x="108485" y="407381"/>
                    <a:pt x="108378" y="430292"/>
                    <a:pt x="123232" y="445245"/>
                  </a:cubicBezTo>
                  <a:cubicBezTo>
                    <a:pt x="138607" y="460720"/>
                    <a:pt x="163892" y="461016"/>
                    <a:pt x="179637" y="445290"/>
                  </a:cubicBezTo>
                  <a:lnTo>
                    <a:pt x="194814" y="430112"/>
                  </a:lnTo>
                  <a:lnTo>
                    <a:pt x="220738" y="456035"/>
                  </a:lnTo>
                  <a:cubicBezTo>
                    <a:pt x="226061" y="461331"/>
                    <a:pt x="234657" y="461358"/>
                    <a:pt x="239988" y="456035"/>
                  </a:cubicBezTo>
                  <a:cubicBezTo>
                    <a:pt x="239988" y="456035"/>
                    <a:pt x="374010" y="322005"/>
                    <a:pt x="374100" y="321906"/>
                  </a:cubicBezTo>
                  <a:lnTo>
                    <a:pt x="389277" y="337093"/>
                  </a:lnTo>
                  <a:cubicBezTo>
                    <a:pt x="404815" y="352631"/>
                    <a:pt x="430099" y="352622"/>
                    <a:pt x="445637" y="337084"/>
                  </a:cubicBezTo>
                  <a:cubicBezTo>
                    <a:pt x="461175" y="321538"/>
                    <a:pt x="461175" y="296262"/>
                    <a:pt x="445637" y="280733"/>
                  </a:cubicBezTo>
                  <a:lnTo>
                    <a:pt x="430450" y="265555"/>
                  </a:lnTo>
                  <a:close/>
                  <a:moveTo>
                    <a:pt x="230152" y="32950"/>
                  </a:moveTo>
                  <a:lnTo>
                    <a:pt x="256075" y="58873"/>
                  </a:lnTo>
                  <a:cubicBezTo>
                    <a:pt x="260552" y="63351"/>
                    <a:pt x="267386" y="64061"/>
                    <a:pt x="272619" y="60977"/>
                  </a:cubicBezTo>
                  <a:cubicBezTo>
                    <a:pt x="273105" y="60689"/>
                    <a:pt x="273572" y="60366"/>
                    <a:pt x="274022" y="60015"/>
                  </a:cubicBezTo>
                  <a:cubicBezTo>
                    <a:pt x="274220" y="59862"/>
                    <a:pt x="274409" y="59709"/>
                    <a:pt x="274606" y="59538"/>
                  </a:cubicBezTo>
                  <a:cubicBezTo>
                    <a:pt x="274670" y="59475"/>
                    <a:pt x="274742" y="59421"/>
                    <a:pt x="274804" y="59358"/>
                  </a:cubicBezTo>
                  <a:cubicBezTo>
                    <a:pt x="274975" y="59206"/>
                    <a:pt x="275146" y="59044"/>
                    <a:pt x="275326" y="58873"/>
                  </a:cubicBezTo>
                  <a:lnTo>
                    <a:pt x="275326" y="58873"/>
                  </a:lnTo>
                  <a:cubicBezTo>
                    <a:pt x="301024" y="33229"/>
                    <a:pt x="300152" y="33867"/>
                    <a:pt x="301546" y="32833"/>
                  </a:cubicBezTo>
                  <a:cubicBezTo>
                    <a:pt x="306212" y="29299"/>
                    <a:pt x="313334" y="29425"/>
                    <a:pt x="317991" y="34056"/>
                  </a:cubicBezTo>
                  <a:cubicBezTo>
                    <a:pt x="323135" y="39199"/>
                    <a:pt x="322748" y="47184"/>
                    <a:pt x="318000" y="51922"/>
                  </a:cubicBezTo>
                  <a:lnTo>
                    <a:pt x="293192" y="76730"/>
                  </a:lnTo>
                  <a:cubicBezTo>
                    <a:pt x="290639" y="79293"/>
                    <a:pt x="289209" y="82746"/>
                    <a:pt x="289209" y="86360"/>
                  </a:cubicBezTo>
                  <a:cubicBezTo>
                    <a:pt x="289209" y="89975"/>
                    <a:pt x="290639" y="93428"/>
                    <a:pt x="293192" y="95991"/>
                  </a:cubicBezTo>
                  <a:lnTo>
                    <a:pt x="319106" y="121904"/>
                  </a:lnTo>
                  <a:lnTo>
                    <a:pt x="295134" y="145876"/>
                  </a:lnTo>
                  <a:cubicBezTo>
                    <a:pt x="289821" y="151190"/>
                    <a:pt x="289821" y="159814"/>
                    <a:pt x="295134" y="165119"/>
                  </a:cubicBezTo>
                  <a:lnTo>
                    <a:pt x="321390" y="191374"/>
                  </a:lnTo>
                  <a:cubicBezTo>
                    <a:pt x="326255" y="196239"/>
                    <a:pt x="326380" y="204223"/>
                    <a:pt x="321390" y="209232"/>
                  </a:cubicBezTo>
                  <a:cubicBezTo>
                    <a:pt x="316157" y="214447"/>
                    <a:pt x="308218" y="213916"/>
                    <a:pt x="303524" y="209232"/>
                  </a:cubicBezTo>
                  <a:lnTo>
                    <a:pt x="277268" y="182976"/>
                  </a:lnTo>
                  <a:cubicBezTo>
                    <a:pt x="271963" y="177671"/>
                    <a:pt x="263340" y="177662"/>
                    <a:pt x="258026" y="182976"/>
                  </a:cubicBezTo>
                  <a:lnTo>
                    <a:pt x="230161" y="210850"/>
                  </a:lnTo>
                  <a:lnTo>
                    <a:pt x="213859" y="194548"/>
                  </a:lnTo>
                  <a:lnTo>
                    <a:pt x="231932" y="176484"/>
                  </a:lnTo>
                  <a:cubicBezTo>
                    <a:pt x="247470" y="160937"/>
                    <a:pt x="247470" y="135662"/>
                    <a:pt x="231932" y="120124"/>
                  </a:cubicBezTo>
                  <a:cubicBezTo>
                    <a:pt x="216394" y="104578"/>
                    <a:pt x="191110" y="104578"/>
                    <a:pt x="175572" y="120124"/>
                  </a:cubicBezTo>
                  <a:lnTo>
                    <a:pt x="157499" y="138189"/>
                  </a:lnTo>
                  <a:lnTo>
                    <a:pt x="141206" y="121895"/>
                  </a:lnTo>
                  <a:lnTo>
                    <a:pt x="230161" y="32941"/>
                  </a:lnTo>
                  <a:close/>
                  <a:moveTo>
                    <a:pt x="122153" y="318651"/>
                  </a:moveTo>
                  <a:lnTo>
                    <a:pt x="122153" y="318651"/>
                  </a:lnTo>
                  <a:lnTo>
                    <a:pt x="96257" y="292755"/>
                  </a:lnTo>
                  <a:cubicBezTo>
                    <a:pt x="91051" y="287495"/>
                    <a:pt x="82391" y="287396"/>
                    <a:pt x="77032" y="292755"/>
                  </a:cubicBezTo>
                  <a:lnTo>
                    <a:pt x="52252" y="317536"/>
                  </a:lnTo>
                  <a:cubicBezTo>
                    <a:pt x="46964" y="322814"/>
                    <a:pt x="38233" y="322428"/>
                    <a:pt x="33450" y="316457"/>
                  </a:cubicBezTo>
                  <a:cubicBezTo>
                    <a:pt x="29404" y="311404"/>
                    <a:pt x="30069" y="304031"/>
                    <a:pt x="34655" y="299454"/>
                  </a:cubicBezTo>
                  <a:lnTo>
                    <a:pt x="59067" y="275042"/>
                  </a:lnTo>
                  <a:cubicBezTo>
                    <a:pt x="60299" y="273810"/>
                    <a:pt x="61351" y="272380"/>
                    <a:pt x="62035" y="270780"/>
                  </a:cubicBezTo>
                  <a:cubicBezTo>
                    <a:pt x="64327" y="265430"/>
                    <a:pt x="63024" y="259522"/>
                    <a:pt x="59184" y="255692"/>
                  </a:cubicBezTo>
                  <a:lnTo>
                    <a:pt x="33288" y="229796"/>
                  </a:lnTo>
                  <a:lnTo>
                    <a:pt x="57224" y="205860"/>
                  </a:lnTo>
                  <a:cubicBezTo>
                    <a:pt x="62538" y="200546"/>
                    <a:pt x="62538" y="191923"/>
                    <a:pt x="57224" y="186609"/>
                  </a:cubicBezTo>
                  <a:lnTo>
                    <a:pt x="31013" y="160398"/>
                  </a:lnTo>
                  <a:cubicBezTo>
                    <a:pt x="26095" y="155488"/>
                    <a:pt x="26095" y="147486"/>
                    <a:pt x="31013" y="142558"/>
                  </a:cubicBezTo>
                  <a:cubicBezTo>
                    <a:pt x="35931" y="137640"/>
                    <a:pt x="43934" y="137640"/>
                    <a:pt x="48862" y="142558"/>
                  </a:cubicBezTo>
                  <a:cubicBezTo>
                    <a:pt x="76781" y="170361"/>
                    <a:pt x="75171" y="169174"/>
                    <a:pt x="77150" y="170478"/>
                  </a:cubicBezTo>
                  <a:cubicBezTo>
                    <a:pt x="82589" y="174101"/>
                    <a:pt x="89756" y="173328"/>
                    <a:pt x="94305" y="168787"/>
                  </a:cubicBezTo>
                  <a:lnTo>
                    <a:pt x="122153" y="140949"/>
                  </a:lnTo>
                  <a:lnTo>
                    <a:pt x="148049" y="166836"/>
                  </a:lnTo>
                  <a:cubicBezTo>
                    <a:pt x="153372" y="172159"/>
                    <a:pt x="161986" y="172114"/>
                    <a:pt x="167273" y="166836"/>
                  </a:cubicBezTo>
                  <a:cubicBezTo>
                    <a:pt x="187513" y="146596"/>
                    <a:pt x="193196" y="140913"/>
                    <a:pt x="194562" y="139546"/>
                  </a:cubicBezTo>
                  <a:lnTo>
                    <a:pt x="194931" y="139177"/>
                  </a:lnTo>
                  <a:cubicBezTo>
                    <a:pt x="199850" y="134259"/>
                    <a:pt x="207852" y="134259"/>
                    <a:pt x="212780" y="139177"/>
                  </a:cubicBezTo>
                  <a:cubicBezTo>
                    <a:pt x="217689" y="144096"/>
                    <a:pt x="217689" y="152099"/>
                    <a:pt x="212780" y="157026"/>
                  </a:cubicBezTo>
                  <a:cubicBezTo>
                    <a:pt x="211979" y="157826"/>
                    <a:pt x="212717" y="157089"/>
                    <a:pt x="212789" y="157017"/>
                  </a:cubicBezTo>
                  <a:cubicBezTo>
                    <a:pt x="212636" y="157170"/>
                    <a:pt x="209057" y="160748"/>
                    <a:pt x="185112" y="184693"/>
                  </a:cubicBezTo>
                  <a:lnTo>
                    <a:pt x="185112" y="184693"/>
                  </a:lnTo>
                  <a:cubicBezTo>
                    <a:pt x="179789" y="190016"/>
                    <a:pt x="179834" y="198639"/>
                    <a:pt x="185112" y="203917"/>
                  </a:cubicBezTo>
                  <a:lnTo>
                    <a:pt x="211008" y="229814"/>
                  </a:lnTo>
                  <a:lnTo>
                    <a:pt x="192791" y="248040"/>
                  </a:lnTo>
                  <a:lnTo>
                    <a:pt x="176175" y="231423"/>
                  </a:lnTo>
                  <a:cubicBezTo>
                    <a:pt x="160655" y="215903"/>
                    <a:pt x="135407" y="215903"/>
                    <a:pt x="119878" y="231423"/>
                  </a:cubicBezTo>
                  <a:cubicBezTo>
                    <a:pt x="104349" y="246943"/>
                    <a:pt x="104349" y="272191"/>
                    <a:pt x="119878" y="287720"/>
                  </a:cubicBezTo>
                  <a:lnTo>
                    <a:pt x="136485" y="304328"/>
                  </a:lnTo>
                  <a:lnTo>
                    <a:pt x="122153" y="318669"/>
                  </a:lnTo>
                  <a:close/>
                  <a:moveTo>
                    <a:pt x="230358" y="427549"/>
                  </a:moveTo>
                  <a:lnTo>
                    <a:pt x="204436" y="401626"/>
                  </a:lnTo>
                  <a:cubicBezTo>
                    <a:pt x="199122" y="396312"/>
                    <a:pt x="190499" y="396312"/>
                    <a:pt x="185184" y="401626"/>
                  </a:cubicBezTo>
                  <a:lnTo>
                    <a:pt x="160377" y="426434"/>
                  </a:lnTo>
                  <a:cubicBezTo>
                    <a:pt x="155152" y="431551"/>
                    <a:pt x="147275" y="431173"/>
                    <a:pt x="142519" y="426434"/>
                  </a:cubicBezTo>
                  <a:cubicBezTo>
                    <a:pt x="137394" y="421309"/>
                    <a:pt x="137753" y="413325"/>
                    <a:pt x="142519" y="408568"/>
                  </a:cubicBezTo>
                  <a:lnTo>
                    <a:pt x="167336" y="383760"/>
                  </a:lnTo>
                  <a:cubicBezTo>
                    <a:pt x="172722" y="378356"/>
                    <a:pt x="172569" y="369742"/>
                    <a:pt x="167336" y="364509"/>
                  </a:cubicBezTo>
                  <a:lnTo>
                    <a:pt x="167336" y="364509"/>
                  </a:lnTo>
                  <a:lnTo>
                    <a:pt x="141422" y="338595"/>
                  </a:lnTo>
                  <a:lnTo>
                    <a:pt x="165394" y="314623"/>
                  </a:lnTo>
                  <a:cubicBezTo>
                    <a:pt x="170708" y="309309"/>
                    <a:pt x="170708" y="300686"/>
                    <a:pt x="165394" y="295381"/>
                  </a:cubicBezTo>
                  <a:cubicBezTo>
                    <a:pt x="143904" y="273882"/>
                    <a:pt x="139686" y="269665"/>
                    <a:pt x="139192" y="269170"/>
                  </a:cubicBezTo>
                  <a:cubicBezTo>
                    <a:pt x="139264" y="269242"/>
                    <a:pt x="139390" y="269368"/>
                    <a:pt x="139471" y="269449"/>
                  </a:cubicBezTo>
                  <a:lnTo>
                    <a:pt x="139534" y="269512"/>
                  </a:lnTo>
                  <a:cubicBezTo>
                    <a:pt x="139534" y="269512"/>
                    <a:pt x="139552" y="269530"/>
                    <a:pt x="139534" y="269512"/>
                  </a:cubicBezTo>
                  <a:lnTo>
                    <a:pt x="139471" y="269449"/>
                  </a:lnTo>
                  <a:lnTo>
                    <a:pt x="139390" y="269368"/>
                  </a:lnTo>
                  <a:cubicBezTo>
                    <a:pt x="134813" y="264791"/>
                    <a:pt x="134139" y="257418"/>
                    <a:pt x="138176" y="252365"/>
                  </a:cubicBezTo>
                  <a:cubicBezTo>
                    <a:pt x="142960" y="246376"/>
                    <a:pt x="151744" y="246008"/>
                    <a:pt x="157013" y="251268"/>
                  </a:cubicBezTo>
                  <a:cubicBezTo>
                    <a:pt x="157175" y="251430"/>
                    <a:pt x="157274" y="251529"/>
                    <a:pt x="157337" y="251591"/>
                  </a:cubicBezTo>
                  <a:cubicBezTo>
                    <a:pt x="157256" y="251511"/>
                    <a:pt x="157130" y="251385"/>
                    <a:pt x="157058" y="251313"/>
                  </a:cubicBezTo>
                  <a:cubicBezTo>
                    <a:pt x="157553" y="251807"/>
                    <a:pt x="161770" y="256024"/>
                    <a:pt x="183260" y="277523"/>
                  </a:cubicBezTo>
                  <a:cubicBezTo>
                    <a:pt x="188520" y="282784"/>
                    <a:pt x="197018" y="282837"/>
                    <a:pt x="202341" y="277685"/>
                  </a:cubicBezTo>
                  <a:cubicBezTo>
                    <a:pt x="202403" y="277631"/>
                    <a:pt x="202457" y="277577"/>
                    <a:pt x="202511" y="277523"/>
                  </a:cubicBezTo>
                  <a:lnTo>
                    <a:pt x="230376" y="249649"/>
                  </a:lnTo>
                  <a:lnTo>
                    <a:pt x="246669" y="265942"/>
                  </a:lnTo>
                  <a:lnTo>
                    <a:pt x="243630" y="268981"/>
                  </a:lnTo>
                  <a:cubicBezTo>
                    <a:pt x="228146" y="284465"/>
                    <a:pt x="230242" y="312645"/>
                    <a:pt x="245159" y="326798"/>
                  </a:cubicBezTo>
                  <a:cubicBezTo>
                    <a:pt x="260912" y="340969"/>
                    <a:pt x="284992" y="340339"/>
                    <a:pt x="299981" y="325341"/>
                  </a:cubicBezTo>
                  <a:lnTo>
                    <a:pt x="303020" y="322311"/>
                  </a:lnTo>
                  <a:lnTo>
                    <a:pt x="319322" y="338604"/>
                  </a:lnTo>
                  <a:lnTo>
                    <a:pt x="230368" y="427558"/>
                  </a:lnTo>
                  <a:close/>
                  <a:moveTo>
                    <a:pt x="426395" y="318202"/>
                  </a:moveTo>
                  <a:cubicBezTo>
                    <a:pt x="421467" y="323129"/>
                    <a:pt x="413456" y="323138"/>
                    <a:pt x="408529" y="318211"/>
                  </a:cubicBezTo>
                  <a:lnTo>
                    <a:pt x="383720" y="293403"/>
                  </a:lnTo>
                  <a:cubicBezTo>
                    <a:pt x="378389" y="288071"/>
                    <a:pt x="369765" y="288116"/>
                    <a:pt x="364478" y="293403"/>
                  </a:cubicBezTo>
                  <a:lnTo>
                    <a:pt x="338564" y="319326"/>
                  </a:lnTo>
                  <a:lnTo>
                    <a:pt x="312641" y="293403"/>
                  </a:lnTo>
                  <a:cubicBezTo>
                    <a:pt x="307327" y="288089"/>
                    <a:pt x="298704" y="288089"/>
                    <a:pt x="293390" y="293403"/>
                  </a:cubicBezTo>
                  <a:lnTo>
                    <a:pt x="280730" y="306063"/>
                  </a:lnTo>
                  <a:cubicBezTo>
                    <a:pt x="276135" y="310658"/>
                    <a:pt x="268861" y="310999"/>
                    <a:pt x="263880" y="306980"/>
                  </a:cubicBezTo>
                  <a:cubicBezTo>
                    <a:pt x="259320" y="301396"/>
                    <a:pt x="258772" y="292288"/>
                    <a:pt x="262864" y="288196"/>
                  </a:cubicBezTo>
                  <a:lnTo>
                    <a:pt x="275523" y="275536"/>
                  </a:lnTo>
                  <a:cubicBezTo>
                    <a:pt x="280838" y="270222"/>
                    <a:pt x="280838" y="261599"/>
                    <a:pt x="275523" y="256285"/>
                  </a:cubicBezTo>
                  <a:lnTo>
                    <a:pt x="249610" y="230371"/>
                  </a:lnTo>
                  <a:lnTo>
                    <a:pt x="267854" y="212127"/>
                  </a:lnTo>
                  <a:lnTo>
                    <a:pt x="284479" y="228762"/>
                  </a:lnTo>
                  <a:cubicBezTo>
                    <a:pt x="292015" y="236287"/>
                    <a:pt x="302013" y="240433"/>
                    <a:pt x="312650" y="240433"/>
                  </a:cubicBezTo>
                  <a:lnTo>
                    <a:pt x="312668" y="240433"/>
                  </a:lnTo>
                  <a:cubicBezTo>
                    <a:pt x="324403" y="240433"/>
                    <a:pt x="335381" y="235379"/>
                    <a:pt x="343105" y="226298"/>
                  </a:cubicBezTo>
                  <a:cubicBezTo>
                    <a:pt x="348446" y="220022"/>
                    <a:pt x="351701" y="212163"/>
                    <a:pt x="352375" y="203944"/>
                  </a:cubicBezTo>
                  <a:cubicBezTo>
                    <a:pt x="353347" y="192058"/>
                    <a:pt x="349166" y="180710"/>
                    <a:pt x="340848" y="172393"/>
                  </a:cubicBezTo>
                  <a:lnTo>
                    <a:pt x="324214" y="155767"/>
                  </a:lnTo>
                  <a:lnTo>
                    <a:pt x="338564" y="141425"/>
                  </a:lnTo>
                  <a:lnTo>
                    <a:pt x="427510" y="230371"/>
                  </a:lnTo>
                  <a:lnTo>
                    <a:pt x="401587" y="256294"/>
                  </a:lnTo>
                  <a:cubicBezTo>
                    <a:pt x="396300" y="261581"/>
                    <a:pt x="396255" y="270213"/>
                    <a:pt x="401587" y="275536"/>
                  </a:cubicBezTo>
                  <a:lnTo>
                    <a:pt x="426395" y="300344"/>
                  </a:lnTo>
                  <a:cubicBezTo>
                    <a:pt x="431322" y="305272"/>
                    <a:pt x="431322" y="313283"/>
                    <a:pt x="426395" y="3182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47"/>
            <p:cNvSpPr/>
            <p:nvPr/>
          </p:nvSpPr>
          <p:spPr>
            <a:xfrm>
              <a:off x="7307612" y="3989080"/>
              <a:ext cx="63" cy="62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3" y="63"/>
                  </a:moveTo>
                  <a:lnTo>
                    <a:pt x="0" y="0"/>
                  </a:lnTo>
                  <a:cubicBezTo>
                    <a:pt x="0" y="0"/>
                    <a:pt x="54" y="54"/>
                    <a:pt x="63" y="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47"/>
            <p:cNvSpPr/>
            <p:nvPr/>
          </p:nvSpPr>
          <p:spPr>
            <a:xfrm>
              <a:off x="7307675" y="3989143"/>
              <a:ext cx="8" cy="8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0" y="0"/>
                  </a:moveTo>
                  <a:cubicBezTo>
                    <a:pt x="0" y="0"/>
                    <a:pt x="18" y="18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1" name="Google Shape;1211;p47"/>
          <p:cNvGrpSpPr/>
          <p:nvPr/>
        </p:nvGrpSpPr>
        <p:grpSpPr>
          <a:xfrm>
            <a:off x="931587" y="3496208"/>
            <a:ext cx="460625" cy="460632"/>
            <a:chOff x="7834479" y="3738053"/>
            <a:chExt cx="460625" cy="460632"/>
          </a:xfrm>
        </p:grpSpPr>
        <p:sp>
          <p:nvSpPr>
            <p:cNvPr id="1212" name="Google Shape;1212;p47"/>
            <p:cNvSpPr/>
            <p:nvPr/>
          </p:nvSpPr>
          <p:spPr>
            <a:xfrm>
              <a:off x="7834479" y="3738053"/>
              <a:ext cx="460625" cy="460632"/>
            </a:xfrm>
            <a:custGeom>
              <a:avLst/>
              <a:gdLst/>
              <a:ahLst/>
              <a:cxnLst/>
              <a:rect l="l" t="t" r="r" b="b"/>
              <a:pathLst>
                <a:path w="460625" h="460632" extrusionOk="0">
                  <a:moveTo>
                    <a:pt x="408599" y="284575"/>
                  </a:moveTo>
                  <a:cubicBezTo>
                    <a:pt x="394878" y="284575"/>
                    <a:pt x="382389" y="289952"/>
                    <a:pt x="373118" y="298692"/>
                  </a:cubicBezTo>
                  <a:lnTo>
                    <a:pt x="305690" y="253042"/>
                  </a:lnTo>
                  <a:cubicBezTo>
                    <a:pt x="312955" y="229645"/>
                    <a:pt x="309035" y="203165"/>
                    <a:pt x="293236" y="182349"/>
                  </a:cubicBezTo>
                  <a:lnTo>
                    <a:pt x="354802" y="123274"/>
                  </a:lnTo>
                  <a:lnTo>
                    <a:pt x="354766" y="123274"/>
                  </a:lnTo>
                  <a:cubicBezTo>
                    <a:pt x="367220" y="131861"/>
                    <a:pt x="382650" y="136384"/>
                    <a:pt x="399185" y="134909"/>
                  </a:cubicBezTo>
                  <a:cubicBezTo>
                    <a:pt x="431205" y="132068"/>
                    <a:pt x="457002" y="106621"/>
                    <a:pt x="460266" y="74638"/>
                  </a:cubicBezTo>
                  <a:cubicBezTo>
                    <a:pt x="464564" y="32458"/>
                    <a:pt x="429811" y="-2960"/>
                    <a:pt x="387838" y="196"/>
                  </a:cubicBezTo>
                  <a:cubicBezTo>
                    <a:pt x="354874" y="2677"/>
                    <a:pt x="328322" y="29068"/>
                    <a:pt x="325678" y="62022"/>
                  </a:cubicBezTo>
                  <a:cubicBezTo>
                    <a:pt x="324437" y="77425"/>
                    <a:pt x="328385" y="91857"/>
                    <a:pt x="335974" y="103771"/>
                  </a:cubicBezTo>
                  <a:lnTo>
                    <a:pt x="273275" y="163934"/>
                  </a:lnTo>
                  <a:cubicBezTo>
                    <a:pt x="251425" y="149655"/>
                    <a:pt x="224441" y="147470"/>
                    <a:pt x="201225" y="156723"/>
                  </a:cubicBezTo>
                  <a:lnTo>
                    <a:pt x="166553" y="98502"/>
                  </a:lnTo>
                  <a:cubicBezTo>
                    <a:pt x="178727" y="87109"/>
                    <a:pt x="185912" y="70457"/>
                    <a:pt x="184428" y="52204"/>
                  </a:cubicBezTo>
                  <a:cubicBezTo>
                    <a:pt x="182162" y="24249"/>
                    <a:pt x="159404" y="1913"/>
                    <a:pt x="131413" y="124"/>
                  </a:cubicBezTo>
                  <a:cubicBezTo>
                    <a:pt x="96364" y="-2115"/>
                    <a:pt x="67474" y="27584"/>
                    <a:pt x="71088" y="62895"/>
                  </a:cubicBezTo>
                  <a:cubicBezTo>
                    <a:pt x="73848" y="89888"/>
                    <a:pt x="95725" y="111342"/>
                    <a:pt x="122763" y="113635"/>
                  </a:cubicBezTo>
                  <a:cubicBezTo>
                    <a:pt x="129795" y="114228"/>
                    <a:pt x="136575" y="113536"/>
                    <a:pt x="142923" y="111764"/>
                  </a:cubicBezTo>
                  <a:lnTo>
                    <a:pt x="178152" y="170921"/>
                  </a:lnTo>
                  <a:lnTo>
                    <a:pt x="178278" y="170921"/>
                  </a:lnTo>
                  <a:cubicBezTo>
                    <a:pt x="166382" y="181441"/>
                    <a:pt x="157678" y="195477"/>
                    <a:pt x="153802" y="211383"/>
                  </a:cubicBezTo>
                  <a:lnTo>
                    <a:pt x="103818" y="203093"/>
                  </a:lnTo>
                  <a:cubicBezTo>
                    <a:pt x="100932" y="177152"/>
                    <a:pt x="78866" y="156903"/>
                    <a:pt x="52160" y="156903"/>
                  </a:cubicBezTo>
                  <a:cubicBezTo>
                    <a:pt x="20950" y="156903"/>
                    <a:pt x="-3911" y="184543"/>
                    <a:pt x="737" y="216625"/>
                  </a:cubicBezTo>
                  <a:cubicBezTo>
                    <a:pt x="3983" y="239006"/>
                    <a:pt x="21697" y="256863"/>
                    <a:pt x="44059" y="260253"/>
                  </a:cubicBezTo>
                  <a:cubicBezTo>
                    <a:pt x="68579" y="263975"/>
                    <a:pt x="90573" y="250443"/>
                    <a:pt x="99682" y="229942"/>
                  </a:cubicBezTo>
                  <a:lnTo>
                    <a:pt x="152022" y="238628"/>
                  </a:lnTo>
                  <a:cubicBezTo>
                    <a:pt x="153668" y="253959"/>
                    <a:pt x="159719" y="267995"/>
                    <a:pt x="168881" y="279432"/>
                  </a:cubicBezTo>
                  <a:lnTo>
                    <a:pt x="93792" y="348614"/>
                  </a:lnTo>
                  <a:cubicBezTo>
                    <a:pt x="84288" y="342473"/>
                    <a:pt x="72985" y="338912"/>
                    <a:pt x="60856" y="338912"/>
                  </a:cubicBezTo>
                  <a:cubicBezTo>
                    <a:pt x="27299" y="338912"/>
                    <a:pt x="0" y="366211"/>
                    <a:pt x="0" y="399777"/>
                  </a:cubicBezTo>
                  <a:cubicBezTo>
                    <a:pt x="0" y="433343"/>
                    <a:pt x="27299" y="460632"/>
                    <a:pt x="60865" y="460632"/>
                  </a:cubicBezTo>
                  <a:cubicBezTo>
                    <a:pt x="94431" y="460632"/>
                    <a:pt x="121729" y="433334"/>
                    <a:pt x="121729" y="399777"/>
                  </a:cubicBezTo>
                  <a:cubicBezTo>
                    <a:pt x="121729" y="388168"/>
                    <a:pt x="118456" y="377306"/>
                    <a:pt x="112791" y="368063"/>
                  </a:cubicBezTo>
                  <a:lnTo>
                    <a:pt x="189373" y="297514"/>
                  </a:lnTo>
                  <a:cubicBezTo>
                    <a:pt x="203014" y="305886"/>
                    <a:pt x="219055" y="310076"/>
                    <a:pt x="236022" y="308961"/>
                  </a:cubicBezTo>
                  <a:lnTo>
                    <a:pt x="241202" y="339047"/>
                  </a:lnTo>
                  <a:lnTo>
                    <a:pt x="240878" y="339047"/>
                  </a:lnTo>
                  <a:cubicBezTo>
                    <a:pt x="240878" y="339047"/>
                    <a:pt x="210881" y="364610"/>
                    <a:pt x="210881" y="385390"/>
                  </a:cubicBezTo>
                  <a:cubicBezTo>
                    <a:pt x="210881" y="413974"/>
                    <a:pt x="234143" y="437236"/>
                    <a:pt x="262728" y="437236"/>
                  </a:cubicBezTo>
                  <a:cubicBezTo>
                    <a:pt x="291312" y="437236"/>
                    <a:pt x="314574" y="413974"/>
                    <a:pt x="314574" y="385390"/>
                  </a:cubicBezTo>
                  <a:cubicBezTo>
                    <a:pt x="314574" y="358433"/>
                    <a:pt x="267592" y="333652"/>
                    <a:pt x="267592" y="333652"/>
                  </a:cubicBezTo>
                  <a:lnTo>
                    <a:pt x="267754" y="333652"/>
                  </a:lnTo>
                  <a:lnTo>
                    <a:pt x="262260" y="301785"/>
                  </a:lnTo>
                  <a:cubicBezTo>
                    <a:pt x="274552" y="296345"/>
                    <a:pt x="285216" y="287839"/>
                    <a:pt x="293245" y="277256"/>
                  </a:cubicBezTo>
                  <a:lnTo>
                    <a:pt x="358966" y="321747"/>
                  </a:lnTo>
                  <a:cubicBezTo>
                    <a:pt x="349192" y="354890"/>
                    <a:pt x="374269" y="388114"/>
                    <a:pt x="408698" y="388069"/>
                  </a:cubicBezTo>
                  <a:cubicBezTo>
                    <a:pt x="435700" y="388033"/>
                    <a:pt x="458413" y="366867"/>
                    <a:pt x="460257" y="339937"/>
                  </a:cubicBezTo>
                  <a:cubicBezTo>
                    <a:pt x="462316" y="309779"/>
                    <a:pt x="438362" y="284566"/>
                    <a:pt x="408627" y="284566"/>
                  </a:cubicBezTo>
                  <a:close/>
                  <a:moveTo>
                    <a:pt x="393062" y="26829"/>
                  </a:moveTo>
                  <a:cubicBezTo>
                    <a:pt x="415397" y="26829"/>
                    <a:pt x="433569" y="45001"/>
                    <a:pt x="433569" y="67337"/>
                  </a:cubicBezTo>
                  <a:cubicBezTo>
                    <a:pt x="433569" y="89672"/>
                    <a:pt x="415397" y="107853"/>
                    <a:pt x="393062" y="107853"/>
                  </a:cubicBezTo>
                  <a:cubicBezTo>
                    <a:pt x="370726" y="107853"/>
                    <a:pt x="352554" y="89681"/>
                    <a:pt x="352554" y="67337"/>
                  </a:cubicBezTo>
                  <a:cubicBezTo>
                    <a:pt x="352554" y="44992"/>
                    <a:pt x="370718" y="26829"/>
                    <a:pt x="393062" y="26829"/>
                  </a:cubicBezTo>
                  <a:close/>
                  <a:moveTo>
                    <a:pt x="127637" y="86507"/>
                  </a:moveTo>
                  <a:cubicBezTo>
                    <a:pt x="111191" y="86507"/>
                    <a:pt x="97802" y="73118"/>
                    <a:pt x="97802" y="56663"/>
                  </a:cubicBezTo>
                  <a:cubicBezTo>
                    <a:pt x="97802" y="40209"/>
                    <a:pt x="111182" y="26820"/>
                    <a:pt x="127637" y="26820"/>
                  </a:cubicBezTo>
                  <a:cubicBezTo>
                    <a:pt x="144092" y="26820"/>
                    <a:pt x="157471" y="40209"/>
                    <a:pt x="157471" y="56663"/>
                  </a:cubicBezTo>
                  <a:cubicBezTo>
                    <a:pt x="157471" y="73118"/>
                    <a:pt x="144092" y="86507"/>
                    <a:pt x="127637" y="86507"/>
                  </a:cubicBezTo>
                  <a:close/>
                  <a:moveTo>
                    <a:pt x="76789" y="212345"/>
                  </a:moveTo>
                  <a:cubicBezTo>
                    <a:pt x="74972" y="224205"/>
                    <a:pt x="64695" y="233323"/>
                    <a:pt x="52332" y="233323"/>
                  </a:cubicBezTo>
                  <a:cubicBezTo>
                    <a:pt x="38691" y="233323"/>
                    <a:pt x="27587" y="222227"/>
                    <a:pt x="27587" y="208578"/>
                  </a:cubicBezTo>
                  <a:cubicBezTo>
                    <a:pt x="27587" y="194928"/>
                    <a:pt x="38691" y="183833"/>
                    <a:pt x="52332" y="183833"/>
                  </a:cubicBezTo>
                  <a:cubicBezTo>
                    <a:pt x="67446" y="183833"/>
                    <a:pt x="79100" y="197356"/>
                    <a:pt x="76789" y="212345"/>
                  </a:cubicBezTo>
                  <a:close/>
                  <a:moveTo>
                    <a:pt x="60999" y="432551"/>
                  </a:moveTo>
                  <a:cubicBezTo>
                    <a:pt x="42476" y="432551"/>
                    <a:pt x="27407" y="417481"/>
                    <a:pt x="27407" y="398967"/>
                  </a:cubicBezTo>
                  <a:cubicBezTo>
                    <a:pt x="27407" y="380454"/>
                    <a:pt x="42486" y="365374"/>
                    <a:pt x="60999" y="365374"/>
                  </a:cubicBezTo>
                  <a:cubicBezTo>
                    <a:pt x="79514" y="365374"/>
                    <a:pt x="94593" y="380327"/>
                    <a:pt x="94593" y="398967"/>
                  </a:cubicBezTo>
                  <a:cubicBezTo>
                    <a:pt x="94593" y="417490"/>
                    <a:pt x="79522" y="432551"/>
                    <a:pt x="60999" y="432551"/>
                  </a:cubicBezTo>
                  <a:close/>
                  <a:moveTo>
                    <a:pt x="262710" y="360672"/>
                  </a:moveTo>
                  <a:cubicBezTo>
                    <a:pt x="276350" y="360672"/>
                    <a:pt x="287455" y="371768"/>
                    <a:pt x="287455" y="385417"/>
                  </a:cubicBezTo>
                  <a:cubicBezTo>
                    <a:pt x="287455" y="399066"/>
                    <a:pt x="276350" y="410162"/>
                    <a:pt x="262710" y="410162"/>
                  </a:cubicBezTo>
                  <a:cubicBezTo>
                    <a:pt x="249069" y="410162"/>
                    <a:pt x="237964" y="399057"/>
                    <a:pt x="237964" y="385417"/>
                  </a:cubicBezTo>
                  <a:cubicBezTo>
                    <a:pt x="237964" y="371777"/>
                    <a:pt x="249069" y="360672"/>
                    <a:pt x="262710" y="360672"/>
                  </a:cubicBezTo>
                  <a:close/>
                  <a:moveTo>
                    <a:pt x="230295" y="281473"/>
                  </a:moveTo>
                  <a:cubicBezTo>
                    <a:pt x="201728" y="281473"/>
                    <a:pt x="178575" y="258320"/>
                    <a:pt x="178575" y="229753"/>
                  </a:cubicBezTo>
                  <a:cubicBezTo>
                    <a:pt x="178575" y="201186"/>
                    <a:pt x="201728" y="178033"/>
                    <a:pt x="230295" y="178033"/>
                  </a:cubicBezTo>
                  <a:cubicBezTo>
                    <a:pt x="258861" y="178033"/>
                    <a:pt x="282015" y="201186"/>
                    <a:pt x="282015" y="229753"/>
                  </a:cubicBezTo>
                  <a:cubicBezTo>
                    <a:pt x="282015" y="258320"/>
                    <a:pt x="258861" y="281473"/>
                    <a:pt x="230295" y="281473"/>
                  </a:cubicBezTo>
                  <a:close/>
                  <a:moveTo>
                    <a:pt x="408680" y="361220"/>
                  </a:moveTo>
                  <a:cubicBezTo>
                    <a:pt x="395013" y="361220"/>
                    <a:pt x="383926" y="350134"/>
                    <a:pt x="383926" y="336466"/>
                  </a:cubicBezTo>
                  <a:cubicBezTo>
                    <a:pt x="383926" y="322799"/>
                    <a:pt x="395013" y="311712"/>
                    <a:pt x="408680" y="311712"/>
                  </a:cubicBezTo>
                  <a:cubicBezTo>
                    <a:pt x="422348" y="311712"/>
                    <a:pt x="433435" y="322799"/>
                    <a:pt x="433435" y="336466"/>
                  </a:cubicBezTo>
                  <a:cubicBezTo>
                    <a:pt x="433435" y="350134"/>
                    <a:pt x="422348" y="361220"/>
                    <a:pt x="408680" y="3612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47"/>
            <p:cNvSpPr/>
            <p:nvPr/>
          </p:nvSpPr>
          <p:spPr>
            <a:xfrm>
              <a:off x="8046691" y="3949733"/>
              <a:ext cx="36128" cy="36137"/>
            </a:xfrm>
            <a:custGeom>
              <a:avLst/>
              <a:gdLst/>
              <a:ahLst/>
              <a:cxnLst/>
              <a:rect l="l" t="t" r="r" b="b"/>
              <a:pathLst>
                <a:path w="36128" h="36137" extrusionOk="0">
                  <a:moveTo>
                    <a:pt x="18065" y="0"/>
                  </a:moveTo>
                  <a:cubicBezTo>
                    <a:pt x="8084" y="0"/>
                    <a:pt x="0" y="8093"/>
                    <a:pt x="0" y="18064"/>
                  </a:cubicBezTo>
                  <a:cubicBezTo>
                    <a:pt x="0" y="28036"/>
                    <a:pt x="8093" y="36137"/>
                    <a:pt x="18065" y="36137"/>
                  </a:cubicBezTo>
                  <a:cubicBezTo>
                    <a:pt x="28036" y="36137"/>
                    <a:pt x="36129" y="28045"/>
                    <a:pt x="36129" y="18064"/>
                  </a:cubicBezTo>
                  <a:cubicBezTo>
                    <a:pt x="36129" y="8084"/>
                    <a:pt x="28036" y="0"/>
                    <a:pt x="18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47"/>
            <p:cNvSpPr/>
            <p:nvPr/>
          </p:nvSpPr>
          <p:spPr>
            <a:xfrm>
              <a:off x="7877405" y="4118956"/>
              <a:ext cx="36128" cy="36128"/>
            </a:xfrm>
            <a:custGeom>
              <a:avLst/>
              <a:gdLst/>
              <a:ahLst/>
              <a:cxnLst/>
              <a:rect l="l" t="t" r="r" b="b"/>
              <a:pathLst>
                <a:path w="36128" h="36128" extrusionOk="0">
                  <a:moveTo>
                    <a:pt x="18065" y="0"/>
                  </a:moveTo>
                  <a:cubicBezTo>
                    <a:pt x="8093" y="0"/>
                    <a:pt x="0" y="8084"/>
                    <a:pt x="0" y="18064"/>
                  </a:cubicBezTo>
                  <a:cubicBezTo>
                    <a:pt x="0" y="28045"/>
                    <a:pt x="8093" y="36128"/>
                    <a:pt x="18065" y="36128"/>
                  </a:cubicBezTo>
                  <a:cubicBezTo>
                    <a:pt x="28036" y="36128"/>
                    <a:pt x="36129" y="28036"/>
                    <a:pt x="36129" y="18064"/>
                  </a:cubicBezTo>
                  <a:cubicBezTo>
                    <a:pt x="36129" y="8093"/>
                    <a:pt x="28036" y="0"/>
                    <a:pt x="18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47"/>
            <p:cNvSpPr/>
            <p:nvPr/>
          </p:nvSpPr>
          <p:spPr>
            <a:xfrm>
              <a:off x="7948575" y="3781166"/>
              <a:ext cx="27100" cy="27100"/>
            </a:xfrm>
            <a:custGeom>
              <a:avLst/>
              <a:gdLst/>
              <a:ahLst/>
              <a:cxnLst/>
              <a:rect l="l" t="t" r="r" b="b"/>
              <a:pathLst>
                <a:path w="27100" h="27100" extrusionOk="0">
                  <a:moveTo>
                    <a:pt x="13550" y="0"/>
                  </a:moveTo>
                  <a:cubicBezTo>
                    <a:pt x="6060" y="0"/>
                    <a:pt x="0" y="6069"/>
                    <a:pt x="0" y="13550"/>
                  </a:cubicBezTo>
                  <a:cubicBezTo>
                    <a:pt x="0" y="21031"/>
                    <a:pt x="6060" y="27101"/>
                    <a:pt x="13550" y="27101"/>
                  </a:cubicBezTo>
                  <a:cubicBezTo>
                    <a:pt x="21040" y="27101"/>
                    <a:pt x="27101" y="21031"/>
                    <a:pt x="27101" y="13550"/>
                  </a:cubicBezTo>
                  <a:cubicBezTo>
                    <a:pt x="27101" y="6069"/>
                    <a:pt x="21031" y="0"/>
                    <a:pt x="135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47"/>
            <p:cNvSpPr/>
            <p:nvPr/>
          </p:nvSpPr>
          <p:spPr>
            <a:xfrm>
              <a:off x="8209477" y="3787325"/>
              <a:ext cx="36128" cy="36128"/>
            </a:xfrm>
            <a:custGeom>
              <a:avLst/>
              <a:gdLst/>
              <a:ahLst/>
              <a:cxnLst/>
              <a:rect l="l" t="t" r="r" b="b"/>
              <a:pathLst>
                <a:path w="36128" h="36128" extrusionOk="0">
                  <a:moveTo>
                    <a:pt x="18065" y="0"/>
                  </a:moveTo>
                  <a:cubicBezTo>
                    <a:pt x="8075" y="0"/>
                    <a:pt x="0" y="8093"/>
                    <a:pt x="0" y="18064"/>
                  </a:cubicBezTo>
                  <a:cubicBezTo>
                    <a:pt x="0" y="28036"/>
                    <a:pt x="8084" y="36128"/>
                    <a:pt x="18065" y="36128"/>
                  </a:cubicBezTo>
                  <a:cubicBezTo>
                    <a:pt x="28045" y="36128"/>
                    <a:pt x="36129" y="28045"/>
                    <a:pt x="36129" y="18064"/>
                  </a:cubicBezTo>
                  <a:cubicBezTo>
                    <a:pt x="36129" y="8093"/>
                    <a:pt x="28036" y="0"/>
                    <a:pt x="18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7" name="Google Shape;1217;p47"/>
          <p:cNvGrpSpPr/>
          <p:nvPr/>
        </p:nvGrpSpPr>
        <p:grpSpPr>
          <a:xfrm>
            <a:off x="931692" y="1872771"/>
            <a:ext cx="460382" cy="330893"/>
            <a:chOff x="1920918" y="2978345"/>
            <a:chExt cx="460382" cy="330893"/>
          </a:xfrm>
        </p:grpSpPr>
        <p:sp>
          <p:nvSpPr>
            <p:cNvPr id="1218" name="Google Shape;1218;p47"/>
            <p:cNvSpPr/>
            <p:nvPr/>
          </p:nvSpPr>
          <p:spPr>
            <a:xfrm>
              <a:off x="1920918" y="2978345"/>
              <a:ext cx="180732" cy="330893"/>
            </a:xfrm>
            <a:custGeom>
              <a:avLst/>
              <a:gdLst/>
              <a:ahLst/>
              <a:cxnLst/>
              <a:rect l="l" t="t" r="r" b="b"/>
              <a:pathLst>
                <a:path w="180732" h="330893" extrusionOk="0">
                  <a:moveTo>
                    <a:pt x="152571" y="0"/>
                  </a:moveTo>
                  <a:lnTo>
                    <a:pt x="28198" y="0"/>
                  </a:lnTo>
                  <a:cubicBezTo>
                    <a:pt x="12624" y="0"/>
                    <a:pt x="0" y="12624"/>
                    <a:pt x="0" y="28198"/>
                  </a:cubicBezTo>
                  <a:lnTo>
                    <a:pt x="0" y="302695"/>
                  </a:lnTo>
                  <a:cubicBezTo>
                    <a:pt x="0" y="318269"/>
                    <a:pt x="12624" y="330893"/>
                    <a:pt x="28198" y="330893"/>
                  </a:cubicBezTo>
                  <a:lnTo>
                    <a:pt x="152535" y="330893"/>
                  </a:lnTo>
                  <a:cubicBezTo>
                    <a:pt x="168108" y="330893"/>
                    <a:pt x="180733" y="318269"/>
                    <a:pt x="180733" y="302695"/>
                  </a:cubicBezTo>
                  <a:lnTo>
                    <a:pt x="180733" y="28216"/>
                  </a:lnTo>
                  <a:cubicBezTo>
                    <a:pt x="180733" y="12660"/>
                    <a:pt x="168099" y="0"/>
                    <a:pt x="152571" y="0"/>
                  </a:cubicBezTo>
                  <a:close/>
                  <a:moveTo>
                    <a:pt x="153758" y="302075"/>
                  </a:moveTo>
                  <a:cubicBezTo>
                    <a:pt x="153758" y="303595"/>
                    <a:pt x="152526" y="304818"/>
                    <a:pt x="151015" y="304818"/>
                  </a:cubicBezTo>
                  <a:lnTo>
                    <a:pt x="30617" y="304818"/>
                  </a:lnTo>
                  <a:cubicBezTo>
                    <a:pt x="29097" y="304818"/>
                    <a:pt x="27865" y="303604"/>
                    <a:pt x="27874" y="302102"/>
                  </a:cubicBezTo>
                  <a:lnTo>
                    <a:pt x="27910" y="285036"/>
                  </a:lnTo>
                  <a:lnTo>
                    <a:pt x="153758" y="285036"/>
                  </a:lnTo>
                  <a:lnTo>
                    <a:pt x="153758" y="302075"/>
                  </a:lnTo>
                  <a:close/>
                  <a:moveTo>
                    <a:pt x="153758" y="257162"/>
                  </a:moveTo>
                  <a:lnTo>
                    <a:pt x="27874" y="257162"/>
                  </a:lnTo>
                  <a:lnTo>
                    <a:pt x="27874" y="72833"/>
                  </a:lnTo>
                  <a:lnTo>
                    <a:pt x="153758" y="72833"/>
                  </a:lnTo>
                  <a:lnTo>
                    <a:pt x="153758" y="257162"/>
                  </a:lnTo>
                  <a:close/>
                  <a:moveTo>
                    <a:pt x="153758" y="46757"/>
                  </a:moveTo>
                  <a:lnTo>
                    <a:pt x="27874" y="46757"/>
                  </a:lnTo>
                  <a:lnTo>
                    <a:pt x="27874" y="29718"/>
                  </a:lnTo>
                  <a:cubicBezTo>
                    <a:pt x="27874" y="28207"/>
                    <a:pt x="29097" y="26975"/>
                    <a:pt x="30617" y="26975"/>
                  </a:cubicBezTo>
                  <a:lnTo>
                    <a:pt x="151015" y="26975"/>
                  </a:lnTo>
                  <a:cubicBezTo>
                    <a:pt x="152535" y="26975"/>
                    <a:pt x="153758" y="28207"/>
                    <a:pt x="153758" y="29718"/>
                  </a:cubicBezTo>
                  <a:lnTo>
                    <a:pt x="153758" y="46757"/>
                  </a:lnTo>
                  <a:lnTo>
                    <a:pt x="153758" y="4675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47"/>
            <p:cNvSpPr/>
            <p:nvPr/>
          </p:nvSpPr>
          <p:spPr>
            <a:xfrm>
              <a:off x="1962704" y="3063185"/>
              <a:ext cx="96873" cy="160245"/>
            </a:xfrm>
            <a:custGeom>
              <a:avLst/>
              <a:gdLst/>
              <a:ahLst/>
              <a:cxnLst/>
              <a:rect l="l" t="t" r="r" b="b"/>
              <a:pathLst>
                <a:path w="96873" h="160245" extrusionOk="0">
                  <a:moveTo>
                    <a:pt x="61915" y="66220"/>
                  </a:moveTo>
                  <a:lnTo>
                    <a:pt x="35434" y="66220"/>
                  </a:lnTo>
                  <a:cubicBezTo>
                    <a:pt x="31352" y="66750"/>
                    <a:pt x="28025" y="63424"/>
                    <a:pt x="28025" y="59341"/>
                  </a:cubicBezTo>
                  <a:cubicBezTo>
                    <a:pt x="28025" y="55259"/>
                    <a:pt x="35434" y="51833"/>
                    <a:pt x="35434" y="51833"/>
                  </a:cubicBezTo>
                  <a:lnTo>
                    <a:pt x="82802" y="51833"/>
                  </a:lnTo>
                  <a:cubicBezTo>
                    <a:pt x="89177" y="51833"/>
                    <a:pt x="94923" y="47607"/>
                    <a:pt x="96443" y="41421"/>
                  </a:cubicBezTo>
                  <a:cubicBezTo>
                    <a:pt x="98700" y="32196"/>
                    <a:pt x="91785" y="23959"/>
                    <a:pt x="82937" y="23959"/>
                  </a:cubicBezTo>
                  <a:lnTo>
                    <a:pt x="67013" y="23959"/>
                  </a:lnTo>
                  <a:lnTo>
                    <a:pt x="67013" y="14068"/>
                  </a:lnTo>
                  <a:cubicBezTo>
                    <a:pt x="67013" y="7684"/>
                    <a:pt x="62778" y="1912"/>
                    <a:pt x="56565" y="419"/>
                  </a:cubicBezTo>
                  <a:cubicBezTo>
                    <a:pt x="47357" y="-1793"/>
                    <a:pt x="39139" y="5059"/>
                    <a:pt x="39139" y="13808"/>
                  </a:cubicBezTo>
                  <a:lnTo>
                    <a:pt x="39139" y="23950"/>
                  </a:lnTo>
                  <a:lnTo>
                    <a:pt x="35398" y="23950"/>
                  </a:lnTo>
                  <a:cubicBezTo>
                    <a:pt x="19096" y="23950"/>
                    <a:pt x="4566" y="34974"/>
                    <a:pt x="933" y="50862"/>
                  </a:cubicBezTo>
                  <a:cubicBezTo>
                    <a:pt x="-4300" y="73728"/>
                    <a:pt x="13198" y="94085"/>
                    <a:pt x="35398" y="94085"/>
                  </a:cubicBezTo>
                  <a:lnTo>
                    <a:pt x="61744" y="94085"/>
                  </a:lnTo>
                  <a:cubicBezTo>
                    <a:pt x="65592" y="94085"/>
                    <a:pt x="68964" y="96980"/>
                    <a:pt x="69207" y="100820"/>
                  </a:cubicBezTo>
                  <a:cubicBezTo>
                    <a:pt x="69468" y="104992"/>
                    <a:pt x="66150" y="108472"/>
                    <a:pt x="62032" y="108472"/>
                  </a:cubicBezTo>
                  <a:lnTo>
                    <a:pt x="14457" y="108472"/>
                  </a:lnTo>
                  <a:cubicBezTo>
                    <a:pt x="8082" y="108472"/>
                    <a:pt x="2336" y="112698"/>
                    <a:pt x="816" y="118884"/>
                  </a:cubicBezTo>
                  <a:cubicBezTo>
                    <a:pt x="-1441" y="128110"/>
                    <a:pt x="5474" y="136346"/>
                    <a:pt x="14322" y="136346"/>
                  </a:cubicBezTo>
                  <a:lnTo>
                    <a:pt x="39157" y="136346"/>
                  </a:lnTo>
                  <a:lnTo>
                    <a:pt x="39157" y="146525"/>
                  </a:lnTo>
                  <a:cubicBezTo>
                    <a:pt x="39157" y="146525"/>
                    <a:pt x="45280" y="160246"/>
                    <a:pt x="52860" y="160246"/>
                  </a:cubicBezTo>
                  <a:cubicBezTo>
                    <a:pt x="60440" y="160246"/>
                    <a:pt x="66581" y="154105"/>
                    <a:pt x="67031" y="146525"/>
                  </a:cubicBezTo>
                  <a:lnTo>
                    <a:pt x="67031" y="136121"/>
                  </a:lnTo>
                  <a:cubicBezTo>
                    <a:pt x="83612" y="133837"/>
                    <a:pt x="96784" y="119226"/>
                    <a:pt x="96784" y="101593"/>
                  </a:cubicBezTo>
                  <a:cubicBezTo>
                    <a:pt x="96784" y="82378"/>
                    <a:pt x="81148" y="66741"/>
                    <a:pt x="61933" y="662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47"/>
            <p:cNvSpPr/>
            <p:nvPr/>
          </p:nvSpPr>
          <p:spPr>
            <a:xfrm>
              <a:off x="2200568" y="2978345"/>
              <a:ext cx="180732" cy="330893"/>
            </a:xfrm>
            <a:custGeom>
              <a:avLst/>
              <a:gdLst/>
              <a:ahLst/>
              <a:cxnLst/>
              <a:rect l="l" t="t" r="r" b="b"/>
              <a:pathLst>
                <a:path w="180732" h="330893" extrusionOk="0">
                  <a:moveTo>
                    <a:pt x="152535" y="0"/>
                  </a:moveTo>
                  <a:lnTo>
                    <a:pt x="28198" y="0"/>
                  </a:lnTo>
                  <a:cubicBezTo>
                    <a:pt x="12624" y="0"/>
                    <a:pt x="0" y="12624"/>
                    <a:pt x="0" y="28198"/>
                  </a:cubicBezTo>
                  <a:lnTo>
                    <a:pt x="0" y="302678"/>
                  </a:lnTo>
                  <a:cubicBezTo>
                    <a:pt x="0" y="318233"/>
                    <a:pt x="12633" y="330893"/>
                    <a:pt x="28162" y="330893"/>
                  </a:cubicBezTo>
                  <a:lnTo>
                    <a:pt x="152535" y="330893"/>
                  </a:lnTo>
                  <a:cubicBezTo>
                    <a:pt x="168108" y="330893"/>
                    <a:pt x="180733" y="318269"/>
                    <a:pt x="180733" y="302695"/>
                  </a:cubicBezTo>
                  <a:lnTo>
                    <a:pt x="180733" y="28198"/>
                  </a:lnTo>
                  <a:cubicBezTo>
                    <a:pt x="180733" y="12624"/>
                    <a:pt x="168108" y="0"/>
                    <a:pt x="152535" y="0"/>
                  </a:cubicBezTo>
                  <a:close/>
                  <a:moveTo>
                    <a:pt x="29717" y="26975"/>
                  </a:moveTo>
                  <a:lnTo>
                    <a:pt x="150116" y="26975"/>
                  </a:lnTo>
                  <a:cubicBezTo>
                    <a:pt x="151636" y="26975"/>
                    <a:pt x="152858" y="28207"/>
                    <a:pt x="152858" y="29718"/>
                  </a:cubicBezTo>
                  <a:lnTo>
                    <a:pt x="152858" y="46757"/>
                  </a:lnTo>
                  <a:lnTo>
                    <a:pt x="26975" y="46757"/>
                  </a:lnTo>
                  <a:lnTo>
                    <a:pt x="26975" y="29718"/>
                  </a:lnTo>
                  <a:cubicBezTo>
                    <a:pt x="26975" y="28198"/>
                    <a:pt x="28207" y="26975"/>
                    <a:pt x="29717" y="26975"/>
                  </a:cubicBezTo>
                  <a:close/>
                  <a:moveTo>
                    <a:pt x="26975" y="72833"/>
                  </a:moveTo>
                  <a:lnTo>
                    <a:pt x="152858" y="72833"/>
                  </a:lnTo>
                  <a:lnTo>
                    <a:pt x="152858" y="257162"/>
                  </a:lnTo>
                  <a:lnTo>
                    <a:pt x="26975" y="257162"/>
                  </a:lnTo>
                  <a:lnTo>
                    <a:pt x="26975" y="72833"/>
                  </a:lnTo>
                  <a:close/>
                  <a:moveTo>
                    <a:pt x="152858" y="302111"/>
                  </a:moveTo>
                  <a:cubicBezTo>
                    <a:pt x="152858" y="303613"/>
                    <a:pt x="151636" y="304818"/>
                    <a:pt x="150116" y="304818"/>
                  </a:cubicBezTo>
                  <a:lnTo>
                    <a:pt x="29717" y="304818"/>
                  </a:lnTo>
                  <a:cubicBezTo>
                    <a:pt x="28198" y="304818"/>
                    <a:pt x="26975" y="303586"/>
                    <a:pt x="26975" y="302075"/>
                  </a:cubicBezTo>
                  <a:lnTo>
                    <a:pt x="26975" y="285036"/>
                  </a:lnTo>
                  <a:lnTo>
                    <a:pt x="152858" y="285036"/>
                  </a:lnTo>
                  <a:lnTo>
                    <a:pt x="152858" y="302111"/>
                  </a:lnTo>
                  <a:lnTo>
                    <a:pt x="152858" y="3021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47"/>
            <p:cNvSpPr/>
            <p:nvPr/>
          </p:nvSpPr>
          <p:spPr>
            <a:xfrm>
              <a:off x="2233685" y="3074546"/>
              <a:ext cx="110489" cy="138471"/>
            </a:xfrm>
            <a:custGeom>
              <a:avLst/>
              <a:gdLst/>
              <a:ahLst/>
              <a:cxnLst/>
              <a:rect l="l" t="t" r="r" b="b"/>
              <a:pathLst>
                <a:path w="110489" h="138471" extrusionOk="0">
                  <a:moveTo>
                    <a:pt x="96507" y="87237"/>
                  </a:moveTo>
                  <a:cubicBezTo>
                    <a:pt x="89044" y="87174"/>
                    <a:pt x="82957" y="93172"/>
                    <a:pt x="82903" y="100608"/>
                  </a:cubicBezTo>
                  <a:cubicBezTo>
                    <a:pt x="82858" y="106587"/>
                    <a:pt x="78218" y="111497"/>
                    <a:pt x="72239" y="111497"/>
                  </a:cubicBezTo>
                  <a:lnTo>
                    <a:pt x="60442" y="111497"/>
                  </a:lnTo>
                  <a:cubicBezTo>
                    <a:pt x="54813" y="111497"/>
                    <a:pt x="50191" y="107127"/>
                    <a:pt x="49759" y="101606"/>
                  </a:cubicBezTo>
                  <a:lnTo>
                    <a:pt x="57249" y="101606"/>
                  </a:lnTo>
                  <a:cubicBezTo>
                    <a:pt x="63625" y="101606"/>
                    <a:pt x="69370" y="97380"/>
                    <a:pt x="70890" y="91194"/>
                  </a:cubicBezTo>
                  <a:cubicBezTo>
                    <a:pt x="73147" y="81968"/>
                    <a:pt x="66232" y="73732"/>
                    <a:pt x="57384" y="73732"/>
                  </a:cubicBezTo>
                  <a:lnTo>
                    <a:pt x="49607" y="73732"/>
                  </a:lnTo>
                  <a:lnTo>
                    <a:pt x="49607" y="65639"/>
                  </a:lnTo>
                  <a:lnTo>
                    <a:pt x="57249" y="65639"/>
                  </a:lnTo>
                  <a:cubicBezTo>
                    <a:pt x="63625" y="65639"/>
                    <a:pt x="69370" y="61413"/>
                    <a:pt x="70890" y="55227"/>
                  </a:cubicBezTo>
                  <a:cubicBezTo>
                    <a:pt x="73147" y="46001"/>
                    <a:pt x="66232" y="37765"/>
                    <a:pt x="57384" y="37765"/>
                  </a:cubicBezTo>
                  <a:lnTo>
                    <a:pt x="49759" y="37765"/>
                  </a:lnTo>
                  <a:cubicBezTo>
                    <a:pt x="50191" y="32244"/>
                    <a:pt x="54813" y="27874"/>
                    <a:pt x="60442" y="27874"/>
                  </a:cubicBezTo>
                  <a:lnTo>
                    <a:pt x="71780" y="27874"/>
                  </a:lnTo>
                  <a:cubicBezTo>
                    <a:pt x="77858" y="27874"/>
                    <a:pt x="82651" y="32874"/>
                    <a:pt x="82624" y="38952"/>
                  </a:cubicBezTo>
                  <a:cubicBezTo>
                    <a:pt x="82588" y="47881"/>
                    <a:pt x="90959" y="54876"/>
                    <a:pt x="100275" y="52466"/>
                  </a:cubicBezTo>
                  <a:cubicBezTo>
                    <a:pt x="106065" y="50965"/>
                    <a:pt x="110552" y="44581"/>
                    <a:pt x="110489" y="38592"/>
                  </a:cubicBezTo>
                  <a:cubicBezTo>
                    <a:pt x="110264" y="17273"/>
                    <a:pt x="92856" y="0"/>
                    <a:pt x="71483" y="0"/>
                  </a:cubicBezTo>
                  <a:lnTo>
                    <a:pt x="60657" y="0"/>
                  </a:lnTo>
                  <a:cubicBezTo>
                    <a:pt x="39653" y="0"/>
                    <a:pt x="22515" y="16868"/>
                    <a:pt x="22056" y="37765"/>
                  </a:cubicBezTo>
                  <a:lnTo>
                    <a:pt x="14071" y="37765"/>
                  </a:lnTo>
                  <a:cubicBezTo>
                    <a:pt x="7696" y="37765"/>
                    <a:pt x="1951" y="41991"/>
                    <a:pt x="431" y="48177"/>
                  </a:cubicBezTo>
                  <a:cubicBezTo>
                    <a:pt x="-1826" y="57403"/>
                    <a:pt x="5089" y="65639"/>
                    <a:pt x="13937" y="65639"/>
                  </a:cubicBezTo>
                  <a:lnTo>
                    <a:pt x="21714" y="65639"/>
                  </a:lnTo>
                  <a:lnTo>
                    <a:pt x="21714" y="73732"/>
                  </a:lnTo>
                  <a:lnTo>
                    <a:pt x="14071" y="73732"/>
                  </a:lnTo>
                  <a:cubicBezTo>
                    <a:pt x="7696" y="73732"/>
                    <a:pt x="1951" y="77958"/>
                    <a:pt x="431" y="84144"/>
                  </a:cubicBezTo>
                  <a:cubicBezTo>
                    <a:pt x="-1826" y="93369"/>
                    <a:pt x="5089" y="101606"/>
                    <a:pt x="13937" y="101606"/>
                  </a:cubicBezTo>
                  <a:lnTo>
                    <a:pt x="22515" y="101606"/>
                  </a:lnTo>
                  <a:cubicBezTo>
                    <a:pt x="22964" y="122008"/>
                    <a:pt x="39689" y="138472"/>
                    <a:pt x="60199" y="138472"/>
                  </a:cubicBezTo>
                  <a:lnTo>
                    <a:pt x="72113" y="138472"/>
                  </a:lnTo>
                  <a:cubicBezTo>
                    <a:pt x="92668" y="138472"/>
                    <a:pt x="109437" y="121954"/>
                    <a:pt x="109851" y="101498"/>
                  </a:cubicBezTo>
                  <a:cubicBezTo>
                    <a:pt x="110004" y="93981"/>
                    <a:pt x="104015" y="87309"/>
                    <a:pt x="96489" y="872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47"/>
            <p:cNvSpPr/>
            <p:nvPr/>
          </p:nvSpPr>
          <p:spPr>
            <a:xfrm>
              <a:off x="2107891" y="3065408"/>
              <a:ext cx="86282" cy="60336"/>
            </a:xfrm>
            <a:custGeom>
              <a:avLst/>
              <a:gdLst/>
              <a:ahLst/>
              <a:cxnLst/>
              <a:rect l="l" t="t" r="r" b="b"/>
              <a:pathLst>
                <a:path w="86282" h="60336" extrusionOk="0">
                  <a:moveTo>
                    <a:pt x="80493" y="18966"/>
                  </a:moveTo>
                  <a:lnTo>
                    <a:pt x="57762" y="2610"/>
                  </a:lnTo>
                  <a:cubicBezTo>
                    <a:pt x="48680" y="-3927"/>
                    <a:pt x="36020" y="2565"/>
                    <a:pt x="36020" y="13751"/>
                  </a:cubicBezTo>
                  <a:lnTo>
                    <a:pt x="36020" y="16350"/>
                  </a:lnTo>
                  <a:lnTo>
                    <a:pt x="14072" y="16350"/>
                  </a:lnTo>
                  <a:cubicBezTo>
                    <a:pt x="7696" y="16350"/>
                    <a:pt x="1951" y="20576"/>
                    <a:pt x="431" y="26762"/>
                  </a:cubicBezTo>
                  <a:cubicBezTo>
                    <a:pt x="-1826" y="35987"/>
                    <a:pt x="5089" y="44224"/>
                    <a:pt x="13937" y="44224"/>
                  </a:cubicBezTo>
                  <a:lnTo>
                    <a:pt x="36020" y="44224"/>
                  </a:lnTo>
                  <a:lnTo>
                    <a:pt x="36020" y="46400"/>
                  </a:lnTo>
                  <a:cubicBezTo>
                    <a:pt x="36020" y="54142"/>
                    <a:pt x="42305" y="60337"/>
                    <a:pt x="49957" y="60337"/>
                  </a:cubicBezTo>
                  <a:cubicBezTo>
                    <a:pt x="57609" y="60337"/>
                    <a:pt x="59605" y="55742"/>
                    <a:pt x="80493" y="41598"/>
                  </a:cubicBezTo>
                  <a:cubicBezTo>
                    <a:pt x="88208" y="36041"/>
                    <a:pt x="88217" y="24532"/>
                    <a:pt x="80493" y="189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47"/>
            <p:cNvSpPr/>
            <p:nvPr/>
          </p:nvSpPr>
          <p:spPr>
            <a:xfrm>
              <a:off x="2108054" y="3161614"/>
              <a:ext cx="86282" cy="60341"/>
            </a:xfrm>
            <a:custGeom>
              <a:avLst/>
              <a:gdLst/>
              <a:ahLst/>
              <a:cxnLst/>
              <a:rect l="l" t="t" r="r" b="b"/>
              <a:pathLst>
                <a:path w="86282" h="60341" extrusionOk="0">
                  <a:moveTo>
                    <a:pt x="72202" y="16346"/>
                  </a:moveTo>
                  <a:lnTo>
                    <a:pt x="50253" y="16346"/>
                  </a:lnTo>
                  <a:cubicBezTo>
                    <a:pt x="50253" y="16346"/>
                    <a:pt x="50253" y="13747"/>
                    <a:pt x="50253" y="13747"/>
                  </a:cubicBezTo>
                  <a:cubicBezTo>
                    <a:pt x="50253" y="2562"/>
                    <a:pt x="37593" y="-3921"/>
                    <a:pt x="28511" y="2606"/>
                  </a:cubicBezTo>
                  <a:lnTo>
                    <a:pt x="5790" y="18962"/>
                  </a:lnTo>
                  <a:cubicBezTo>
                    <a:pt x="-1925" y="24519"/>
                    <a:pt x="-1934" y="36029"/>
                    <a:pt x="5790" y="41585"/>
                  </a:cubicBezTo>
                  <a:lnTo>
                    <a:pt x="28179" y="57698"/>
                  </a:lnTo>
                  <a:cubicBezTo>
                    <a:pt x="37386" y="64325"/>
                    <a:pt x="50262" y="57725"/>
                    <a:pt x="50262" y="46387"/>
                  </a:cubicBezTo>
                  <a:lnTo>
                    <a:pt x="50262" y="44211"/>
                  </a:lnTo>
                  <a:lnTo>
                    <a:pt x="72346" y="44211"/>
                  </a:lnTo>
                  <a:cubicBezTo>
                    <a:pt x="81194" y="44211"/>
                    <a:pt x="88108" y="35975"/>
                    <a:pt x="85851" y="26749"/>
                  </a:cubicBezTo>
                  <a:cubicBezTo>
                    <a:pt x="84332" y="20563"/>
                    <a:pt x="78586" y="16337"/>
                    <a:pt x="72211" y="163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4" name="Google Shape;1224;p47"/>
          <p:cNvGrpSpPr/>
          <p:nvPr/>
        </p:nvGrpSpPr>
        <p:grpSpPr>
          <a:xfrm>
            <a:off x="4972021" y="1814786"/>
            <a:ext cx="461065" cy="446886"/>
            <a:chOff x="7254672" y="1567552"/>
            <a:chExt cx="461065" cy="446886"/>
          </a:xfrm>
        </p:grpSpPr>
        <p:sp>
          <p:nvSpPr>
            <p:cNvPr id="1225" name="Google Shape;1225;p47"/>
            <p:cNvSpPr/>
            <p:nvPr/>
          </p:nvSpPr>
          <p:spPr>
            <a:xfrm>
              <a:off x="7254672" y="1675452"/>
              <a:ext cx="259604" cy="259611"/>
            </a:xfrm>
            <a:custGeom>
              <a:avLst/>
              <a:gdLst/>
              <a:ahLst/>
              <a:cxnLst/>
              <a:rect l="l" t="t" r="r" b="b"/>
              <a:pathLst>
                <a:path w="259604" h="259611" extrusionOk="0">
                  <a:moveTo>
                    <a:pt x="251971" y="115993"/>
                  </a:moveTo>
                  <a:lnTo>
                    <a:pt x="143980" y="115993"/>
                  </a:lnTo>
                  <a:lnTo>
                    <a:pt x="143980" y="7472"/>
                  </a:lnTo>
                  <a:cubicBezTo>
                    <a:pt x="143980" y="3345"/>
                    <a:pt x="140636" y="0"/>
                    <a:pt x="136508" y="0"/>
                  </a:cubicBezTo>
                  <a:lnTo>
                    <a:pt x="129801" y="0"/>
                  </a:lnTo>
                  <a:cubicBezTo>
                    <a:pt x="31549" y="0"/>
                    <a:pt x="-41554" y="109725"/>
                    <a:pt x="26594" y="213076"/>
                  </a:cubicBezTo>
                  <a:cubicBezTo>
                    <a:pt x="31863" y="221069"/>
                    <a:pt x="38742" y="227894"/>
                    <a:pt x="46736" y="233154"/>
                  </a:cubicBezTo>
                  <a:cubicBezTo>
                    <a:pt x="152370" y="302606"/>
                    <a:pt x="264577" y="224612"/>
                    <a:pt x="259434" y="123096"/>
                  </a:cubicBezTo>
                  <a:cubicBezTo>
                    <a:pt x="259236" y="119122"/>
                    <a:pt x="255945" y="116002"/>
                    <a:pt x="251971" y="116002"/>
                  </a:cubicBezTo>
                  <a:close/>
                  <a:moveTo>
                    <a:pt x="27413" y="133203"/>
                  </a:moveTo>
                  <a:cubicBezTo>
                    <a:pt x="25803" y="80008"/>
                    <a:pt x="65079" y="35481"/>
                    <a:pt x="116106" y="28746"/>
                  </a:cubicBezTo>
                  <a:lnTo>
                    <a:pt x="116106" y="130056"/>
                  </a:lnTo>
                  <a:cubicBezTo>
                    <a:pt x="116106" y="137680"/>
                    <a:pt x="122293" y="143867"/>
                    <a:pt x="129918" y="143867"/>
                  </a:cubicBezTo>
                  <a:lnTo>
                    <a:pt x="230813" y="143867"/>
                  </a:lnTo>
                  <a:cubicBezTo>
                    <a:pt x="223908" y="194751"/>
                    <a:pt x="179408" y="233855"/>
                    <a:pt x="126294" y="232192"/>
                  </a:cubicBezTo>
                  <a:cubicBezTo>
                    <a:pt x="72596" y="230510"/>
                    <a:pt x="29040" y="186901"/>
                    <a:pt x="27413" y="1332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47"/>
            <p:cNvSpPr/>
            <p:nvPr/>
          </p:nvSpPr>
          <p:spPr>
            <a:xfrm>
              <a:off x="7416627" y="1630727"/>
              <a:ext cx="143264" cy="143623"/>
            </a:xfrm>
            <a:custGeom>
              <a:avLst/>
              <a:gdLst/>
              <a:ahLst/>
              <a:cxnLst/>
              <a:rect l="l" t="t" r="r" b="b"/>
              <a:pathLst>
                <a:path w="143264" h="143623" extrusionOk="0">
                  <a:moveTo>
                    <a:pt x="9" y="13811"/>
                  </a:moveTo>
                  <a:lnTo>
                    <a:pt x="9" y="129813"/>
                  </a:lnTo>
                  <a:cubicBezTo>
                    <a:pt x="9" y="137438"/>
                    <a:pt x="6195" y="143624"/>
                    <a:pt x="13820" y="143624"/>
                  </a:cubicBezTo>
                  <a:lnTo>
                    <a:pt x="129453" y="143624"/>
                  </a:lnTo>
                  <a:cubicBezTo>
                    <a:pt x="137087" y="143624"/>
                    <a:pt x="143264" y="137429"/>
                    <a:pt x="143264" y="129795"/>
                  </a:cubicBezTo>
                  <a:cubicBezTo>
                    <a:pt x="143255" y="58104"/>
                    <a:pt x="84656" y="0"/>
                    <a:pt x="13811" y="0"/>
                  </a:cubicBezTo>
                  <a:cubicBezTo>
                    <a:pt x="6186" y="0"/>
                    <a:pt x="0" y="6186"/>
                    <a:pt x="0" y="13811"/>
                  </a:cubicBezTo>
                  <a:close/>
                  <a:moveTo>
                    <a:pt x="26984" y="115750"/>
                  </a:moveTo>
                  <a:lnTo>
                    <a:pt x="26984" y="28360"/>
                  </a:lnTo>
                  <a:cubicBezTo>
                    <a:pt x="72104" y="34663"/>
                    <a:pt x="107918" y="70603"/>
                    <a:pt x="114059" y="115750"/>
                  </a:cubicBezTo>
                  <a:lnTo>
                    <a:pt x="26984" y="1157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47"/>
            <p:cNvSpPr/>
            <p:nvPr/>
          </p:nvSpPr>
          <p:spPr>
            <a:xfrm>
              <a:off x="7585884" y="1567552"/>
              <a:ext cx="99731" cy="27874"/>
            </a:xfrm>
            <a:custGeom>
              <a:avLst/>
              <a:gdLst/>
              <a:ahLst/>
              <a:cxnLst/>
              <a:rect l="l" t="t" r="r" b="b"/>
              <a:pathLst>
                <a:path w="99731" h="27874" extrusionOk="0">
                  <a:moveTo>
                    <a:pt x="85792" y="0"/>
                  </a:moveTo>
                  <a:lnTo>
                    <a:pt x="14137" y="0"/>
                  </a:lnTo>
                  <a:cubicBezTo>
                    <a:pt x="7726" y="0"/>
                    <a:pt x="1909" y="4244"/>
                    <a:pt x="416" y="10484"/>
                  </a:cubicBezTo>
                  <a:cubicBezTo>
                    <a:pt x="-1796" y="19683"/>
                    <a:pt x="5119" y="27874"/>
                    <a:pt x="13939" y="27874"/>
                  </a:cubicBezTo>
                  <a:lnTo>
                    <a:pt x="85594" y="27874"/>
                  </a:lnTo>
                  <a:cubicBezTo>
                    <a:pt x="92005" y="27874"/>
                    <a:pt x="97823" y="23630"/>
                    <a:pt x="99316" y="17390"/>
                  </a:cubicBezTo>
                  <a:cubicBezTo>
                    <a:pt x="101527" y="8191"/>
                    <a:pt x="94613" y="0"/>
                    <a:pt x="85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47"/>
            <p:cNvSpPr/>
            <p:nvPr/>
          </p:nvSpPr>
          <p:spPr>
            <a:xfrm>
              <a:off x="7585749" y="1609813"/>
              <a:ext cx="129988" cy="27874"/>
            </a:xfrm>
            <a:custGeom>
              <a:avLst/>
              <a:gdLst/>
              <a:ahLst/>
              <a:cxnLst/>
              <a:rect l="l" t="t" r="r" b="b"/>
              <a:pathLst>
                <a:path w="129988" h="27874" extrusionOk="0">
                  <a:moveTo>
                    <a:pt x="116049" y="0"/>
                  </a:moveTo>
                  <a:lnTo>
                    <a:pt x="14137" y="0"/>
                  </a:lnTo>
                  <a:cubicBezTo>
                    <a:pt x="7726" y="0"/>
                    <a:pt x="1909" y="4244"/>
                    <a:pt x="416" y="10484"/>
                  </a:cubicBezTo>
                  <a:cubicBezTo>
                    <a:pt x="-1796" y="19683"/>
                    <a:pt x="5119" y="27874"/>
                    <a:pt x="13939" y="27874"/>
                  </a:cubicBezTo>
                  <a:lnTo>
                    <a:pt x="115851" y="27874"/>
                  </a:lnTo>
                  <a:cubicBezTo>
                    <a:pt x="122262" y="27874"/>
                    <a:pt x="128080" y="23630"/>
                    <a:pt x="129572" y="17390"/>
                  </a:cubicBezTo>
                  <a:cubicBezTo>
                    <a:pt x="131784" y="8191"/>
                    <a:pt x="124879" y="0"/>
                    <a:pt x="1160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47"/>
            <p:cNvSpPr/>
            <p:nvPr/>
          </p:nvSpPr>
          <p:spPr>
            <a:xfrm>
              <a:off x="7549180" y="1791444"/>
              <a:ext cx="68584" cy="27874"/>
            </a:xfrm>
            <a:custGeom>
              <a:avLst/>
              <a:gdLst/>
              <a:ahLst/>
              <a:cxnLst/>
              <a:rect l="l" t="t" r="r" b="b"/>
              <a:pathLst>
                <a:path w="68584" h="27874" extrusionOk="0">
                  <a:moveTo>
                    <a:pt x="54645" y="0"/>
                  </a:moveTo>
                  <a:lnTo>
                    <a:pt x="14137" y="0"/>
                  </a:lnTo>
                  <a:cubicBezTo>
                    <a:pt x="7726" y="0"/>
                    <a:pt x="1909" y="4244"/>
                    <a:pt x="416" y="10484"/>
                  </a:cubicBezTo>
                  <a:cubicBezTo>
                    <a:pt x="-1796" y="19683"/>
                    <a:pt x="5119" y="27874"/>
                    <a:pt x="13939" y="27874"/>
                  </a:cubicBezTo>
                  <a:lnTo>
                    <a:pt x="54447" y="27874"/>
                  </a:lnTo>
                  <a:cubicBezTo>
                    <a:pt x="60858" y="27874"/>
                    <a:pt x="66676" y="23630"/>
                    <a:pt x="68168" y="17390"/>
                  </a:cubicBezTo>
                  <a:cubicBezTo>
                    <a:pt x="70380" y="8191"/>
                    <a:pt x="63466" y="0"/>
                    <a:pt x="546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47"/>
            <p:cNvSpPr/>
            <p:nvPr/>
          </p:nvSpPr>
          <p:spPr>
            <a:xfrm>
              <a:off x="7626382" y="1791444"/>
              <a:ext cx="84463" cy="27874"/>
            </a:xfrm>
            <a:custGeom>
              <a:avLst/>
              <a:gdLst/>
              <a:ahLst/>
              <a:cxnLst/>
              <a:rect l="l" t="t" r="r" b="b"/>
              <a:pathLst>
                <a:path w="84463" h="27874" extrusionOk="0">
                  <a:moveTo>
                    <a:pt x="70524" y="0"/>
                  </a:moveTo>
                  <a:lnTo>
                    <a:pt x="14137" y="0"/>
                  </a:lnTo>
                  <a:cubicBezTo>
                    <a:pt x="7726" y="0"/>
                    <a:pt x="1909" y="4244"/>
                    <a:pt x="416" y="10484"/>
                  </a:cubicBezTo>
                  <a:cubicBezTo>
                    <a:pt x="-1796" y="19683"/>
                    <a:pt x="5119" y="27874"/>
                    <a:pt x="13939" y="27874"/>
                  </a:cubicBezTo>
                  <a:lnTo>
                    <a:pt x="70326" y="27874"/>
                  </a:lnTo>
                  <a:cubicBezTo>
                    <a:pt x="76738" y="27874"/>
                    <a:pt x="82555" y="23630"/>
                    <a:pt x="84048" y="17390"/>
                  </a:cubicBezTo>
                  <a:cubicBezTo>
                    <a:pt x="86260" y="8191"/>
                    <a:pt x="79345" y="0"/>
                    <a:pt x="70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47"/>
            <p:cNvSpPr/>
            <p:nvPr/>
          </p:nvSpPr>
          <p:spPr>
            <a:xfrm>
              <a:off x="7548766" y="1833705"/>
              <a:ext cx="162421" cy="27874"/>
            </a:xfrm>
            <a:custGeom>
              <a:avLst/>
              <a:gdLst/>
              <a:ahLst/>
              <a:cxnLst/>
              <a:rect l="l" t="t" r="r" b="b"/>
              <a:pathLst>
                <a:path w="162421" h="27874" extrusionOk="0">
                  <a:moveTo>
                    <a:pt x="148491" y="0"/>
                  </a:moveTo>
                  <a:lnTo>
                    <a:pt x="14137" y="0"/>
                  </a:lnTo>
                  <a:cubicBezTo>
                    <a:pt x="7726" y="0"/>
                    <a:pt x="1909" y="4244"/>
                    <a:pt x="416" y="10484"/>
                  </a:cubicBezTo>
                  <a:cubicBezTo>
                    <a:pt x="-1796" y="19683"/>
                    <a:pt x="5119" y="27874"/>
                    <a:pt x="13939" y="27874"/>
                  </a:cubicBezTo>
                  <a:lnTo>
                    <a:pt x="148284" y="27874"/>
                  </a:lnTo>
                  <a:cubicBezTo>
                    <a:pt x="154695" y="27874"/>
                    <a:pt x="160512" y="23630"/>
                    <a:pt x="162005" y="17390"/>
                  </a:cubicBezTo>
                  <a:cubicBezTo>
                    <a:pt x="164217" y="8200"/>
                    <a:pt x="157312" y="0"/>
                    <a:pt x="148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47"/>
            <p:cNvSpPr/>
            <p:nvPr/>
          </p:nvSpPr>
          <p:spPr>
            <a:xfrm>
              <a:off x="7548766" y="1876865"/>
              <a:ext cx="162421" cy="27874"/>
            </a:xfrm>
            <a:custGeom>
              <a:avLst/>
              <a:gdLst/>
              <a:ahLst/>
              <a:cxnLst/>
              <a:rect l="l" t="t" r="r" b="b"/>
              <a:pathLst>
                <a:path w="162421" h="27874" extrusionOk="0">
                  <a:moveTo>
                    <a:pt x="148491" y="0"/>
                  </a:moveTo>
                  <a:lnTo>
                    <a:pt x="14137" y="0"/>
                  </a:lnTo>
                  <a:cubicBezTo>
                    <a:pt x="7726" y="0"/>
                    <a:pt x="1909" y="4244"/>
                    <a:pt x="416" y="10484"/>
                  </a:cubicBezTo>
                  <a:cubicBezTo>
                    <a:pt x="-1796" y="19683"/>
                    <a:pt x="5119" y="27874"/>
                    <a:pt x="13939" y="27874"/>
                  </a:cubicBezTo>
                  <a:lnTo>
                    <a:pt x="148284" y="27874"/>
                  </a:lnTo>
                  <a:cubicBezTo>
                    <a:pt x="154695" y="27874"/>
                    <a:pt x="160512" y="23630"/>
                    <a:pt x="162005" y="17390"/>
                  </a:cubicBezTo>
                  <a:cubicBezTo>
                    <a:pt x="164217" y="8200"/>
                    <a:pt x="157312" y="0"/>
                    <a:pt x="148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47"/>
            <p:cNvSpPr/>
            <p:nvPr/>
          </p:nvSpPr>
          <p:spPr>
            <a:xfrm>
              <a:off x="7472526" y="1944303"/>
              <a:ext cx="99731" cy="27874"/>
            </a:xfrm>
            <a:custGeom>
              <a:avLst/>
              <a:gdLst/>
              <a:ahLst/>
              <a:cxnLst/>
              <a:rect l="l" t="t" r="r" b="b"/>
              <a:pathLst>
                <a:path w="99731" h="27874" extrusionOk="0">
                  <a:moveTo>
                    <a:pt x="85792" y="0"/>
                  </a:moveTo>
                  <a:lnTo>
                    <a:pt x="14137" y="0"/>
                  </a:lnTo>
                  <a:cubicBezTo>
                    <a:pt x="7726" y="0"/>
                    <a:pt x="1909" y="4244"/>
                    <a:pt x="416" y="10484"/>
                  </a:cubicBezTo>
                  <a:cubicBezTo>
                    <a:pt x="-1796" y="19683"/>
                    <a:pt x="5119" y="27874"/>
                    <a:pt x="13939" y="27874"/>
                  </a:cubicBezTo>
                  <a:lnTo>
                    <a:pt x="85594" y="27874"/>
                  </a:lnTo>
                  <a:cubicBezTo>
                    <a:pt x="92005" y="27874"/>
                    <a:pt x="97823" y="23630"/>
                    <a:pt x="99316" y="17390"/>
                  </a:cubicBezTo>
                  <a:cubicBezTo>
                    <a:pt x="101527" y="8191"/>
                    <a:pt x="94613" y="0"/>
                    <a:pt x="85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47"/>
            <p:cNvSpPr/>
            <p:nvPr/>
          </p:nvSpPr>
          <p:spPr>
            <a:xfrm>
              <a:off x="7472229" y="1986564"/>
              <a:ext cx="165334" cy="27874"/>
            </a:xfrm>
            <a:custGeom>
              <a:avLst/>
              <a:gdLst/>
              <a:ahLst/>
              <a:cxnLst/>
              <a:rect l="l" t="t" r="r" b="b"/>
              <a:pathLst>
                <a:path w="165334" h="27874" extrusionOk="0">
                  <a:moveTo>
                    <a:pt x="151395" y="0"/>
                  </a:moveTo>
                  <a:lnTo>
                    <a:pt x="14137" y="0"/>
                  </a:lnTo>
                  <a:cubicBezTo>
                    <a:pt x="7726" y="0"/>
                    <a:pt x="1909" y="4244"/>
                    <a:pt x="416" y="10484"/>
                  </a:cubicBezTo>
                  <a:cubicBezTo>
                    <a:pt x="-1796" y="19683"/>
                    <a:pt x="5119" y="27874"/>
                    <a:pt x="13939" y="27874"/>
                  </a:cubicBezTo>
                  <a:lnTo>
                    <a:pt x="151197" y="27874"/>
                  </a:lnTo>
                  <a:cubicBezTo>
                    <a:pt x="157609" y="27874"/>
                    <a:pt x="163426" y="23630"/>
                    <a:pt x="164919" y="17390"/>
                  </a:cubicBezTo>
                  <a:cubicBezTo>
                    <a:pt x="167131" y="8191"/>
                    <a:pt x="160216" y="0"/>
                    <a:pt x="151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47"/>
            <p:cNvSpPr/>
            <p:nvPr/>
          </p:nvSpPr>
          <p:spPr>
            <a:xfrm>
              <a:off x="7490368" y="1567552"/>
              <a:ext cx="82384" cy="73716"/>
            </a:xfrm>
            <a:custGeom>
              <a:avLst/>
              <a:gdLst/>
              <a:ahLst/>
              <a:cxnLst/>
              <a:rect l="l" t="t" r="r" b="b"/>
              <a:pathLst>
                <a:path w="82384" h="73716" extrusionOk="0">
                  <a:moveTo>
                    <a:pt x="68445" y="0"/>
                  </a:moveTo>
                  <a:lnTo>
                    <a:pt x="14405" y="0"/>
                  </a:lnTo>
                  <a:cubicBezTo>
                    <a:pt x="6447" y="0"/>
                    <a:pt x="0" y="6447"/>
                    <a:pt x="0" y="14405"/>
                  </a:cubicBezTo>
                  <a:lnTo>
                    <a:pt x="0" y="64686"/>
                  </a:lnTo>
                  <a:cubicBezTo>
                    <a:pt x="0" y="65873"/>
                    <a:pt x="459" y="67024"/>
                    <a:pt x="1304" y="67869"/>
                  </a:cubicBezTo>
                  <a:cubicBezTo>
                    <a:pt x="13362" y="79864"/>
                    <a:pt x="27874" y="71520"/>
                    <a:pt x="27874" y="59777"/>
                  </a:cubicBezTo>
                  <a:lnTo>
                    <a:pt x="27874" y="33521"/>
                  </a:lnTo>
                  <a:cubicBezTo>
                    <a:pt x="27874" y="30401"/>
                    <a:pt x="30401" y="27874"/>
                    <a:pt x="33521" y="27874"/>
                  </a:cubicBezTo>
                  <a:lnTo>
                    <a:pt x="73354" y="27874"/>
                  </a:lnTo>
                  <a:cubicBezTo>
                    <a:pt x="74541" y="27874"/>
                    <a:pt x="75692" y="27416"/>
                    <a:pt x="76537" y="26570"/>
                  </a:cubicBezTo>
                  <a:cubicBezTo>
                    <a:pt x="88532" y="14513"/>
                    <a:pt x="80188" y="0"/>
                    <a:pt x="684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47"/>
            <p:cNvSpPr/>
            <p:nvPr/>
          </p:nvSpPr>
          <p:spPr>
            <a:xfrm>
              <a:off x="7366283" y="1940721"/>
              <a:ext cx="82382" cy="73716"/>
            </a:xfrm>
            <a:custGeom>
              <a:avLst/>
              <a:gdLst/>
              <a:ahLst/>
              <a:cxnLst/>
              <a:rect l="l" t="t" r="r" b="b"/>
              <a:pathLst>
                <a:path w="82382" h="73716" extrusionOk="0">
                  <a:moveTo>
                    <a:pt x="68445" y="45843"/>
                  </a:moveTo>
                  <a:lnTo>
                    <a:pt x="33521" y="45843"/>
                  </a:lnTo>
                  <a:cubicBezTo>
                    <a:pt x="30401" y="45843"/>
                    <a:pt x="27874" y="43316"/>
                    <a:pt x="27874" y="40196"/>
                  </a:cubicBezTo>
                  <a:lnTo>
                    <a:pt x="27874" y="9031"/>
                  </a:lnTo>
                  <a:cubicBezTo>
                    <a:pt x="27874" y="7844"/>
                    <a:pt x="27416" y="6693"/>
                    <a:pt x="26571" y="5848"/>
                  </a:cubicBezTo>
                  <a:cubicBezTo>
                    <a:pt x="14513" y="-6147"/>
                    <a:pt x="0" y="2197"/>
                    <a:pt x="0" y="13940"/>
                  </a:cubicBezTo>
                  <a:lnTo>
                    <a:pt x="0" y="59312"/>
                  </a:lnTo>
                  <a:cubicBezTo>
                    <a:pt x="0" y="67270"/>
                    <a:pt x="6447" y="73717"/>
                    <a:pt x="14405" y="73717"/>
                  </a:cubicBezTo>
                  <a:lnTo>
                    <a:pt x="73345" y="73717"/>
                  </a:lnTo>
                  <a:cubicBezTo>
                    <a:pt x="74532" y="73717"/>
                    <a:pt x="75683" y="73258"/>
                    <a:pt x="76528" y="72413"/>
                  </a:cubicBezTo>
                  <a:cubicBezTo>
                    <a:pt x="88532" y="60355"/>
                    <a:pt x="80188" y="45843"/>
                    <a:pt x="68445" y="458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48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1242" name="Google Shape;1242;p48"/>
          <p:cNvSpPr txBox="1">
            <a:spLocks noGrp="1"/>
          </p:cNvSpPr>
          <p:nvPr>
            <p:ph type="subTitle" idx="1"/>
          </p:nvPr>
        </p:nvSpPr>
        <p:spPr>
          <a:xfrm>
            <a:off x="722375" y="1711112"/>
            <a:ext cx="2389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[[item_1_text]]</a:t>
            </a:r>
          </a:p>
        </p:txBody>
      </p:sp>
      <p:sp>
        <p:nvSpPr>
          <p:cNvPr id="1243" name="Google Shape;1243;p48"/>
          <p:cNvSpPr txBox="1">
            <a:spLocks noGrp="1"/>
          </p:cNvSpPr>
          <p:nvPr>
            <p:ph type="subTitle" idx="2"/>
          </p:nvPr>
        </p:nvSpPr>
        <p:spPr>
          <a:xfrm>
            <a:off x="3377116" y="1711112"/>
            <a:ext cx="2389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[[item_2_text]]</a:t>
            </a:r>
          </a:p>
        </p:txBody>
      </p:sp>
      <p:sp>
        <p:nvSpPr>
          <p:cNvPr id="1244" name="Google Shape;1244;p48"/>
          <p:cNvSpPr txBox="1">
            <a:spLocks noGrp="1"/>
          </p:cNvSpPr>
          <p:nvPr>
            <p:ph type="subTitle" idx="3"/>
          </p:nvPr>
        </p:nvSpPr>
        <p:spPr>
          <a:xfrm>
            <a:off x="722375" y="1410638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[[item_1_heading]]</a:t>
            </a:r>
          </a:p>
        </p:txBody>
      </p:sp>
      <p:sp>
        <p:nvSpPr>
          <p:cNvPr id="1245" name="Google Shape;1245;p48"/>
          <p:cNvSpPr txBox="1">
            <a:spLocks noGrp="1"/>
          </p:cNvSpPr>
          <p:nvPr>
            <p:ph type="subTitle" idx="4"/>
          </p:nvPr>
        </p:nvSpPr>
        <p:spPr>
          <a:xfrm>
            <a:off x="3377119" y="1410638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[[item_2_heading]]</a:t>
            </a:r>
          </a:p>
        </p:txBody>
      </p:sp>
      <p:sp>
        <p:nvSpPr>
          <p:cNvPr id="1246" name="Google Shape;1246;p48"/>
          <p:cNvSpPr txBox="1">
            <a:spLocks noGrp="1"/>
          </p:cNvSpPr>
          <p:nvPr>
            <p:ph type="subTitle" idx="5"/>
          </p:nvPr>
        </p:nvSpPr>
        <p:spPr>
          <a:xfrm>
            <a:off x="6031874" y="1711112"/>
            <a:ext cx="2389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[[item_3_text]]</a:t>
            </a:r>
          </a:p>
        </p:txBody>
      </p:sp>
      <p:sp>
        <p:nvSpPr>
          <p:cNvPr id="1247" name="Google Shape;1247;p48"/>
          <p:cNvSpPr txBox="1">
            <a:spLocks noGrp="1"/>
          </p:cNvSpPr>
          <p:nvPr>
            <p:ph type="subTitle" idx="6"/>
          </p:nvPr>
        </p:nvSpPr>
        <p:spPr>
          <a:xfrm>
            <a:off x="6031871" y="1410638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[[item_3_heading]]</a:t>
            </a:r>
          </a:p>
        </p:txBody>
      </p:sp>
      <p:sp>
        <p:nvSpPr>
          <p:cNvPr id="1248" name="Google Shape;1248;p48"/>
          <p:cNvSpPr txBox="1">
            <a:spLocks noGrp="1"/>
          </p:cNvSpPr>
          <p:nvPr>
            <p:ph type="subTitle" idx="7"/>
          </p:nvPr>
        </p:nvSpPr>
        <p:spPr>
          <a:xfrm>
            <a:off x="722375" y="3395475"/>
            <a:ext cx="2389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[[item_4_text]]</a:t>
            </a:r>
          </a:p>
        </p:txBody>
      </p:sp>
      <p:sp>
        <p:nvSpPr>
          <p:cNvPr id="1249" name="Google Shape;1249;p48"/>
          <p:cNvSpPr txBox="1">
            <a:spLocks noGrp="1"/>
          </p:cNvSpPr>
          <p:nvPr>
            <p:ph type="subTitle" idx="8"/>
          </p:nvPr>
        </p:nvSpPr>
        <p:spPr>
          <a:xfrm>
            <a:off x="3377116" y="3395475"/>
            <a:ext cx="2389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[[item_5_text]]</a:t>
            </a:r>
          </a:p>
        </p:txBody>
      </p:sp>
      <p:sp>
        <p:nvSpPr>
          <p:cNvPr id="1250" name="Google Shape;1250;p48"/>
          <p:cNvSpPr txBox="1">
            <a:spLocks noGrp="1"/>
          </p:cNvSpPr>
          <p:nvPr>
            <p:ph type="subTitle" idx="9"/>
          </p:nvPr>
        </p:nvSpPr>
        <p:spPr>
          <a:xfrm>
            <a:off x="722375" y="3095000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[[item_4_heading]]</a:t>
            </a:r>
          </a:p>
        </p:txBody>
      </p:sp>
      <p:sp>
        <p:nvSpPr>
          <p:cNvPr id="1251" name="Google Shape;1251;p48"/>
          <p:cNvSpPr txBox="1">
            <a:spLocks noGrp="1"/>
          </p:cNvSpPr>
          <p:nvPr>
            <p:ph type="subTitle" idx="13"/>
          </p:nvPr>
        </p:nvSpPr>
        <p:spPr>
          <a:xfrm>
            <a:off x="3377119" y="3095000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[[item_5_heading]]</a:t>
            </a:r>
          </a:p>
        </p:txBody>
      </p:sp>
      <p:sp>
        <p:nvSpPr>
          <p:cNvPr id="1252" name="Google Shape;1252;p48"/>
          <p:cNvSpPr txBox="1">
            <a:spLocks noGrp="1"/>
          </p:cNvSpPr>
          <p:nvPr>
            <p:ph type="subTitle" idx="14"/>
          </p:nvPr>
        </p:nvSpPr>
        <p:spPr>
          <a:xfrm>
            <a:off x="6031874" y="3395475"/>
            <a:ext cx="2389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[[item_6_text]]</a:t>
            </a:r>
          </a:p>
        </p:txBody>
      </p:sp>
      <p:sp>
        <p:nvSpPr>
          <p:cNvPr id="1253" name="Google Shape;1253;p48"/>
          <p:cNvSpPr txBox="1">
            <a:spLocks noGrp="1"/>
          </p:cNvSpPr>
          <p:nvPr>
            <p:ph type="subTitle" idx="15"/>
          </p:nvPr>
        </p:nvSpPr>
        <p:spPr>
          <a:xfrm>
            <a:off x="6031871" y="3095000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[[item_6_heading]]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50"/>
          <p:cNvSpPr txBox="1">
            <a:spLocks noGrp="1"/>
          </p:cNvSpPr>
          <p:nvPr>
            <p:ph type="title"/>
          </p:nvPr>
        </p:nvSpPr>
        <p:spPr>
          <a:xfrm>
            <a:off x="1228600" y="2956328"/>
            <a:ext cx="668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[[author]]</a:t>
            </a:r>
          </a:p>
        </p:txBody>
      </p:sp>
      <p:sp>
        <p:nvSpPr>
          <p:cNvPr id="1283" name="Google Shape;1283;p50"/>
          <p:cNvSpPr txBox="1">
            <a:spLocks noGrp="1"/>
          </p:cNvSpPr>
          <p:nvPr>
            <p:ph type="subTitle" idx="1"/>
          </p:nvPr>
        </p:nvSpPr>
        <p:spPr>
          <a:xfrm>
            <a:off x="1228600" y="1538275"/>
            <a:ext cx="6686700" cy="148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[[quote]]</a:t>
            </a:r>
          </a:p>
        </p:txBody>
      </p:sp>
      <p:grpSp>
        <p:nvGrpSpPr>
          <p:cNvPr id="1284" name="Google Shape;1284;p50"/>
          <p:cNvGrpSpPr/>
          <p:nvPr/>
        </p:nvGrpSpPr>
        <p:grpSpPr>
          <a:xfrm>
            <a:off x="5590800" y="2719450"/>
            <a:ext cx="3553225" cy="2424000"/>
            <a:chOff x="5590800" y="2719450"/>
            <a:chExt cx="3553225" cy="2424000"/>
          </a:xfrm>
        </p:grpSpPr>
        <p:sp>
          <p:nvSpPr>
            <p:cNvPr id="1285" name="Google Shape;1285;p50"/>
            <p:cNvSpPr/>
            <p:nvPr/>
          </p:nvSpPr>
          <p:spPr>
            <a:xfrm flipH="1">
              <a:off x="5590800" y="4176850"/>
              <a:ext cx="3553200" cy="9666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286" name="Google Shape;1286;p50"/>
            <p:cNvSpPr/>
            <p:nvPr/>
          </p:nvSpPr>
          <p:spPr>
            <a:xfrm>
              <a:off x="8421625" y="2719450"/>
              <a:ext cx="722400" cy="24216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1287" name="Google Shape;1287;p50"/>
          <p:cNvSpPr/>
          <p:nvPr/>
        </p:nvSpPr>
        <p:spPr>
          <a:xfrm>
            <a:off x="7480375" y="539500"/>
            <a:ext cx="1882500" cy="213000"/>
          </a:xfrm>
          <a:prstGeom prst="roundRect">
            <a:avLst>
              <a:gd name="adj" fmla="val 50000"/>
            </a:avLst>
          </a:prstGeom>
          <a:solidFill>
            <a:srgbClr val="516CEE">
              <a:alpha val="607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56"/>
          <p:cNvSpPr txBox="1">
            <a:spLocks noGrp="1"/>
          </p:cNvSpPr>
          <p:nvPr>
            <p:ph type="title"/>
          </p:nvPr>
        </p:nvSpPr>
        <p:spPr>
          <a:xfrm>
            <a:off x="1150150" y="1785450"/>
            <a:ext cx="3029700" cy="91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1400" name="Google Shape;1400;p56"/>
          <p:cNvSpPr txBox="1">
            <a:spLocks noGrp="1"/>
          </p:cNvSpPr>
          <p:nvPr>
            <p:ph type="subTitle" idx="1"/>
          </p:nvPr>
        </p:nvSpPr>
        <p:spPr>
          <a:xfrm>
            <a:off x="1150150" y="2641024"/>
            <a:ext cx="3029700" cy="7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[[body]]</a:t>
            </a:r>
          </a:p>
        </p:txBody>
      </p:sp>
      <p:grpSp>
        <p:nvGrpSpPr>
          <p:cNvPr id="1401" name="Google Shape;1401;p56"/>
          <p:cNvGrpSpPr/>
          <p:nvPr/>
        </p:nvGrpSpPr>
        <p:grpSpPr>
          <a:xfrm>
            <a:off x="4560855" y="1323607"/>
            <a:ext cx="3432984" cy="2496295"/>
            <a:chOff x="331763" y="414153"/>
            <a:chExt cx="6903246" cy="5019697"/>
          </a:xfrm>
        </p:grpSpPr>
        <p:sp>
          <p:nvSpPr>
            <p:cNvPr id="1402" name="Google Shape;1402;p56"/>
            <p:cNvSpPr/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56"/>
            <p:cNvSpPr/>
            <p:nvPr/>
          </p:nvSpPr>
          <p:spPr>
            <a:xfrm>
              <a:off x="331763" y="414153"/>
              <a:ext cx="6903246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56"/>
            <p:cNvSpPr/>
            <p:nvPr/>
          </p:nvSpPr>
          <p:spPr>
            <a:xfrm>
              <a:off x="2772650" y="5206975"/>
              <a:ext cx="2020025" cy="226875"/>
            </a:xfrm>
            <a:custGeom>
              <a:avLst/>
              <a:gdLst/>
              <a:ahLst/>
              <a:cxnLst/>
              <a:rect l="l" t="t" r="r" b="b"/>
              <a:pathLst>
                <a:path w="80801" h="9075" extrusionOk="0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60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1465" name="Google Shape;1465;p60"/>
          <p:cNvSpPr txBox="1"/>
          <p:nvPr/>
        </p:nvSpPr>
        <p:spPr>
          <a:xfrm>
            <a:off x="722375" y="2102799"/>
            <a:ext cx="177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[[step_1_text]]</a:t>
            </a:r>
          </a:p>
        </p:txBody>
      </p:sp>
      <p:sp>
        <p:nvSpPr>
          <p:cNvPr id="1466" name="Google Shape;1466;p60"/>
          <p:cNvSpPr txBox="1"/>
          <p:nvPr/>
        </p:nvSpPr>
        <p:spPr>
          <a:xfrm>
            <a:off x="2696439" y="2102799"/>
            <a:ext cx="177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[[step_2_text]]</a:t>
            </a:r>
          </a:p>
        </p:txBody>
      </p:sp>
      <p:sp>
        <p:nvSpPr>
          <p:cNvPr id="1467" name="Google Shape;1467;p60"/>
          <p:cNvSpPr txBox="1"/>
          <p:nvPr/>
        </p:nvSpPr>
        <p:spPr>
          <a:xfrm>
            <a:off x="722375" y="1802325"/>
            <a:ext cx="177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[[step_1_heading]]</a:t>
            </a:r>
          </a:p>
        </p:txBody>
      </p:sp>
      <p:sp>
        <p:nvSpPr>
          <p:cNvPr id="1468" name="Google Shape;1468;p60"/>
          <p:cNvSpPr txBox="1"/>
          <p:nvPr/>
        </p:nvSpPr>
        <p:spPr>
          <a:xfrm>
            <a:off x="2696439" y="1802325"/>
            <a:ext cx="177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[[step_2_heading]]</a:t>
            </a:r>
          </a:p>
        </p:txBody>
      </p:sp>
      <p:sp>
        <p:nvSpPr>
          <p:cNvPr id="1469" name="Google Shape;1469;p60"/>
          <p:cNvSpPr txBox="1"/>
          <p:nvPr/>
        </p:nvSpPr>
        <p:spPr>
          <a:xfrm>
            <a:off x="4670516" y="2102799"/>
            <a:ext cx="177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[[step_3_text]]</a:t>
            </a:r>
          </a:p>
        </p:txBody>
      </p:sp>
      <p:sp>
        <p:nvSpPr>
          <p:cNvPr id="1470" name="Google Shape;1470;p60"/>
          <p:cNvSpPr txBox="1"/>
          <p:nvPr/>
        </p:nvSpPr>
        <p:spPr>
          <a:xfrm>
            <a:off x="4670510" y="1802325"/>
            <a:ext cx="177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[[step_3_heading]]</a:t>
            </a:r>
          </a:p>
        </p:txBody>
      </p:sp>
      <p:sp>
        <p:nvSpPr>
          <p:cNvPr id="1471" name="Google Shape;1471;p60"/>
          <p:cNvSpPr txBox="1"/>
          <p:nvPr/>
        </p:nvSpPr>
        <p:spPr>
          <a:xfrm>
            <a:off x="722375" y="3939550"/>
            <a:ext cx="177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[[step_5_text]]</a:t>
            </a:r>
          </a:p>
        </p:txBody>
      </p:sp>
      <p:sp>
        <p:nvSpPr>
          <p:cNvPr id="1472" name="Google Shape;1472;p60"/>
          <p:cNvSpPr txBox="1"/>
          <p:nvPr/>
        </p:nvSpPr>
        <p:spPr>
          <a:xfrm>
            <a:off x="2696439" y="3939550"/>
            <a:ext cx="177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[[step_6_text]]</a:t>
            </a:r>
          </a:p>
        </p:txBody>
      </p:sp>
      <p:sp>
        <p:nvSpPr>
          <p:cNvPr id="1473" name="Google Shape;1473;p60"/>
          <p:cNvSpPr txBox="1"/>
          <p:nvPr/>
        </p:nvSpPr>
        <p:spPr>
          <a:xfrm>
            <a:off x="722375" y="3639077"/>
            <a:ext cx="177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[[step_5_heading]]</a:t>
            </a:r>
          </a:p>
        </p:txBody>
      </p:sp>
      <p:sp>
        <p:nvSpPr>
          <p:cNvPr id="1474" name="Google Shape;1474;p60"/>
          <p:cNvSpPr txBox="1"/>
          <p:nvPr/>
        </p:nvSpPr>
        <p:spPr>
          <a:xfrm>
            <a:off x="2696439" y="3639077"/>
            <a:ext cx="177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[[step_6_heading]]</a:t>
            </a:r>
          </a:p>
        </p:txBody>
      </p:sp>
      <p:sp>
        <p:nvSpPr>
          <p:cNvPr id="1475" name="Google Shape;1475;p60"/>
          <p:cNvSpPr txBox="1"/>
          <p:nvPr/>
        </p:nvSpPr>
        <p:spPr>
          <a:xfrm>
            <a:off x="4670516" y="3939550"/>
            <a:ext cx="177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[[step_7_text]]</a:t>
            </a:r>
          </a:p>
        </p:txBody>
      </p:sp>
      <p:sp>
        <p:nvSpPr>
          <p:cNvPr id="1476" name="Google Shape;1476;p60"/>
          <p:cNvSpPr txBox="1"/>
          <p:nvPr/>
        </p:nvSpPr>
        <p:spPr>
          <a:xfrm>
            <a:off x="4670510" y="3639077"/>
            <a:ext cx="177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[[step_7_heading]]</a:t>
            </a:r>
          </a:p>
        </p:txBody>
      </p:sp>
      <p:sp>
        <p:nvSpPr>
          <p:cNvPr id="1477" name="Google Shape;1477;p60"/>
          <p:cNvSpPr txBox="1"/>
          <p:nvPr/>
        </p:nvSpPr>
        <p:spPr>
          <a:xfrm>
            <a:off x="6644599" y="2102799"/>
            <a:ext cx="177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[[step_4_text]]</a:t>
            </a:r>
          </a:p>
        </p:txBody>
      </p:sp>
      <p:sp>
        <p:nvSpPr>
          <p:cNvPr id="1478" name="Google Shape;1478;p60"/>
          <p:cNvSpPr txBox="1"/>
          <p:nvPr/>
        </p:nvSpPr>
        <p:spPr>
          <a:xfrm>
            <a:off x="6644591" y="1802325"/>
            <a:ext cx="177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[[step_4_heading]]</a:t>
            </a:r>
          </a:p>
        </p:txBody>
      </p:sp>
      <p:sp>
        <p:nvSpPr>
          <p:cNvPr id="1479" name="Google Shape;1479;p60"/>
          <p:cNvSpPr txBox="1"/>
          <p:nvPr/>
        </p:nvSpPr>
        <p:spPr>
          <a:xfrm>
            <a:off x="6644599" y="3939550"/>
            <a:ext cx="177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[[step_8_text]]</a:t>
            </a:r>
          </a:p>
        </p:txBody>
      </p:sp>
      <p:sp>
        <p:nvSpPr>
          <p:cNvPr id="1480" name="Google Shape;1480;p60"/>
          <p:cNvSpPr txBox="1"/>
          <p:nvPr/>
        </p:nvSpPr>
        <p:spPr>
          <a:xfrm>
            <a:off x="6644591" y="3639077"/>
            <a:ext cx="177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[[step_8_heading]]</a:t>
            </a:r>
          </a:p>
        </p:txBody>
      </p:sp>
      <p:sp>
        <p:nvSpPr>
          <p:cNvPr id="1481" name="Google Shape;1481;p60"/>
          <p:cNvSpPr/>
          <p:nvPr/>
        </p:nvSpPr>
        <p:spPr>
          <a:xfrm>
            <a:off x="1459028" y="1402875"/>
            <a:ext cx="303600" cy="3036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82" name="Google Shape;1482;p60"/>
          <p:cNvSpPr/>
          <p:nvPr/>
        </p:nvSpPr>
        <p:spPr>
          <a:xfrm>
            <a:off x="3433103" y="1402875"/>
            <a:ext cx="303600" cy="3036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83" name="Google Shape;1483;p60"/>
          <p:cNvSpPr/>
          <p:nvPr/>
        </p:nvSpPr>
        <p:spPr>
          <a:xfrm>
            <a:off x="5407178" y="1402875"/>
            <a:ext cx="303600" cy="3036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84" name="Google Shape;1484;p60"/>
          <p:cNvSpPr/>
          <p:nvPr/>
        </p:nvSpPr>
        <p:spPr>
          <a:xfrm>
            <a:off x="7381253" y="1402875"/>
            <a:ext cx="303600" cy="3036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85" name="Google Shape;1485;p60"/>
          <p:cNvSpPr/>
          <p:nvPr/>
        </p:nvSpPr>
        <p:spPr>
          <a:xfrm>
            <a:off x="1459028" y="3235650"/>
            <a:ext cx="303600" cy="3036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86" name="Google Shape;1486;p60"/>
          <p:cNvSpPr/>
          <p:nvPr/>
        </p:nvSpPr>
        <p:spPr>
          <a:xfrm>
            <a:off x="3433103" y="3235650"/>
            <a:ext cx="303600" cy="3036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87" name="Google Shape;1487;p60"/>
          <p:cNvSpPr/>
          <p:nvPr/>
        </p:nvSpPr>
        <p:spPr>
          <a:xfrm>
            <a:off x="5407178" y="3235650"/>
            <a:ext cx="303600" cy="3036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88" name="Google Shape;1488;p60"/>
          <p:cNvSpPr/>
          <p:nvPr/>
        </p:nvSpPr>
        <p:spPr>
          <a:xfrm>
            <a:off x="7381253" y="3235650"/>
            <a:ext cx="303600" cy="3036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1489" name="Google Shape;1489;p60"/>
          <p:cNvCxnSpPr>
            <a:endCxn id="1482" idx="1"/>
          </p:cNvCxnSpPr>
          <p:nvPr/>
        </p:nvCxnSpPr>
        <p:spPr>
          <a:xfrm>
            <a:off x="1762703" y="1554675"/>
            <a:ext cx="1670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0" name="Google Shape;1490;p60"/>
          <p:cNvCxnSpPr>
            <a:stCxn id="1482" idx="3"/>
            <a:endCxn id="1483" idx="1"/>
          </p:cNvCxnSpPr>
          <p:nvPr/>
        </p:nvCxnSpPr>
        <p:spPr>
          <a:xfrm>
            <a:off x="3736703" y="1554675"/>
            <a:ext cx="1670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1" name="Google Shape;1491;p60"/>
          <p:cNvCxnSpPr>
            <a:stCxn id="1483" idx="3"/>
            <a:endCxn id="1484" idx="1"/>
          </p:cNvCxnSpPr>
          <p:nvPr/>
        </p:nvCxnSpPr>
        <p:spPr>
          <a:xfrm>
            <a:off x="5710778" y="1554675"/>
            <a:ext cx="1670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2" name="Google Shape;1492;p60"/>
          <p:cNvCxnSpPr>
            <a:stCxn id="1485" idx="3"/>
            <a:endCxn id="1486" idx="1"/>
          </p:cNvCxnSpPr>
          <p:nvPr/>
        </p:nvCxnSpPr>
        <p:spPr>
          <a:xfrm>
            <a:off x="1762628" y="3387450"/>
            <a:ext cx="1670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3" name="Google Shape;1493;p60"/>
          <p:cNvCxnSpPr>
            <a:stCxn id="1486" idx="3"/>
            <a:endCxn id="1487" idx="1"/>
          </p:cNvCxnSpPr>
          <p:nvPr/>
        </p:nvCxnSpPr>
        <p:spPr>
          <a:xfrm>
            <a:off x="3736703" y="3387450"/>
            <a:ext cx="1670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4" name="Google Shape;1494;p60"/>
          <p:cNvCxnSpPr>
            <a:stCxn id="1487" idx="3"/>
            <a:endCxn id="1488" idx="1"/>
          </p:cNvCxnSpPr>
          <p:nvPr/>
        </p:nvCxnSpPr>
        <p:spPr>
          <a:xfrm>
            <a:off x="5710778" y="3387450"/>
            <a:ext cx="1670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5" name="Google Shape;1495;p60"/>
          <p:cNvCxnSpPr>
            <a:stCxn id="1484" idx="3"/>
            <a:endCxn id="1485" idx="1"/>
          </p:cNvCxnSpPr>
          <p:nvPr/>
        </p:nvCxnSpPr>
        <p:spPr>
          <a:xfrm flipH="1">
            <a:off x="1458953" y="1554675"/>
            <a:ext cx="6225900" cy="1832700"/>
          </a:xfrm>
          <a:prstGeom prst="bentConnector5">
            <a:avLst>
              <a:gd name="adj1" fmla="val -11945"/>
              <a:gd name="adj2" fmla="val 68066"/>
              <a:gd name="adj3" fmla="val 111514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6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1501" name="Google Shape;1501;p61"/>
          <p:cNvSpPr txBox="1"/>
          <p:nvPr/>
        </p:nvSpPr>
        <p:spPr>
          <a:xfrm>
            <a:off x="722394" y="1715638"/>
            <a:ext cx="2082900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[[block_1_text]]</a:t>
            </a:r>
          </a:p>
        </p:txBody>
      </p:sp>
      <p:sp>
        <p:nvSpPr>
          <p:cNvPr id="1502" name="Google Shape;1502;p61"/>
          <p:cNvSpPr txBox="1"/>
          <p:nvPr/>
        </p:nvSpPr>
        <p:spPr>
          <a:xfrm>
            <a:off x="6338694" y="1715638"/>
            <a:ext cx="2082900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[[block_2_text]]</a:t>
            </a:r>
          </a:p>
        </p:txBody>
      </p:sp>
      <p:sp>
        <p:nvSpPr>
          <p:cNvPr id="1503" name="Google Shape;1503;p61"/>
          <p:cNvSpPr txBox="1"/>
          <p:nvPr/>
        </p:nvSpPr>
        <p:spPr>
          <a:xfrm>
            <a:off x="722394" y="1415163"/>
            <a:ext cx="2082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[[block_1_heading]]</a:t>
            </a:r>
          </a:p>
        </p:txBody>
      </p:sp>
      <p:sp>
        <p:nvSpPr>
          <p:cNvPr id="1504" name="Google Shape;1504;p61"/>
          <p:cNvSpPr txBox="1"/>
          <p:nvPr/>
        </p:nvSpPr>
        <p:spPr>
          <a:xfrm>
            <a:off x="6338706" y="1415163"/>
            <a:ext cx="2082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[[block_2_heading]]</a:t>
            </a:r>
          </a:p>
        </p:txBody>
      </p:sp>
      <p:sp>
        <p:nvSpPr>
          <p:cNvPr id="1505" name="Google Shape;1505;p61"/>
          <p:cNvSpPr txBox="1"/>
          <p:nvPr/>
        </p:nvSpPr>
        <p:spPr>
          <a:xfrm>
            <a:off x="722394" y="3406538"/>
            <a:ext cx="2082900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[[block_3_text]]</a:t>
            </a:r>
          </a:p>
        </p:txBody>
      </p:sp>
      <p:sp>
        <p:nvSpPr>
          <p:cNvPr id="1506" name="Google Shape;1506;p61"/>
          <p:cNvSpPr txBox="1"/>
          <p:nvPr/>
        </p:nvSpPr>
        <p:spPr>
          <a:xfrm>
            <a:off x="6338694" y="3406538"/>
            <a:ext cx="2082900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[[block_4_text]]</a:t>
            </a:r>
          </a:p>
        </p:txBody>
      </p:sp>
      <p:sp>
        <p:nvSpPr>
          <p:cNvPr id="1507" name="Google Shape;1507;p61"/>
          <p:cNvSpPr txBox="1"/>
          <p:nvPr/>
        </p:nvSpPr>
        <p:spPr>
          <a:xfrm>
            <a:off x="722394" y="3106062"/>
            <a:ext cx="2082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[[block_3_heading]]</a:t>
            </a:r>
          </a:p>
        </p:txBody>
      </p:sp>
      <p:sp>
        <p:nvSpPr>
          <p:cNvPr id="1508" name="Google Shape;1508;p61"/>
          <p:cNvSpPr txBox="1"/>
          <p:nvPr/>
        </p:nvSpPr>
        <p:spPr>
          <a:xfrm>
            <a:off x="6338706" y="3106062"/>
            <a:ext cx="2082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[[block_4_heading]]</a:t>
            </a:r>
          </a:p>
        </p:txBody>
      </p:sp>
      <p:sp>
        <p:nvSpPr>
          <p:cNvPr id="1509" name="Google Shape;1509;p61"/>
          <p:cNvSpPr/>
          <p:nvPr/>
        </p:nvSpPr>
        <p:spPr>
          <a:xfrm>
            <a:off x="2881450" y="1552163"/>
            <a:ext cx="879000" cy="879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10" name="Google Shape;1510;p61"/>
          <p:cNvSpPr/>
          <p:nvPr/>
        </p:nvSpPr>
        <p:spPr>
          <a:xfrm>
            <a:off x="5383550" y="1552163"/>
            <a:ext cx="879000" cy="879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11" name="Google Shape;1511;p61"/>
          <p:cNvSpPr/>
          <p:nvPr/>
        </p:nvSpPr>
        <p:spPr>
          <a:xfrm>
            <a:off x="2881450" y="3253156"/>
            <a:ext cx="879000" cy="879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12" name="Google Shape;1512;p61"/>
          <p:cNvSpPr/>
          <p:nvPr/>
        </p:nvSpPr>
        <p:spPr>
          <a:xfrm>
            <a:off x="5383550" y="3253156"/>
            <a:ext cx="879000" cy="879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13" name="Google Shape;1513;p61"/>
          <p:cNvSpPr/>
          <p:nvPr/>
        </p:nvSpPr>
        <p:spPr>
          <a:xfrm>
            <a:off x="4132500" y="2413400"/>
            <a:ext cx="879000" cy="879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1514" name="Google Shape;1514;p61"/>
          <p:cNvCxnSpPr>
            <a:stCxn id="1509" idx="3"/>
            <a:endCxn id="1513" idx="0"/>
          </p:cNvCxnSpPr>
          <p:nvPr/>
        </p:nvCxnSpPr>
        <p:spPr>
          <a:xfrm>
            <a:off x="3760450" y="1991663"/>
            <a:ext cx="811500" cy="4218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5" name="Google Shape;1515;p61"/>
          <p:cNvCxnSpPr>
            <a:stCxn id="1510" idx="1"/>
            <a:endCxn id="1513" idx="0"/>
          </p:cNvCxnSpPr>
          <p:nvPr/>
        </p:nvCxnSpPr>
        <p:spPr>
          <a:xfrm flipH="1">
            <a:off x="4572050" y="1991663"/>
            <a:ext cx="811500" cy="4218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6" name="Google Shape;1516;p61"/>
          <p:cNvCxnSpPr>
            <a:stCxn id="1511" idx="3"/>
            <a:endCxn id="1513" idx="2"/>
          </p:cNvCxnSpPr>
          <p:nvPr/>
        </p:nvCxnSpPr>
        <p:spPr>
          <a:xfrm rot="10800000" flipH="1">
            <a:off x="3760450" y="3292456"/>
            <a:ext cx="811500" cy="4002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7" name="Google Shape;1517;p61"/>
          <p:cNvCxnSpPr>
            <a:stCxn id="1513" idx="2"/>
            <a:endCxn id="1512" idx="1"/>
          </p:cNvCxnSpPr>
          <p:nvPr/>
        </p:nvCxnSpPr>
        <p:spPr>
          <a:xfrm rot="-5400000" flipH="1">
            <a:off x="4777650" y="3086750"/>
            <a:ext cx="400200" cy="8115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8" name="Google Shape;1518;p61"/>
          <p:cNvSpPr/>
          <p:nvPr/>
        </p:nvSpPr>
        <p:spPr>
          <a:xfrm>
            <a:off x="3084069" y="3510351"/>
            <a:ext cx="460132" cy="364621"/>
          </a:xfrm>
          <a:custGeom>
            <a:avLst/>
            <a:gdLst/>
            <a:ahLst/>
            <a:cxnLst/>
            <a:rect l="l" t="t" r="r" b="b"/>
            <a:pathLst>
              <a:path w="460132" h="364621" extrusionOk="0">
                <a:moveTo>
                  <a:pt x="446445" y="0"/>
                </a:moveTo>
                <a:cubicBezTo>
                  <a:pt x="427482" y="0"/>
                  <a:pt x="59921" y="0"/>
                  <a:pt x="43718" y="0"/>
                </a:cubicBezTo>
                <a:cubicBezTo>
                  <a:pt x="19611" y="0"/>
                  <a:pt x="0" y="19611"/>
                  <a:pt x="0" y="43718"/>
                </a:cubicBezTo>
                <a:cubicBezTo>
                  <a:pt x="0" y="67824"/>
                  <a:pt x="19611" y="87435"/>
                  <a:pt x="43718" y="87435"/>
                </a:cubicBezTo>
                <a:cubicBezTo>
                  <a:pt x="43807" y="87399"/>
                  <a:pt x="61018" y="89108"/>
                  <a:pt x="60838" y="73606"/>
                </a:cubicBezTo>
                <a:cubicBezTo>
                  <a:pt x="60757" y="66170"/>
                  <a:pt x="54579" y="60235"/>
                  <a:pt x="47152" y="60235"/>
                </a:cubicBezTo>
                <a:lnTo>
                  <a:pt x="44203" y="60235"/>
                </a:lnTo>
                <a:cubicBezTo>
                  <a:pt x="35544" y="60235"/>
                  <a:pt x="28027" y="53770"/>
                  <a:pt x="27245" y="45147"/>
                </a:cubicBezTo>
                <a:cubicBezTo>
                  <a:pt x="26355" y="35283"/>
                  <a:pt x="34123" y="26966"/>
                  <a:pt x="43807" y="26966"/>
                </a:cubicBezTo>
                <a:lnTo>
                  <a:pt x="86842" y="26966"/>
                </a:lnTo>
                <a:cubicBezTo>
                  <a:pt x="105823" y="152400"/>
                  <a:pt x="92578" y="64578"/>
                  <a:pt x="116946" y="225862"/>
                </a:cubicBezTo>
                <a:lnTo>
                  <a:pt x="105814" y="275909"/>
                </a:lnTo>
                <a:cubicBezTo>
                  <a:pt x="102973" y="288696"/>
                  <a:pt x="106039" y="301886"/>
                  <a:pt x="114239" y="312110"/>
                </a:cubicBezTo>
                <a:cubicBezTo>
                  <a:pt x="130757" y="332719"/>
                  <a:pt x="153910" y="327342"/>
                  <a:pt x="159234" y="328187"/>
                </a:cubicBezTo>
                <a:cubicBezTo>
                  <a:pt x="165762" y="349272"/>
                  <a:pt x="185453" y="364621"/>
                  <a:pt x="208652" y="364621"/>
                </a:cubicBezTo>
                <a:cubicBezTo>
                  <a:pt x="231850" y="364621"/>
                  <a:pt x="251542" y="349263"/>
                  <a:pt x="258070" y="328187"/>
                </a:cubicBezTo>
                <a:lnTo>
                  <a:pt x="300520" y="328187"/>
                </a:lnTo>
                <a:cubicBezTo>
                  <a:pt x="307245" y="349893"/>
                  <a:pt x="328142" y="365439"/>
                  <a:pt x="352348" y="363956"/>
                </a:cubicBezTo>
                <a:cubicBezTo>
                  <a:pt x="378091" y="362382"/>
                  <a:pt x="398790" y="341387"/>
                  <a:pt x="400013" y="315617"/>
                </a:cubicBezTo>
                <a:cubicBezTo>
                  <a:pt x="401406" y="286421"/>
                  <a:pt x="378055" y="262233"/>
                  <a:pt x="349165" y="262233"/>
                </a:cubicBezTo>
                <a:cubicBezTo>
                  <a:pt x="325202" y="262233"/>
                  <a:pt x="305051" y="278877"/>
                  <a:pt x="299674" y="301212"/>
                </a:cubicBezTo>
                <a:lnTo>
                  <a:pt x="259338" y="301212"/>
                </a:lnTo>
                <a:cubicBezTo>
                  <a:pt x="253826" y="278373"/>
                  <a:pt x="233226" y="261352"/>
                  <a:pt x="208724" y="261352"/>
                </a:cubicBezTo>
                <a:cubicBezTo>
                  <a:pt x="184221" y="261352"/>
                  <a:pt x="163612" y="278373"/>
                  <a:pt x="158119" y="301212"/>
                </a:cubicBezTo>
                <a:cubicBezTo>
                  <a:pt x="151150" y="300466"/>
                  <a:pt x="141961" y="303775"/>
                  <a:pt x="135208" y="295358"/>
                </a:cubicBezTo>
                <a:cubicBezTo>
                  <a:pt x="132223" y="291636"/>
                  <a:pt x="131108" y="286825"/>
                  <a:pt x="132133" y="282177"/>
                </a:cubicBezTo>
                <a:lnTo>
                  <a:pt x="141502" y="240078"/>
                </a:lnTo>
                <a:lnTo>
                  <a:pt x="393754" y="240078"/>
                </a:lnTo>
                <a:cubicBezTo>
                  <a:pt x="400039" y="240078"/>
                  <a:pt x="405515" y="235789"/>
                  <a:pt x="407035" y="229692"/>
                </a:cubicBezTo>
                <a:cubicBezTo>
                  <a:pt x="413293" y="204426"/>
                  <a:pt x="453288" y="42962"/>
                  <a:pt x="459726" y="16967"/>
                </a:cubicBezTo>
                <a:cubicBezTo>
                  <a:pt x="461848" y="8407"/>
                  <a:pt x="455392" y="0"/>
                  <a:pt x="446445" y="0"/>
                </a:cubicBezTo>
                <a:close/>
                <a:moveTo>
                  <a:pt x="349156" y="288830"/>
                </a:moveTo>
                <a:cubicBezTo>
                  <a:pt x="362553" y="288830"/>
                  <a:pt x="373451" y="299728"/>
                  <a:pt x="373451" y="313126"/>
                </a:cubicBezTo>
                <a:cubicBezTo>
                  <a:pt x="373451" y="326523"/>
                  <a:pt x="362553" y="337421"/>
                  <a:pt x="349156" y="337421"/>
                </a:cubicBezTo>
                <a:cubicBezTo>
                  <a:pt x="335758" y="337421"/>
                  <a:pt x="324860" y="326506"/>
                  <a:pt x="324860" y="313126"/>
                </a:cubicBezTo>
                <a:cubicBezTo>
                  <a:pt x="324860" y="299809"/>
                  <a:pt x="335686" y="288830"/>
                  <a:pt x="349156" y="288830"/>
                </a:cubicBezTo>
                <a:close/>
                <a:moveTo>
                  <a:pt x="208625" y="288830"/>
                </a:moveTo>
                <a:cubicBezTo>
                  <a:pt x="221932" y="288830"/>
                  <a:pt x="232920" y="299647"/>
                  <a:pt x="232920" y="313126"/>
                </a:cubicBezTo>
                <a:cubicBezTo>
                  <a:pt x="232920" y="326604"/>
                  <a:pt x="222004" y="337421"/>
                  <a:pt x="208625" y="337421"/>
                </a:cubicBezTo>
                <a:cubicBezTo>
                  <a:pt x="195245" y="337421"/>
                  <a:pt x="184329" y="326559"/>
                  <a:pt x="184329" y="313126"/>
                </a:cubicBezTo>
                <a:cubicBezTo>
                  <a:pt x="184329" y="299629"/>
                  <a:pt x="195335" y="288830"/>
                  <a:pt x="208625" y="288830"/>
                </a:cubicBezTo>
                <a:close/>
                <a:moveTo>
                  <a:pt x="384169" y="213103"/>
                </a:moveTo>
                <a:lnTo>
                  <a:pt x="141466" y="213103"/>
                </a:lnTo>
                <a:lnTo>
                  <a:pt x="134659" y="168144"/>
                </a:lnTo>
                <a:lnTo>
                  <a:pt x="395301" y="168144"/>
                </a:lnTo>
                <a:lnTo>
                  <a:pt x="384169" y="213103"/>
                </a:lnTo>
                <a:close/>
                <a:moveTo>
                  <a:pt x="400300" y="141169"/>
                </a:moveTo>
                <a:lnTo>
                  <a:pt x="132330" y="141169"/>
                </a:lnTo>
                <a:cubicBezTo>
                  <a:pt x="132357" y="141331"/>
                  <a:pt x="131584" y="136260"/>
                  <a:pt x="125928" y="98908"/>
                </a:cubicBezTo>
                <a:lnTo>
                  <a:pt x="410767" y="98908"/>
                </a:lnTo>
                <a:cubicBezTo>
                  <a:pt x="409229" y="105131"/>
                  <a:pt x="401820" y="135028"/>
                  <a:pt x="400300" y="141169"/>
                </a:cubicBezTo>
                <a:close/>
                <a:moveTo>
                  <a:pt x="418868" y="71034"/>
                </a:moveTo>
                <a:lnTo>
                  <a:pt x="120443" y="71034"/>
                </a:lnTo>
                <a:lnTo>
                  <a:pt x="113772" y="26975"/>
                </a:lnTo>
                <a:lnTo>
                  <a:pt x="429784" y="26975"/>
                </a:lnTo>
                <a:lnTo>
                  <a:pt x="418868" y="7103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7B879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9" name="Google Shape;1519;p61"/>
          <p:cNvGrpSpPr/>
          <p:nvPr/>
        </p:nvGrpSpPr>
        <p:grpSpPr>
          <a:xfrm>
            <a:off x="3083942" y="1863993"/>
            <a:ext cx="460373" cy="255363"/>
            <a:chOff x="5685739" y="3792091"/>
            <a:chExt cx="460373" cy="255363"/>
          </a:xfrm>
        </p:grpSpPr>
        <p:sp>
          <p:nvSpPr>
            <p:cNvPr id="1520" name="Google Shape;1520;p61"/>
            <p:cNvSpPr/>
            <p:nvPr/>
          </p:nvSpPr>
          <p:spPr>
            <a:xfrm>
              <a:off x="5685739" y="3792091"/>
              <a:ext cx="460373" cy="255363"/>
            </a:xfrm>
            <a:custGeom>
              <a:avLst/>
              <a:gdLst/>
              <a:ahLst/>
              <a:cxnLst/>
              <a:rect l="l" t="t" r="r" b="b"/>
              <a:pathLst>
                <a:path w="460373" h="255363" extrusionOk="0">
                  <a:moveTo>
                    <a:pt x="446697" y="0"/>
                  </a:moveTo>
                  <a:lnTo>
                    <a:pt x="13676" y="0"/>
                  </a:lnTo>
                  <a:cubicBezTo>
                    <a:pt x="6123" y="0"/>
                    <a:pt x="0" y="6123"/>
                    <a:pt x="0" y="13676"/>
                  </a:cubicBezTo>
                  <a:lnTo>
                    <a:pt x="0" y="241687"/>
                  </a:lnTo>
                  <a:cubicBezTo>
                    <a:pt x="0" y="249240"/>
                    <a:pt x="6123" y="255363"/>
                    <a:pt x="13676" y="255363"/>
                  </a:cubicBezTo>
                  <a:lnTo>
                    <a:pt x="446697" y="255363"/>
                  </a:lnTo>
                  <a:cubicBezTo>
                    <a:pt x="454250" y="255363"/>
                    <a:pt x="460374" y="249240"/>
                    <a:pt x="460374" y="241687"/>
                  </a:cubicBezTo>
                  <a:lnTo>
                    <a:pt x="460374" y="13676"/>
                  </a:lnTo>
                  <a:cubicBezTo>
                    <a:pt x="460374" y="6123"/>
                    <a:pt x="454250" y="0"/>
                    <a:pt x="446697" y="0"/>
                  </a:cubicBezTo>
                  <a:close/>
                  <a:moveTo>
                    <a:pt x="432499" y="227489"/>
                  </a:moveTo>
                  <a:lnTo>
                    <a:pt x="26975" y="227489"/>
                  </a:lnTo>
                  <a:lnTo>
                    <a:pt x="26975" y="26975"/>
                  </a:lnTo>
                  <a:lnTo>
                    <a:pt x="432499" y="26975"/>
                  </a:lnTo>
                  <a:lnTo>
                    <a:pt x="432499" y="227489"/>
                  </a:lnTo>
                  <a:lnTo>
                    <a:pt x="432499" y="2274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61"/>
            <p:cNvSpPr/>
            <p:nvPr/>
          </p:nvSpPr>
          <p:spPr>
            <a:xfrm>
              <a:off x="5738790" y="3839746"/>
              <a:ext cx="353372" cy="160042"/>
            </a:xfrm>
            <a:custGeom>
              <a:avLst/>
              <a:gdLst/>
              <a:ahLst/>
              <a:cxnLst/>
              <a:rect l="l" t="t" r="r" b="b"/>
              <a:pathLst>
                <a:path w="353372" h="160042" extrusionOk="0">
                  <a:moveTo>
                    <a:pt x="339642" y="36227"/>
                  </a:moveTo>
                  <a:cubicBezTo>
                    <a:pt x="327225" y="36200"/>
                    <a:pt x="317136" y="26121"/>
                    <a:pt x="317100" y="13730"/>
                  </a:cubicBezTo>
                  <a:cubicBezTo>
                    <a:pt x="317082" y="6150"/>
                    <a:pt x="311004" y="0"/>
                    <a:pt x="303424" y="0"/>
                  </a:cubicBezTo>
                  <a:lnTo>
                    <a:pt x="49949" y="0"/>
                  </a:lnTo>
                  <a:cubicBezTo>
                    <a:pt x="42369" y="0"/>
                    <a:pt x="36291" y="6159"/>
                    <a:pt x="36273" y="13730"/>
                  </a:cubicBezTo>
                  <a:cubicBezTo>
                    <a:pt x="36237" y="26130"/>
                    <a:pt x="26148" y="36209"/>
                    <a:pt x="13730" y="36236"/>
                  </a:cubicBezTo>
                  <a:cubicBezTo>
                    <a:pt x="6151" y="36254"/>
                    <a:pt x="0" y="42324"/>
                    <a:pt x="0" y="49904"/>
                  </a:cubicBezTo>
                  <a:cubicBezTo>
                    <a:pt x="0" y="67087"/>
                    <a:pt x="0" y="92965"/>
                    <a:pt x="0" y="110148"/>
                  </a:cubicBezTo>
                  <a:cubicBezTo>
                    <a:pt x="0" y="117728"/>
                    <a:pt x="6159" y="123797"/>
                    <a:pt x="13730" y="123815"/>
                  </a:cubicBezTo>
                  <a:cubicBezTo>
                    <a:pt x="26148" y="123842"/>
                    <a:pt x="36237" y="133922"/>
                    <a:pt x="36273" y="146312"/>
                  </a:cubicBezTo>
                  <a:cubicBezTo>
                    <a:pt x="36291" y="153892"/>
                    <a:pt x="42369" y="160043"/>
                    <a:pt x="49949" y="160043"/>
                  </a:cubicBezTo>
                  <a:lnTo>
                    <a:pt x="303415" y="160043"/>
                  </a:lnTo>
                  <a:cubicBezTo>
                    <a:pt x="310977" y="160043"/>
                    <a:pt x="317100" y="153919"/>
                    <a:pt x="317100" y="146366"/>
                  </a:cubicBezTo>
                  <a:cubicBezTo>
                    <a:pt x="317100" y="133922"/>
                    <a:pt x="327234" y="123806"/>
                    <a:pt x="339688" y="123806"/>
                  </a:cubicBezTo>
                  <a:cubicBezTo>
                    <a:pt x="347241" y="123806"/>
                    <a:pt x="353373" y="117692"/>
                    <a:pt x="353373" y="110139"/>
                  </a:cubicBezTo>
                  <a:cubicBezTo>
                    <a:pt x="353373" y="92956"/>
                    <a:pt x="353373" y="67078"/>
                    <a:pt x="353373" y="49895"/>
                  </a:cubicBezTo>
                  <a:cubicBezTo>
                    <a:pt x="353373" y="42315"/>
                    <a:pt x="347214" y="36245"/>
                    <a:pt x="339642" y="36227"/>
                  </a:cubicBezTo>
                  <a:close/>
                  <a:moveTo>
                    <a:pt x="326398" y="97892"/>
                  </a:moveTo>
                  <a:cubicBezTo>
                    <a:pt x="309835" y="102604"/>
                    <a:pt x="296761" y="115651"/>
                    <a:pt x="292041" y="132169"/>
                  </a:cubicBezTo>
                  <a:lnTo>
                    <a:pt x="62231" y="132169"/>
                  </a:lnTo>
                  <a:cubicBezTo>
                    <a:pt x="57511" y="115642"/>
                    <a:pt x="44437" y="102604"/>
                    <a:pt x="27874" y="97892"/>
                  </a:cubicBezTo>
                  <a:lnTo>
                    <a:pt x="27874" y="61251"/>
                  </a:lnTo>
                  <a:cubicBezTo>
                    <a:pt x="44437" y="56540"/>
                    <a:pt x="57511" y="43493"/>
                    <a:pt x="62231" y="26975"/>
                  </a:cubicBezTo>
                  <a:lnTo>
                    <a:pt x="292041" y="26975"/>
                  </a:lnTo>
                  <a:cubicBezTo>
                    <a:pt x="296761" y="43502"/>
                    <a:pt x="309835" y="56540"/>
                    <a:pt x="326398" y="61251"/>
                  </a:cubicBezTo>
                  <a:lnTo>
                    <a:pt x="326398" y="9789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61"/>
            <p:cNvSpPr/>
            <p:nvPr/>
          </p:nvSpPr>
          <p:spPr>
            <a:xfrm>
              <a:off x="5874735" y="3878456"/>
              <a:ext cx="81950" cy="81949"/>
            </a:xfrm>
            <a:custGeom>
              <a:avLst/>
              <a:gdLst/>
              <a:ahLst/>
              <a:cxnLst/>
              <a:rect l="l" t="t" r="r" b="b"/>
              <a:pathLst>
                <a:path w="81950" h="81949" extrusionOk="0">
                  <a:moveTo>
                    <a:pt x="40975" y="0"/>
                  </a:moveTo>
                  <a:cubicBezTo>
                    <a:pt x="18379" y="0"/>
                    <a:pt x="0" y="18388"/>
                    <a:pt x="0" y="40975"/>
                  </a:cubicBezTo>
                  <a:cubicBezTo>
                    <a:pt x="0" y="63562"/>
                    <a:pt x="18379" y="81950"/>
                    <a:pt x="40975" y="81950"/>
                  </a:cubicBezTo>
                  <a:cubicBezTo>
                    <a:pt x="63571" y="81950"/>
                    <a:pt x="81950" y="63571"/>
                    <a:pt x="81950" y="40975"/>
                  </a:cubicBezTo>
                  <a:cubicBezTo>
                    <a:pt x="81950" y="18379"/>
                    <a:pt x="63571" y="0"/>
                    <a:pt x="40975" y="0"/>
                  </a:cubicBezTo>
                  <a:close/>
                  <a:moveTo>
                    <a:pt x="40975" y="54606"/>
                  </a:moveTo>
                  <a:cubicBezTo>
                    <a:pt x="33458" y="54606"/>
                    <a:pt x="27344" y="48492"/>
                    <a:pt x="27344" y="40975"/>
                  </a:cubicBezTo>
                  <a:cubicBezTo>
                    <a:pt x="27344" y="33458"/>
                    <a:pt x="33458" y="27344"/>
                    <a:pt x="40975" y="27344"/>
                  </a:cubicBezTo>
                  <a:cubicBezTo>
                    <a:pt x="48492" y="27344"/>
                    <a:pt x="54607" y="33458"/>
                    <a:pt x="54607" y="40975"/>
                  </a:cubicBezTo>
                  <a:cubicBezTo>
                    <a:pt x="54607" y="48492"/>
                    <a:pt x="48492" y="54606"/>
                    <a:pt x="40975" y="546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3" name="Google Shape;1523;p61"/>
          <p:cNvGrpSpPr/>
          <p:nvPr/>
        </p:nvGrpSpPr>
        <p:grpSpPr>
          <a:xfrm>
            <a:off x="5628166" y="3462469"/>
            <a:ext cx="372255" cy="460373"/>
            <a:chOff x="3892792" y="2978345"/>
            <a:chExt cx="372255" cy="460373"/>
          </a:xfrm>
        </p:grpSpPr>
        <p:sp>
          <p:nvSpPr>
            <p:cNvPr id="1524" name="Google Shape;1524;p61"/>
            <p:cNvSpPr/>
            <p:nvPr/>
          </p:nvSpPr>
          <p:spPr>
            <a:xfrm>
              <a:off x="3892792" y="2978345"/>
              <a:ext cx="372255" cy="460373"/>
            </a:xfrm>
            <a:custGeom>
              <a:avLst/>
              <a:gdLst/>
              <a:ahLst/>
              <a:cxnLst/>
              <a:rect l="l" t="t" r="r" b="b"/>
              <a:pathLst>
                <a:path w="372255" h="460373" extrusionOk="0">
                  <a:moveTo>
                    <a:pt x="358498" y="47656"/>
                  </a:moveTo>
                  <a:lnTo>
                    <a:pt x="321003" y="47656"/>
                  </a:lnTo>
                  <a:lnTo>
                    <a:pt x="321003" y="13757"/>
                  </a:lnTo>
                  <a:cubicBezTo>
                    <a:pt x="321003" y="6159"/>
                    <a:pt x="314843" y="0"/>
                    <a:pt x="307245" y="0"/>
                  </a:cubicBezTo>
                  <a:lnTo>
                    <a:pt x="13640" y="0"/>
                  </a:lnTo>
                  <a:cubicBezTo>
                    <a:pt x="6105" y="0"/>
                    <a:pt x="0" y="6159"/>
                    <a:pt x="0" y="13748"/>
                  </a:cubicBezTo>
                  <a:lnTo>
                    <a:pt x="0" y="398969"/>
                  </a:lnTo>
                  <a:cubicBezTo>
                    <a:pt x="0" y="406558"/>
                    <a:pt x="6105" y="412718"/>
                    <a:pt x="13640" y="412718"/>
                  </a:cubicBezTo>
                  <a:lnTo>
                    <a:pt x="51253" y="412718"/>
                  </a:lnTo>
                  <a:lnTo>
                    <a:pt x="51253" y="446616"/>
                  </a:lnTo>
                  <a:cubicBezTo>
                    <a:pt x="51253" y="454214"/>
                    <a:pt x="57412" y="460373"/>
                    <a:pt x="65010" y="460373"/>
                  </a:cubicBezTo>
                  <a:lnTo>
                    <a:pt x="358498" y="460373"/>
                  </a:lnTo>
                  <a:cubicBezTo>
                    <a:pt x="366105" y="460373"/>
                    <a:pt x="372255" y="454214"/>
                    <a:pt x="372255" y="446625"/>
                  </a:cubicBezTo>
                  <a:lnTo>
                    <a:pt x="372255" y="61404"/>
                  </a:lnTo>
                  <a:cubicBezTo>
                    <a:pt x="372255" y="53815"/>
                    <a:pt x="366096" y="47656"/>
                    <a:pt x="358498" y="47656"/>
                  </a:cubicBezTo>
                  <a:close/>
                  <a:moveTo>
                    <a:pt x="52152" y="60514"/>
                  </a:moveTo>
                  <a:lnTo>
                    <a:pt x="52152" y="384843"/>
                  </a:lnTo>
                  <a:lnTo>
                    <a:pt x="27874" y="384843"/>
                  </a:lnTo>
                  <a:lnTo>
                    <a:pt x="27874" y="26975"/>
                  </a:lnTo>
                  <a:lnTo>
                    <a:pt x="293128" y="26975"/>
                  </a:lnTo>
                  <a:lnTo>
                    <a:pt x="293128" y="46757"/>
                  </a:lnTo>
                  <a:lnTo>
                    <a:pt x="65909" y="46757"/>
                  </a:lnTo>
                  <a:cubicBezTo>
                    <a:pt x="58311" y="46757"/>
                    <a:pt x="52152" y="52916"/>
                    <a:pt x="52152" y="60514"/>
                  </a:cubicBezTo>
                  <a:close/>
                  <a:moveTo>
                    <a:pt x="345280" y="432499"/>
                  </a:moveTo>
                  <a:lnTo>
                    <a:pt x="79127" y="432499"/>
                  </a:lnTo>
                  <a:lnTo>
                    <a:pt x="79127" y="74631"/>
                  </a:lnTo>
                  <a:lnTo>
                    <a:pt x="345280" y="74631"/>
                  </a:lnTo>
                  <a:lnTo>
                    <a:pt x="345280" y="43249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61"/>
            <p:cNvSpPr/>
            <p:nvPr/>
          </p:nvSpPr>
          <p:spPr>
            <a:xfrm>
              <a:off x="4006278" y="3109443"/>
              <a:ext cx="159159" cy="159166"/>
            </a:xfrm>
            <a:custGeom>
              <a:avLst/>
              <a:gdLst/>
              <a:ahLst/>
              <a:cxnLst/>
              <a:rect l="l" t="t" r="r" b="b"/>
              <a:pathLst>
                <a:path w="159159" h="159166" extrusionOk="0">
                  <a:moveTo>
                    <a:pt x="145402" y="65819"/>
                  </a:moveTo>
                  <a:lnTo>
                    <a:pt x="93331" y="65819"/>
                  </a:lnTo>
                  <a:lnTo>
                    <a:pt x="93331" y="13757"/>
                  </a:lnTo>
                  <a:cubicBezTo>
                    <a:pt x="93331" y="6159"/>
                    <a:pt x="87163" y="0"/>
                    <a:pt x="79565" y="0"/>
                  </a:cubicBezTo>
                  <a:cubicBezTo>
                    <a:pt x="35164" y="0"/>
                    <a:pt x="-865" y="36569"/>
                    <a:pt x="16" y="81168"/>
                  </a:cubicBezTo>
                  <a:cubicBezTo>
                    <a:pt x="843" y="123105"/>
                    <a:pt x="34562" y="157507"/>
                    <a:pt x="76472" y="159108"/>
                  </a:cubicBezTo>
                  <a:cubicBezTo>
                    <a:pt x="121763" y="160834"/>
                    <a:pt x="159159" y="124490"/>
                    <a:pt x="159159" y="79576"/>
                  </a:cubicBezTo>
                  <a:cubicBezTo>
                    <a:pt x="159159" y="71987"/>
                    <a:pt x="153009" y="65819"/>
                    <a:pt x="145402" y="65819"/>
                  </a:cubicBezTo>
                  <a:close/>
                  <a:moveTo>
                    <a:pt x="80114" y="132016"/>
                  </a:moveTo>
                  <a:cubicBezTo>
                    <a:pt x="51403" y="132016"/>
                    <a:pt x="28052" y="108655"/>
                    <a:pt x="28052" y="79936"/>
                  </a:cubicBezTo>
                  <a:cubicBezTo>
                    <a:pt x="28052" y="56000"/>
                    <a:pt x="44300" y="35769"/>
                    <a:pt x="66356" y="29717"/>
                  </a:cubicBezTo>
                  <a:lnTo>
                    <a:pt x="66356" y="79936"/>
                  </a:lnTo>
                  <a:cubicBezTo>
                    <a:pt x="66356" y="87534"/>
                    <a:pt x="72516" y="93693"/>
                    <a:pt x="80114" y="93693"/>
                  </a:cubicBezTo>
                  <a:lnTo>
                    <a:pt x="130341" y="93693"/>
                  </a:lnTo>
                  <a:cubicBezTo>
                    <a:pt x="124299" y="115759"/>
                    <a:pt x="104076" y="132016"/>
                    <a:pt x="80114" y="1320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61"/>
            <p:cNvSpPr/>
            <p:nvPr/>
          </p:nvSpPr>
          <p:spPr>
            <a:xfrm>
              <a:off x="4110399" y="3072038"/>
              <a:ext cx="93342" cy="93333"/>
            </a:xfrm>
            <a:custGeom>
              <a:avLst/>
              <a:gdLst/>
              <a:ahLst/>
              <a:cxnLst/>
              <a:rect l="l" t="t" r="r" b="b"/>
              <a:pathLst>
                <a:path w="93342" h="93333" extrusionOk="0">
                  <a:moveTo>
                    <a:pt x="13865" y="0"/>
                  </a:moveTo>
                  <a:cubicBezTo>
                    <a:pt x="6222" y="-9"/>
                    <a:pt x="0" y="6114"/>
                    <a:pt x="0" y="13757"/>
                  </a:cubicBezTo>
                  <a:lnTo>
                    <a:pt x="0" y="79576"/>
                  </a:lnTo>
                  <a:cubicBezTo>
                    <a:pt x="0" y="87174"/>
                    <a:pt x="6150" y="93334"/>
                    <a:pt x="13757" y="93334"/>
                  </a:cubicBezTo>
                  <a:lnTo>
                    <a:pt x="79585" y="93334"/>
                  </a:lnTo>
                  <a:cubicBezTo>
                    <a:pt x="87102" y="93334"/>
                    <a:pt x="93325" y="87309"/>
                    <a:pt x="93342" y="79792"/>
                  </a:cubicBezTo>
                  <a:cubicBezTo>
                    <a:pt x="93459" y="35499"/>
                    <a:pt x="57394" y="54"/>
                    <a:pt x="13865" y="0"/>
                  </a:cubicBezTo>
                  <a:close/>
                  <a:moveTo>
                    <a:pt x="26975" y="65459"/>
                  </a:moveTo>
                  <a:lnTo>
                    <a:pt x="26975" y="28998"/>
                  </a:lnTo>
                  <a:cubicBezTo>
                    <a:pt x="44653" y="33845"/>
                    <a:pt x="58590" y="47782"/>
                    <a:pt x="63445" y="65459"/>
                  </a:cubicBezTo>
                  <a:lnTo>
                    <a:pt x="26975" y="6545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61"/>
            <p:cNvSpPr/>
            <p:nvPr/>
          </p:nvSpPr>
          <p:spPr>
            <a:xfrm>
              <a:off x="3994309" y="3299347"/>
              <a:ext cx="218010" cy="27874"/>
            </a:xfrm>
            <a:custGeom>
              <a:avLst/>
              <a:gdLst/>
              <a:ahLst/>
              <a:cxnLst/>
              <a:rect l="l" t="t" r="r" b="b"/>
              <a:pathLst>
                <a:path w="218010" h="27874" extrusionOk="0">
                  <a:moveTo>
                    <a:pt x="217606" y="10502"/>
                  </a:moveTo>
                  <a:cubicBezTo>
                    <a:pt x="216140" y="4262"/>
                    <a:pt x="210331" y="0"/>
                    <a:pt x="203920" y="0"/>
                  </a:cubicBezTo>
                  <a:lnTo>
                    <a:pt x="13756" y="0"/>
                  </a:lnTo>
                  <a:cubicBezTo>
                    <a:pt x="5034" y="0"/>
                    <a:pt x="-1773" y="8209"/>
                    <a:pt x="412" y="17399"/>
                  </a:cubicBezTo>
                  <a:cubicBezTo>
                    <a:pt x="1896" y="23630"/>
                    <a:pt x="7686" y="27874"/>
                    <a:pt x="14088" y="27874"/>
                  </a:cubicBezTo>
                  <a:lnTo>
                    <a:pt x="204253" y="27874"/>
                  </a:lnTo>
                  <a:cubicBezTo>
                    <a:pt x="212948" y="27874"/>
                    <a:pt x="219773" y="19701"/>
                    <a:pt x="217606" y="105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61"/>
            <p:cNvSpPr/>
            <p:nvPr/>
          </p:nvSpPr>
          <p:spPr>
            <a:xfrm>
              <a:off x="3994308" y="3351499"/>
              <a:ext cx="218020" cy="27874"/>
            </a:xfrm>
            <a:custGeom>
              <a:avLst/>
              <a:gdLst/>
              <a:ahLst/>
              <a:cxnLst/>
              <a:rect l="l" t="t" r="r" b="b"/>
              <a:pathLst>
                <a:path w="218020" h="27874" extrusionOk="0">
                  <a:moveTo>
                    <a:pt x="217606" y="10502"/>
                  </a:moveTo>
                  <a:cubicBezTo>
                    <a:pt x="216141" y="4262"/>
                    <a:pt x="210332" y="0"/>
                    <a:pt x="203921" y="0"/>
                  </a:cubicBezTo>
                  <a:lnTo>
                    <a:pt x="13756" y="0"/>
                  </a:lnTo>
                  <a:cubicBezTo>
                    <a:pt x="4989" y="0"/>
                    <a:pt x="-1808" y="8290"/>
                    <a:pt x="431" y="17471"/>
                  </a:cubicBezTo>
                  <a:cubicBezTo>
                    <a:pt x="1941" y="23666"/>
                    <a:pt x="7723" y="27874"/>
                    <a:pt x="14098" y="27874"/>
                  </a:cubicBezTo>
                  <a:lnTo>
                    <a:pt x="204263" y="27874"/>
                  </a:lnTo>
                  <a:cubicBezTo>
                    <a:pt x="212958" y="27874"/>
                    <a:pt x="219782" y="19701"/>
                    <a:pt x="217615" y="105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9" name="Google Shape;1529;p61"/>
          <p:cNvGrpSpPr/>
          <p:nvPr/>
        </p:nvGrpSpPr>
        <p:grpSpPr>
          <a:xfrm>
            <a:off x="5584112" y="1761498"/>
            <a:ext cx="460369" cy="460362"/>
            <a:chOff x="7272202" y="2313857"/>
            <a:chExt cx="460369" cy="460362"/>
          </a:xfrm>
        </p:grpSpPr>
        <p:sp>
          <p:nvSpPr>
            <p:cNvPr id="1530" name="Google Shape;1530;p61"/>
            <p:cNvSpPr/>
            <p:nvPr/>
          </p:nvSpPr>
          <p:spPr>
            <a:xfrm>
              <a:off x="7272202" y="2313857"/>
              <a:ext cx="460369" cy="460362"/>
            </a:xfrm>
            <a:custGeom>
              <a:avLst/>
              <a:gdLst/>
              <a:ahLst/>
              <a:cxnLst/>
              <a:rect l="l" t="t" r="r" b="b"/>
              <a:pathLst>
                <a:path w="460369" h="460362" extrusionOk="0">
                  <a:moveTo>
                    <a:pt x="445520" y="21098"/>
                  </a:moveTo>
                  <a:lnTo>
                    <a:pt x="439262" y="14840"/>
                  </a:lnTo>
                  <a:cubicBezTo>
                    <a:pt x="419543" y="-4879"/>
                    <a:pt x="387299" y="-5014"/>
                    <a:pt x="367445" y="14840"/>
                  </a:cubicBezTo>
                  <a:lnTo>
                    <a:pt x="345488" y="36797"/>
                  </a:lnTo>
                  <a:cubicBezTo>
                    <a:pt x="336622" y="34307"/>
                    <a:pt x="326596" y="36555"/>
                    <a:pt x="319520" y="43640"/>
                  </a:cubicBezTo>
                  <a:lnTo>
                    <a:pt x="186092" y="177067"/>
                  </a:lnTo>
                  <a:cubicBezTo>
                    <a:pt x="173657" y="189503"/>
                    <a:pt x="174700" y="204609"/>
                    <a:pt x="174628" y="205004"/>
                  </a:cubicBezTo>
                  <a:lnTo>
                    <a:pt x="76277" y="303355"/>
                  </a:lnTo>
                  <a:cubicBezTo>
                    <a:pt x="66557" y="313066"/>
                    <a:pt x="63994" y="327255"/>
                    <a:pt x="68562" y="339349"/>
                  </a:cubicBezTo>
                  <a:lnTo>
                    <a:pt x="16366" y="376880"/>
                  </a:lnTo>
                  <a:cubicBezTo>
                    <a:pt x="13497" y="378939"/>
                    <a:pt x="11546" y="382032"/>
                    <a:pt x="10925" y="385494"/>
                  </a:cubicBezTo>
                  <a:cubicBezTo>
                    <a:pt x="-818" y="450027"/>
                    <a:pt x="189" y="444291"/>
                    <a:pt x="55" y="445595"/>
                  </a:cubicBezTo>
                  <a:cubicBezTo>
                    <a:pt x="-737" y="454478"/>
                    <a:pt x="7185" y="461870"/>
                    <a:pt x="16302" y="460098"/>
                  </a:cubicBezTo>
                  <a:lnTo>
                    <a:pt x="74865" y="449443"/>
                  </a:lnTo>
                  <a:cubicBezTo>
                    <a:pt x="78327" y="448814"/>
                    <a:pt x="81420" y="446871"/>
                    <a:pt x="83479" y="444003"/>
                  </a:cubicBezTo>
                  <a:lnTo>
                    <a:pt x="121001" y="391824"/>
                  </a:lnTo>
                  <a:cubicBezTo>
                    <a:pt x="132835" y="396329"/>
                    <a:pt x="147086" y="394009"/>
                    <a:pt x="157004" y="384092"/>
                  </a:cubicBezTo>
                  <a:lnTo>
                    <a:pt x="255346" y="285741"/>
                  </a:lnTo>
                  <a:cubicBezTo>
                    <a:pt x="256218" y="285579"/>
                    <a:pt x="271045" y="286523"/>
                    <a:pt x="283292" y="274276"/>
                  </a:cubicBezTo>
                  <a:lnTo>
                    <a:pt x="387614" y="169955"/>
                  </a:lnTo>
                  <a:cubicBezTo>
                    <a:pt x="392433" y="183074"/>
                    <a:pt x="389574" y="198396"/>
                    <a:pt x="379062" y="208907"/>
                  </a:cubicBezTo>
                  <a:lnTo>
                    <a:pt x="308127" y="279851"/>
                  </a:lnTo>
                  <a:cubicBezTo>
                    <a:pt x="302175" y="285804"/>
                    <a:pt x="303317" y="294660"/>
                    <a:pt x="308586" y="299543"/>
                  </a:cubicBezTo>
                  <a:cubicBezTo>
                    <a:pt x="313837" y="304407"/>
                    <a:pt x="322217" y="304273"/>
                    <a:pt x="327369" y="299102"/>
                  </a:cubicBezTo>
                  <a:lnTo>
                    <a:pt x="398314" y="228167"/>
                  </a:lnTo>
                  <a:cubicBezTo>
                    <a:pt x="419570" y="206902"/>
                    <a:pt x="422780" y="174316"/>
                    <a:pt x="407935" y="149643"/>
                  </a:cubicBezTo>
                  <a:lnTo>
                    <a:pt x="416720" y="140858"/>
                  </a:lnTo>
                  <a:cubicBezTo>
                    <a:pt x="423760" y="133817"/>
                    <a:pt x="426062" y="123792"/>
                    <a:pt x="423562" y="114890"/>
                  </a:cubicBezTo>
                  <a:lnTo>
                    <a:pt x="445520" y="92932"/>
                  </a:lnTo>
                  <a:cubicBezTo>
                    <a:pt x="465320" y="73142"/>
                    <a:pt x="465320" y="40916"/>
                    <a:pt x="445520" y="21116"/>
                  </a:cubicBezTo>
                  <a:close/>
                  <a:moveTo>
                    <a:pt x="64597" y="423646"/>
                  </a:moveTo>
                  <a:cubicBezTo>
                    <a:pt x="64597" y="423646"/>
                    <a:pt x="64696" y="423511"/>
                    <a:pt x="64732" y="423457"/>
                  </a:cubicBezTo>
                  <a:cubicBezTo>
                    <a:pt x="64714" y="423484"/>
                    <a:pt x="64669" y="423547"/>
                    <a:pt x="64597" y="423646"/>
                  </a:cubicBezTo>
                  <a:lnTo>
                    <a:pt x="64597" y="423646"/>
                  </a:lnTo>
                  <a:close/>
                  <a:moveTo>
                    <a:pt x="64741" y="423439"/>
                  </a:moveTo>
                  <a:cubicBezTo>
                    <a:pt x="64741" y="423439"/>
                    <a:pt x="64741" y="423430"/>
                    <a:pt x="64741" y="423439"/>
                  </a:cubicBezTo>
                  <a:lnTo>
                    <a:pt x="64741" y="423439"/>
                  </a:lnTo>
                  <a:close/>
                  <a:moveTo>
                    <a:pt x="64597" y="423646"/>
                  </a:moveTo>
                  <a:lnTo>
                    <a:pt x="54041" y="425570"/>
                  </a:lnTo>
                  <a:lnTo>
                    <a:pt x="66467" y="413135"/>
                  </a:lnTo>
                  <a:cubicBezTo>
                    <a:pt x="71781" y="407821"/>
                    <a:pt x="71781" y="399198"/>
                    <a:pt x="66467" y="393893"/>
                  </a:cubicBezTo>
                  <a:cubicBezTo>
                    <a:pt x="61162" y="388578"/>
                    <a:pt x="52539" y="388578"/>
                    <a:pt x="47225" y="393893"/>
                  </a:cubicBezTo>
                  <a:lnTo>
                    <a:pt x="34789" y="406319"/>
                  </a:lnTo>
                  <a:lnTo>
                    <a:pt x="36714" y="395763"/>
                  </a:lnTo>
                  <a:cubicBezTo>
                    <a:pt x="36714" y="395763"/>
                    <a:pt x="36786" y="395709"/>
                    <a:pt x="36812" y="395691"/>
                  </a:cubicBezTo>
                  <a:cubicBezTo>
                    <a:pt x="36282" y="396068"/>
                    <a:pt x="36111" y="396194"/>
                    <a:pt x="88308" y="358663"/>
                  </a:cubicBezTo>
                  <a:lnTo>
                    <a:pt x="101696" y="372052"/>
                  </a:lnTo>
                  <a:cubicBezTo>
                    <a:pt x="67699" y="419339"/>
                    <a:pt x="64606" y="423646"/>
                    <a:pt x="64606" y="423646"/>
                  </a:cubicBezTo>
                  <a:close/>
                  <a:moveTo>
                    <a:pt x="137771" y="364831"/>
                  </a:moveTo>
                  <a:cubicBezTo>
                    <a:pt x="135190" y="367421"/>
                    <a:pt x="130973" y="367466"/>
                    <a:pt x="128339" y="364831"/>
                  </a:cubicBezTo>
                  <a:cubicBezTo>
                    <a:pt x="94989" y="330654"/>
                    <a:pt x="93937" y="332255"/>
                    <a:pt x="93595" y="327813"/>
                  </a:cubicBezTo>
                  <a:cubicBezTo>
                    <a:pt x="93451" y="325942"/>
                    <a:pt x="94098" y="324018"/>
                    <a:pt x="95528" y="322589"/>
                  </a:cubicBezTo>
                  <a:lnTo>
                    <a:pt x="185849" y="232258"/>
                  </a:lnTo>
                  <a:cubicBezTo>
                    <a:pt x="186011" y="232438"/>
                    <a:pt x="227975" y="274402"/>
                    <a:pt x="228101" y="274510"/>
                  </a:cubicBezTo>
                  <a:lnTo>
                    <a:pt x="137762" y="364831"/>
                  </a:lnTo>
                  <a:close/>
                  <a:moveTo>
                    <a:pt x="264068" y="255007"/>
                  </a:moveTo>
                  <a:cubicBezTo>
                    <a:pt x="259384" y="259692"/>
                    <a:pt x="251777" y="259692"/>
                    <a:pt x="247092" y="255007"/>
                  </a:cubicBezTo>
                  <a:lnTo>
                    <a:pt x="205343" y="213259"/>
                  </a:lnTo>
                  <a:cubicBezTo>
                    <a:pt x="200659" y="208574"/>
                    <a:pt x="200659" y="200967"/>
                    <a:pt x="205343" y="196283"/>
                  </a:cubicBezTo>
                  <a:cubicBezTo>
                    <a:pt x="205127" y="196498"/>
                    <a:pt x="309422" y="92204"/>
                    <a:pt x="338366" y="63260"/>
                  </a:cubicBezTo>
                  <a:lnTo>
                    <a:pt x="397082" y="121975"/>
                  </a:lnTo>
                  <a:cubicBezTo>
                    <a:pt x="390554" y="128503"/>
                    <a:pt x="271189" y="247868"/>
                    <a:pt x="264059" y="254998"/>
                  </a:cubicBezTo>
                  <a:close/>
                  <a:moveTo>
                    <a:pt x="425909" y="73663"/>
                  </a:moveTo>
                  <a:lnTo>
                    <a:pt x="406406" y="93175"/>
                  </a:lnTo>
                  <a:lnTo>
                    <a:pt x="366807" y="53576"/>
                  </a:lnTo>
                  <a:lnTo>
                    <a:pt x="386310" y="34073"/>
                  </a:lnTo>
                  <a:lnTo>
                    <a:pt x="386310" y="34073"/>
                  </a:lnTo>
                  <a:cubicBezTo>
                    <a:pt x="395445" y="24928"/>
                    <a:pt x="410480" y="24892"/>
                    <a:pt x="419642" y="34073"/>
                  </a:cubicBezTo>
                  <a:lnTo>
                    <a:pt x="425909" y="40322"/>
                  </a:lnTo>
                  <a:cubicBezTo>
                    <a:pt x="435099" y="49520"/>
                    <a:pt x="435099" y="64474"/>
                    <a:pt x="425909" y="736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61"/>
            <p:cNvSpPr/>
            <p:nvPr/>
          </p:nvSpPr>
          <p:spPr>
            <a:xfrm>
              <a:off x="7309123" y="2709467"/>
              <a:ext cx="899" cy="899"/>
            </a:xfrm>
            <a:custGeom>
              <a:avLst/>
              <a:gdLst/>
              <a:ahLst/>
              <a:cxnLst/>
              <a:rect l="l" t="t" r="r" b="b"/>
              <a:pathLst>
                <a:path w="899" h="899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61"/>
            <p:cNvSpPr/>
            <p:nvPr/>
          </p:nvSpPr>
          <p:spPr>
            <a:xfrm>
              <a:off x="7309015" y="2709503"/>
              <a:ext cx="63" cy="45"/>
            </a:xfrm>
            <a:custGeom>
              <a:avLst/>
              <a:gdLst/>
              <a:ahLst/>
              <a:cxnLst/>
              <a:rect l="l" t="t" r="r" b="b"/>
              <a:pathLst>
                <a:path w="63" h="45" extrusionOk="0">
                  <a:moveTo>
                    <a:pt x="0" y="45"/>
                  </a:moveTo>
                  <a:cubicBezTo>
                    <a:pt x="0" y="45"/>
                    <a:pt x="45" y="9"/>
                    <a:pt x="63" y="0"/>
                  </a:cubicBezTo>
                  <a:cubicBezTo>
                    <a:pt x="45" y="9"/>
                    <a:pt x="27" y="27"/>
                    <a:pt x="0" y="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61"/>
            <p:cNvSpPr/>
            <p:nvPr/>
          </p:nvSpPr>
          <p:spPr>
            <a:xfrm>
              <a:off x="7309069" y="2709467"/>
              <a:ext cx="54" cy="36"/>
            </a:xfrm>
            <a:custGeom>
              <a:avLst/>
              <a:gdLst/>
              <a:ahLst/>
              <a:cxnLst/>
              <a:rect l="l" t="t" r="r" b="b"/>
              <a:pathLst>
                <a:path w="54" h="36" extrusionOk="0">
                  <a:moveTo>
                    <a:pt x="0" y="36"/>
                  </a:moveTo>
                  <a:cubicBezTo>
                    <a:pt x="0" y="36"/>
                    <a:pt x="45" y="9"/>
                    <a:pt x="54" y="0"/>
                  </a:cubicBezTo>
                  <a:cubicBezTo>
                    <a:pt x="45" y="0"/>
                    <a:pt x="27" y="18"/>
                    <a:pt x="0" y="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4" name="Google Shape;1534;p61"/>
          <p:cNvSpPr/>
          <p:nvPr/>
        </p:nvSpPr>
        <p:spPr>
          <a:xfrm>
            <a:off x="4341460" y="2634512"/>
            <a:ext cx="461183" cy="436860"/>
          </a:xfrm>
          <a:custGeom>
            <a:avLst/>
            <a:gdLst/>
            <a:ahLst/>
            <a:cxnLst/>
            <a:rect l="l" t="t" r="r" b="b"/>
            <a:pathLst>
              <a:path w="461183" h="436860" extrusionOk="0">
                <a:moveTo>
                  <a:pt x="446499" y="408986"/>
                </a:moveTo>
                <a:lnTo>
                  <a:pt x="322801" y="408986"/>
                </a:lnTo>
                <a:lnTo>
                  <a:pt x="322801" y="277843"/>
                </a:lnTo>
                <a:lnTo>
                  <a:pt x="395418" y="205298"/>
                </a:lnTo>
                <a:lnTo>
                  <a:pt x="424398" y="234251"/>
                </a:lnTo>
                <a:cubicBezTo>
                  <a:pt x="432374" y="242227"/>
                  <a:pt x="446095" y="237704"/>
                  <a:pt x="447740" y="226527"/>
                </a:cubicBezTo>
                <a:cubicBezTo>
                  <a:pt x="461812" y="130685"/>
                  <a:pt x="461111" y="135837"/>
                  <a:pt x="461174" y="134605"/>
                </a:cubicBezTo>
                <a:cubicBezTo>
                  <a:pt x="461426" y="129894"/>
                  <a:pt x="456741" y="121747"/>
                  <a:pt x="450177" y="120416"/>
                </a:cubicBezTo>
                <a:cubicBezTo>
                  <a:pt x="446625" y="119706"/>
                  <a:pt x="452731" y="119257"/>
                  <a:pt x="354712" y="133589"/>
                </a:cubicBezTo>
                <a:cubicBezTo>
                  <a:pt x="343545" y="135226"/>
                  <a:pt x="338986" y="148920"/>
                  <a:pt x="346980" y="156914"/>
                </a:cubicBezTo>
                <a:lnTo>
                  <a:pt x="375960" y="185867"/>
                </a:lnTo>
                <a:lnTo>
                  <a:pt x="306409" y="255345"/>
                </a:lnTo>
                <a:cubicBezTo>
                  <a:pt x="163523" y="181901"/>
                  <a:pt x="170833" y="184113"/>
                  <a:pt x="163873" y="185687"/>
                </a:cubicBezTo>
                <a:cubicBezTo>
                  <a:pt x="157903" y="187036"/>
                  <a:pt x="164008" y="184401"/>
                  <a:pt x="27874" y="294091"/>
                </a:cubicBezTo>
                <a:lnTo>
                  <a:pt x="27874" y="13748"/>
                </a:lnTo>
                <a:cubicBezTo>
                  <a:pt x="27874" y="13748"/>
                  <a:pt x="21688" y="0"/>
                  <a:pt x="14090" y="0"/>
                </a:cubicBezTo>
                <a:cubicBezTo>
                  <a:pt x="6501" y="0"/>
                  <a:pt x="342" y="6150"/>
                  <a:pt x="0" y="13748"/>
                </a:cubicBezTo>
                <a:lnTo>
                  <a:pt x="0" y="423013"/>
                </a:lnTo>
                <a:cubicBezTo>
                  <a:pt x="351" y="430602"/>
                  <a:pt x="6501" y="436761"/>
                  <a:pt x="14099" y="436860"/>
                </a:cubicBezTo>
                <a:lnTo>
                  <a:pt x="446508" y="436860"/>
                </a:lnTo>
                <a:cubicBezTo>
                  <a:pt x="454097" y="436761"/>
                  <a:pt x="460257" y="430602"/>
                  <a:pt x="460257" y="423013"/>
                </a:cubicBezTo>
                <a:cubicBezTo>
                  <a:pt x="460257" y="415424"/>
                  <a:pt x="446508" y="408986"/>
                  <a:pt x="446508" y="408986"/>
                </a:cubicBezTo>
                <a:close/>
                <a:moveTo>
                  <a:pt x="152858" y="408986"/>
                </a:moveTo>
                <a:lnTo>
                  <a:pt x="27874" y="408986"/>
                </a:lnTo>
                <a:lnTo>
                  <a:pt x="27874" y="329482"/>
                </a:lnTo>
                <a:lnTo>
                  <a:pt x="152858" y="227930"/>
                </a:lnTo>
                <a:lnTo>
                  <a:pt x="152858" y="408986"/>
                </a:lnTo>
                <a:close/>
                <a:moveTo>
                  <a:pt x="294927" y="408986"/>
                </a:moveTo>
                <a:lnTo>
                  <a:pt x="180733" y="408986"/>
                </a:lnTo>
                <a:lnTo>
                  <a:pt x="180733" y="221609"/>
                </a:lnTo>
                <a:lnTo>
                  <a:pt x="294927" y="280531"/>
                </a:lnTo>
                <a:lnTo>
                  <a:pt x="294927" y="408986"/>
                </a:lnTo>
                <a:lnTo>
                  <a:pt x="294927" y="40898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7B879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6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1565" name="Google Shape;1565;p64"/>
          <p:cNvSpPr txBox="1"/>
          <p:nvPr/>
        </p:nvSpPr>
        <p:spPr>
          <a:xfrm>
            <a:off x="722375" y="1599175"/>
            <a:ext cx="279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[[item_1_text]]</a:t>
            </a:r>
          </a:p>
        </p:txBody>
      </p:sp>
      <p:sp>
        <p:nvSpPr>
          <p:cNvPr id="1566" name="Google Shape;1566;p64"/>
          <p:cNvSpPr txBox="1"/>
          <p:nvPr/>
        </p:nvSpPr>
        <p:spPr>
          <a:xfrm>
            <a:off x="722375" y="1298700"/>
            <a:ext cx="279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[[item_1_heading]]</a:t>
            </a:r>
          </a:p>
        </p:txBody>
      </p:sp>
      <p:sp>
        <p:nvSpPr>
          <p:cNvPr id="1567" name="Google Shape;1567;p64"/>
          <p:cNvSpPr txBox="1"/>
          <p:nvPr/>
        </p:nvSpPr>
        <p:spPr>
          <a:xfrm>
            <a:off x="722375" y="2460568"/>
            <a:ext cx="279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[[item_2_text]]</a:t>
            </a:r>
          </a:p>
        </p:txBody>
      </p:sp>
      <p:sp>
        <p:nvSpPr>
          <p:cNvPr id="1568" name="Google Shape;1568;p64"/>
          <p:cNvSpPr txBox="1"/>
          <p:nvPr/>
        </p:nvSpPr>
        <p:spPr>
          <a:xfrm>
            <a:off x="722375" y="2160093"/>
            <a:ext cx="279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[[item_2_heading]]</a:t>
            </a:r>
          </a:p>
        </p:txBody>
      </p:sp>
      <p:sp>
        <p:nvSpPr>
          <p:cNvPr id="1569" name="Google Shape;1569;p64"/>
          <p:cNvSpPr txBox="1"/>
          <p:nvPr/>
        </p:nvSpPr>
        <p:spPr>
          <a:xfrm>
            <a:off x="3800325" y="2366172"/>
            <a:ext cx="1543500" cy="8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[[catalog_kicker]]</a:t>
            </a:r>
          </a:p>
        </p:txBody>
      </p:sp>
      <p:sp>
        <p:nvSpPr>
          <p:cNvPr id="1570" name="Google Shape;1570;p64"/>
          <p:cNvSpPr txBox="1"/>
          <p:nvPr/>
        </p:nvSpPr>
        <p:spPr>
          <a:xfrm>
            <a:off x="722375" y="3321971"/>
            <a:ext cx="279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[[item_3_text]]</a:t>
            </a:r>
          </a:p>
        </p:txBody>
      </p:sp>
      <p:sp>
        <p:nvSpPr>
          <p:cNvPr id="1571" name="Google Shape;1571;p64"/>
          <p:cNvSpPr txBox="1"/>
          <p:nvPr/>
        </p:nvSpPr>
        <p:spPr>
          <a:xfrm>
            <a:off x="722375" y="3021497"/>
            <a:ext cx="279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[[item_3_heading]]</a:t>
            </a:r>
          </a:p>
        </p:txBody>
      </p:sp>
      <p:sp>
        <p:nvSpPr>
          <p:cNvPr id="1572" name="Google Shape;1572;p64"/>
          <p:cNvSpPr txBox="1"/>
          <p:nvPr/>
        </p:nvSpPr>
        <p:spPr>
          <a:xfrm>
            <a:off x="722375" y="4183375"/>
            <a:ext cx="279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[[item_4_text]]</a:t>
            </a:r>
          </a:p>
        </p:txBody>
      </p:sp>
      <p:sp>
        <p:nvSpPr>
          <p:cNvPr id="1573" name="Google Shape;1573;p64"/>
          <p:cNvSpPr txBox="1"/>
          <p:nvPr/>
        </p:nvSpPr>
        <p:spPr>
          <a:xfrm>
            <a:off x="722375" y="3882901"/>
            <a:ext cx="279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[[item_4_heading]]</a:t>
            </a:r>
          </a:p>
        </p:txBody>
      </p:sp>
      <p:sp>
        <p:nvSpPr>
          <p:cNvPr id="1574" name="Google Shape;1574;p64"/>
          <p:cNvSpPr txBox="1"/>
          <p:nvPr/>
        </p:nvSpPr>
        <p:spPr>
          <a:xfrm>
            <a:off x="5624725" y="1599175"/>
            <a:ext cx="279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[[item_5_text]]</a:t>
            </a:r>
          </a:p>
        </p:txBody>
      </p:sp>
      <p:sp>
        <p:nvSpPr>
          <p:cNvPr id="1575" name="Google Shape;1575;p64"/>
          <p:cNvSpPr txBox="1"/>
          <p:nvPr/>
        </p:nvSpPr>
        <p:spPr>
          <a:xfrm>
            <a:off x="5624725" y="1298700"/>
            <a:ext cx="279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[[item_5_heading]]</a:t>
            </a:r>
          </a:p>
        </p:txBody>
      </p:sp>
      <p:sp>
        <p:nvSpPr>
          <p:cNvPr id="1576" name="Google Shape;1576;p64"/>
          <p:cNvSpPr txBox="1"/>
          <p:nvPr/>
        </p:nvSpPr>
        <p:spPr>
          <a:xfrm>
            <a:off x="5624725" y="2460568"/>
            <a:ext cx="279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[[item_6_text]]</a:t>
            </a:r>
          </a:p>
        </p:txBody>
      </p:sp>
      <p:sp>
        <p:nvSpPr>
          <p:cNvPr id="1577" name="Google Shape;1577;p64"/>
          <p:cNvSpPr txBox="1"/>
          <p:nvPr/>
        </p:nvSpPr>
        <p:spPr>
          <a:xfrm>
            <a:off x="5624725" y="2160093"/>
            <a:ext cx="279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[[item_6_heading]]</a:t>
            </a:r>
          </a:p>
        </p:txBody>
      </p:sp>
      <p:sp>
        <p:nvSpPr>
          <p:cNvPr id="1578" name="Google Shape;1578;p64"/>
          <p:cNvSpPr txBox="1"/>
          <p:nvPr/>
        </p:nvSpPr>
        <p:spPr>
          <a:xfrm>
            <a:off x="5624725" y="3321971"/>
            <a:ext cx="279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[[item_7_text]]</a:t>
            </a:r>
          </a:p>
        </p:txBody>
      </p:sp>
      <p:sp>
        <p:nvSpPr>
          <p:cNvPr id="1579" name="Google Shape;1579;p64"/>
          <p:cNvSpPr txBox="1"/>
          <p:nvPr/>
        </p:nvSpPr>
        <p:spPr>
          <a:xfrm>
            <a:off x="5624725" y="3021497"/>
            <a:ext cx="279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[[item_7_heading]]</a:t>
            </a:r>
          </a:p>
        </p:txBody>
      </p:sp>
      <p:sp>
        <p:nvSpPr>
          <p:cNvPr id="1580" name="Google Shape;1580;p64"/>
          <p:cNvSpPr txBox="1"/>
          <p:nvPr/>
        </p:nvSpPr>
        <p:spPr>
          <a:xfrm>
            <a:off x="5624725" y="4183375"/>
            <a:ext cx="279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[[item_8_text]]</a:t>
            </a:r>
          </a:p>
        </p:txBody>
      </p:sp>
      <p:sp>
        <p:nvSpPr>
          <p:cNvPr id="1581" name="Google Shape;1581;p64"/>
          <p:cNvSpPr txBox="1"/>
          <p:nvPr/>
        </p:nvSpPr>
        <p:spPr>
          <a:xfrm>
            <a:off x="5624725" y="3882901"/>
            <a:ext cx="2796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[[item_8_heading]]</a:t>
            </a:r>
          </a:p>
        </p:txBody>
      </p:sp>
      <p:cxnSp>
        <p:nvCxnSpPr>
          <p:cNvPr id="1582" name="Google Shape;1582;p64"/>
          <p:cNvCxnSpPr>
            <a:stCxn id="1566" idx="3"/>
            <a:endCxn id="1569" idx="1"/>
          </p:cNvCxnSpPr>
          <p:nvPr/>
        </p:nvCxnSpPr>
        <p:spPr>
          <a:xfrm>
            <a:off x="3519275" y="1500150"/>
            <a:ext cx="281100" cy="12996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3" name="Google Shape;1583;p64"/>
          <p:cNvCxnSpPr>
            <a:stCxn id="1571" idx="3"/>
            <a:endCxn id="1569" idx="1"/>
          </p:cNvCxnSpPr>
          <p:nvPr/>
        </p:nvCxnSpPr>
        <p:spPr>
          <a:xfrm rot="10800000" flipH="1">
            <a:off x="3519275" y="2799647"/>
            <a:ext cx="281100" cy="4233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4" name="Google Shape;1584;p64"/>
          <p:cNvCxnSpPr>
            <a:stCxn id="1568" idx="3"/>
            <a:endCxn id="1569" idx="1"/>
          </p:cNvCxnSpPr>
          <p:nvPr/>
        </p:nvCxnSpPr>
        <p:spPr>
          <a:xfrm>
            <a:off x="3519275" y="2361543"/>
            <a:ext cx="281100" cy="4380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5" name="Google Shape;1585;p64"/>
          <p:cNvCxnSpPr>
            <a:stCxn id="1573" idx="3"/>
            <a:endCxn id="1569" idx="1"/>
          </p:cNvCxnSpPr>
          <p:nvPr/>
        </p:nvCxnSpPr>
        <p:spPr>
          <a:xfrm rot="10800000" flipH="1">
            <a:off x="3519275" y="2799751"/>
            <a:ext cx="281100" cy="12846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6" name="Google Shape;1586;p64"/>
          <p:cNvCxnSpPr>
            <a:stCxn id="1575" idx="1"/>
            <a:endCxn id="1569" idx="3"/>
          </p:cNvCxnSpPr>
          <p:nvPr/>
        </p:nvCxnSpPr>
        <p:spPr>
          <a:xfrm flipH="1">
            <a:off x="5343925" y="1500150"/>
            <a:ext cx="280800" cy="1299600"/>
          </a:xfrm>
          <a:prstGeom prst="bentConnector3">
            <a:avLst>
              <a:gd name="adj1" fmla="val 50018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7" name="Google Shape;1587;p64"/>
          <p:cNvCxnSpPr>
            <a:stCxn id="1577" idx="1"/>
            <a:endCxn id="1569" idx="3"/>
          </p:cNvCxnSpPr>
          <p:nvPr/>
        </p:nvCxnSpPr>
        <p:spPr>
          <a:xfrm flipH="1">
            <a:off x="5343925" y="2361543"/>
            <a:ext cx="280800" cy="438000"/>
          </a:xfrm>
          <a:prstGeom prst="bentConnector3">
            <a:avLst>
              <a:gd name="adj1" fmla="val 50018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8" name="Google Shape;1588;p64"/>
          <p:cNvCxnSpPr>
            <a:stCxn id="1579" idx="1"/>
            <a:endCxn id="1569" idx="3"/>
          </p:cNvCxnSpPr>
          <p:nvPr/>
        </p:nvCxnSpPr>
        <p:spPr>
          <a:xfrm rot="10800000">
            <a:off x="5343925" y="2799647"/>
            <a:ext cx="280800" cy="423300"/>
          </a:xfrm>
          <a:prstGeom prst="bentConnector3">
            <a:avLst>
              <a:gd name="adj1" fmla="val 50018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9" name="Google Shape;1589;p64"/>
          <p:cNvCxnSpPr>
            <a:stCxn id="1581" idx="1"/>
            <a:endCxn id="1569" idx="3"/>
          </p:cNvCxnSpPr>
          <p:nvPr/>
        </p:nvCxnSpPr>
        <p:spPr>
          <a:xfrm rot="10800000">
            <a:off x="5343925" y="2799751"/>
            <a:ext cx="280800" cy="1284600"/>
          </a:xfrm>
          <a:prstGeom prst="bentConnector3">
            <a:avLst>
              <a:gd name="adj1" fmla="val 50018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6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1608" name="Google Shape;1608;p66"/>
          <p:cNvSpPr txBox="1"/>
          <p:nvPr/>
        </p:nvSpPr>
        <p:spPr>
          <a:xfrm>
            <a:off x="722375" y="1840650"/>
            <a:ext cx="2558700" cy="25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457"/>
              </a:buClr>
              <a:buSzPts val="1200"/>
              <a:buFont typeface="Maven Pro"/>
              <a:buChar char="●"/>
            </a:pPr>
            <a:r>
              <a:t>[[left_point_1]]</a:t>
            </a:r>
            <a:endParaRPr sz="1200">
              <a:solidFill>
                <a:srgbClr val="262457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457"/>
              </a:buClr>
              <a:buSzPts val="1200"/>
              <a:buFont typeface="Maven Pro"/>
              <a:buChar char="●"/>
            </a:pPr>
            <a:r>
              <a:t>[[left_point_2]]</a:t>
            </a:r>
            <a:endParaRPr sz="1200">
              <a:solidFill>
                <a:srgbClr val="262457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457"/>
              </a:buClr>
              <a:buSzPts val="1200"/>
              <a:buFont typeface="Maven Pro"/>
              <a:buChar char="●"/>
            </a:pPr>
            <a:r>
              <a:t>[[left_point_3]]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09" name="Google Shape;1609;p66"/>
          <p:cNvSpPr txBox="1"/>
          <p:nvPr/>
        </p:nvSpPr>
        <p:spPr>
          <a:xfrm>
            <a:off x="722390" y="1360875"/>
            <a:ext cx="25587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[[left_heading]]</a:t>
            </a:r>
          </a:p>
        </p:txBody>
      </p:sp>
      <p:sp>
        <p:nvSpPr>
          <p:cNvPr id="1610" name="Google Shape;1610;p66"/>
          <p:cNvSpPr txBox="1"/>
          <p:nvPr/>
        </p:nvSpPr>
        <p:spPr>
          <a:xfrm>
            <a:off x="4184856" y="1360875"/>
            <a:ext cx="42366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[[right_heading]]</a:t>
            </a:r>
          </a:p>
        </p:txBody>
      </p:sp>
      <p:sp>
        <p:nvSpPr>
          <p:cNvPr id="1611" name="Google Shape;1611;p66"/>
          <p:cNvSpPr/>
          <p:nvPr/>
        </p:nvSpPr>
        <p:spPr>
          <a:xfrm>
            <a:off x="4295516" y="1976168"/>
            <a:ext cx="303600" cy="3036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12" name="Google Shape;1612;p66"/>
          <p:cNvSpPr txBox="1"/>
          <p:nvPr/>
        </p:nvSpPr>
        <p:spPr>
          <a:xfrm>
            <a:off x="4773675" y="2227565"/>
            <a:ext cx="36477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[[milestone_1_text]]</a:t>
            </a:r>
          </a:p>
        </p:txBody>
      </p:sp>
      <p:sp>
        <p:nvSpPr>
          <p:cNvPr id="1613" name="Google Shape;1613;p66"/>
          <p:cNvSpPr txBox="1"/>
          <p:nvPr/>
        </p:nvSpPr>
        <p:spPr>
          <a:xfrm>
            <a:off x="4773696" y="1927092"/>
            <a:ext cx="36477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[[milestone_1_label]]</a:t>
            </a:r>
          </a:p>
        </p:txBody>
      </p:sp>
      <p:sp>
        <p:nvSpPr>
          <p:cNvPr id="1614" name="Google Shape;1614;p66"/>
          <p:cNvSpPr txBox="1"/>
          <p:nvPr/>
        </p:nvSpPr>
        <p:spPr>
          <a:xfrm>
            <a:off x="4773675" y="3042258"/>
            <a:ext cx="36477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[[milestone_2_text]]</a:t>
            </a:r>
          </a:p>
        </p:txBody>
      </p:sp>
      <p:sp>
        <p:nvSpPr>
          <p:cNvPr id="1615" name="Google Shape;1615;p66"/>
          <p:cNvSpPr txBox="1"/>
          <p:nvPr/>
        </p:nvSpPr>
        <p:spPr>
          <a:xfrm>
            <a:off x="4773675" y="3856933"/>
            <a:ext cx="36477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[[milestone_3_text]]</a:t>
            </a:r>
          </a:p>
        </p:txBody>
      </p:sp>
      <p:sp>
        <p:nvSpPr>
          <p:cNvPr id="1616" name="Google Shape;1616;p66"/>
          <p:cNvSpPr txBox="1"/>
          <p:nvPr/>
        </p:nvSpPr>
        <p:spPr>
          <a:xfrm>
            <a:off x="4773675" y="2741785"/>
            <a:ext cx="36477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[[milestone_2_label]]</a:t>
            </a:r>
          </a:p>
        </p:txBody>
      </p:sp>
      <p:sp>
        <p:nvSpPr>
          <p:cNvPr id="1617" name="Google Shape;1617;p66"/>
          <p:cNvSpPr txBox="1"/>
          <p:nvPr/>
        </p:nvSpPr>
        <p:spPr>
          <a:xfrm>
            <a:off x="4773696" y="3556460"/>
            <a:ext cx="36477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[[milestone_3_label]]</a:t>
            </a:r>
          </a:p>
        </p:txBody>
      </p:sp>
      <p:sp>
        <p:nvSpPr>
          <p:cNvPr id="1618" name="Google Shape;1618;p66"/>
          <p:cNvSpPr/>
          <p:nvPr/>
        </p:nvSpPr>
        <p:spPr>
          <a:xfrm>
            <a:off x="4295516" y="2793785"/>
            <a:ext cx="303600" cy="3036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19" name="Google Shape;1619;p66"/>
          <p:cNvSpPr/>
          <p:nvPr/>
        </p:nvSpPr>
        <p:spPr>
          <a:xfrm>
            <a:off x="4295516" y="3601623"/>
            <a:ext cx="303600" cy="3036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1620" name="Google Shape;1620;p66"/>
          <p:cNvCxnSpPr>
            <a:stCxn id="1611" idx="2"/>
            <a:endCxn id="1618" idx="0"/>
          </p:cNvCxnSpPr>
          <p:nvPr/>
        </p:nvCxnSpPr>
        <p:spPr>
          <a:xfrm>
            <a:off x="4447316" y="2279768"/>
            <a:ext cx="0" cy="513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1" name="Google Shape;1621;p66"/>
          <p:cNvCxnSpPr>
            <a:stCxn id="1618" idx="2"/>
            <a:endCxn id="1619" idx="0"/>
          </p:cNvCxnSpPr>
          <p:nvPr/>
        </p:nvCxnSpPr>
        <p:spPr>
          <a:xfrm>
            <a:off x="4447316" y="3097385"/>
            <a:ext cx="0" cy="5043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2" name="Google Shape;1622;p66"/>
          <p:cNvCxnSpPr>
            <a:stCxn id="1613" idx="1"/>
            <a:endCxn id="1611" idx="3"/>
          </p:cNvCxnSpPr>
          <p:nvPr/>
        </p:nvCxnSpPr>
        <p:spPr>
          <a:xfrm rot="10800000">
            <a:off x="4599096" y="2127942"/>
            <a:ext cx="174600" cy="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3" name="Google Shape;1623;p66"/>
          <p:cNvCxnSpPr>
            <a:stCxn id="1616" idx="1"/>
            <a:endCxn id="1618" idx="3"/>
          </p:cNvCxnSpPr>
          <p:nvPr/>
        </p:nvCxnSpPr>
        <p:spPr>
          <a:xfrm flipH="1">
            <a:off x="4599075" y="2943235"/>
            <a:ext cx="174600" cy="24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4" name="Google Shape;1624;p66"/>
          <p:cNvCxnSpPr>
            <a:stCxn id="1617" idx="1"/>
            <a:endCxn id="1619" idx="3"/>
          </p:cNvCxnSpPr>
          <p:nvPr/>
        </p:nvCxnSpPr>
        <p:spPr>
          <a:xfrm rot="10800000">
            <a:off x="4599096" y="3753410"/>
            <a:ext cx="174600" cy="45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67"/>
          <p:cNvSpPr/>
          <p:nvPr/>
        </p:nvSpPr>
        <p:spPr>
          <a:xfrm>
            <a:off x="1598832" y="2620398"/>
            <a:ext cx="720600" cy="720600"/>
          </a:xfrm>
          <a:prstGeom prst="round1Rect">
            <a:avLst>
              <a:gd name="adj" fmla="val 45778"/>
            </a:avLst>
          </a:prstGeom>
          <a:solidFill>
            <a:srgbClr val="63DBF5">
              <a:alpha val="68990"/>
            </a:srgbClr>
          </a:solidFill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r>
              <a:t>[[segment_1_percent]]</a:t>
            </a:r>
          </a:p>
        </p:txBody>
      </p:sp>
      <p:sp>
        <p:nvSpPr>
          <p:cNvPr id="1630" name="Google Shape;1630;p67"/>
          <p:cNvSpPr/>
          <p:nvPr/>
        </p:nvSpPr>
        <p:spPr>
          <a:xfrm>
            <a:off x="4211731" y="2620398"/>
            <a:ext cx="720600" cy="720600"/>
          </a:xfrm>
          <a:prstGeom prst="round1Rect">
            <a:avLst>
              <a:gd name="adj" fmla="val 50000"/>
            </a:avLst>
          </a:prstGeom>
          <a:solidFill>
            <a:srgbClr val="006DF5">
              <a:alpha val="40510"/>
            </a:srgbClr>
          </a:solidFill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r>
              <a:t>[[segment_2_percent]]</a:t>
            </a:r>
          </a:p>
        </p:txBody>
      </p:sp>
      <p:sp>
        <p:nvSpPr>
          <p:cNvPr id="1631" name="Google Shape;1631;p67"/>
          <p:cNvSpPr/>
          <p:nvPr/>
        </p:nvSpPr>
        <p:spPr>
          <a:xfrm>
            <a:off x="6824628" y="2620398"/>
            <a:ext cx="720600" cy="720600"/>
          </a:xfrm>
          <a:prstGeom prst="round1Rect">
            <a:avLst>
              <a:gd name="adj" fmla="val 50000"/>
            </a:avLst>
          </a:prstGeom>
          <a:solidFill>
            <a:srgbClr val="516CEE">
              <a:alpha val="60759"/>
            </a:srgbClr>
          </a:solidFill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r>
              <a:t>[[segment_3_percent]]</a:t>
            </a:r>
          </a:p>
        </p:txBody>
      </p:sp>
      <p:sp>
        <p:nvSpPr>
          <p:cNvPr id="1632" name="Google Shape;1632;p67"/>
          <p:cNvSpPr/>
          <p:nvPr/>
        </p:nvSpPr>
        <p:spPr>
          <a:xfrm>
            <a:off x="1799375" y="1487625"/>
            <a:ext cx="5545200" cy="5727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33" name="Google Shape;1633;p6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1634" name="Google Shape;1634;p67"/>
          <p:cNvSpPr/>
          <p:nvPr/>
        </p:nvSpPr>
        <p:spPr>
          <a:xfrm rot="-5400000">
            <a:off x="2498075" y="794400"/>
            <a:ext cx="561600" cy="1959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3DBF5">
              <a:alpha val="689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35" name="Google Shape;1635;p67"/>
          <p:cNvSpPr txBox="1"/>
          <p:nvPr/>
        </p:nvSpPr>
        <p:spPr>
          <a:xfrm>
            <a:off x="722382" y="3733550"/>
            <a:ext cx="24735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[[segment_1_text]]</a:t>
            </a:r>
          </a:p>
        </p:txBody>
      </p:sp>
      <p:sp>
        <p:nvSpPr>
          <p:cNvPr id="1636" name="Google Shape;1636;p67"/>
          <p:cNvSpPr txBox="1"/>
          <p:nvPr/>
        </p:nvSpPr>
        <p:spPr>
          <a:xfrm>
            <a:off x="722382" y="3433089"/>
            <a:ext cx="24735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[[segment_1_name]]</a:t>
            </a:r>
          </a:p>
        </p:txBody>
      </p:sp>
      <p:sp>
        <p:nvSpPr>
          <p:cNvPr id="1637" name="Google Shape;1637;p67"/>
          <p:cNvSpPr txBox="1"/>
          <p:nvPr/>
        </p:nvSpPr>
        <p:spPr>
          <a:xfrm>
            <a:off x="3335281" y="3733548"/>
            <a:ext cx="24735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[[segment_2_text]]</a:t>
            </a:r>
          </a:p>
        </p:txBody>
      </p:sp>
      <p:sp>
        <p:nvSpPr>
          <p:cNvPr id="1638" name="Google Shape;1638;p67"/>
          <p:cNvSpPr txBox="1"/>
          <p:nvPr/>
        </p:nvSpPr>
        <p:spPr>
          <a:xfrm>
            <a:off x="5948178" y="3733551"/>
            <a:ext cx="24735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[[segment_3_text]]</a:t>
            </a:r>
          </a:p>
        </p:txBody>
      </p:sp>
      <p:sp>
        <p:nvSpPr>
          <p:cNvPr id="1639" name="Google Shape;1639;p67"/>
          <p:cNvSpPr txBox="1"/>
          <p:nvPr/>
        </p:nvSpPr>
        <p:spPr>
          <a:xfrm>
            <a:off x="3335281" y="3433088"/>
            <a:ext cx="24735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[[segment_2_name]]</a:t>
            </a:r>
          </a:p>
        </p:txBody>
      </p:sp>
      <p:sp>
        <p:nvSpPr>
          <p:cNvPr id="1640" name="Google Shape;1640;p67"/>
          <p:cNvSpPr txBox="1"/>
          <p:nvPr/>
        </p:nvSpPr>
        <p:spPr>
          <a:xfrm>
            <a:off x="5948178" y="3433094"/>
            <a:ext cx="24735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[[segment_3_name]]</a:t>
            </a:r>
          </a:p>
        </p:txBody>
      </p:sp>
      <p:sp>
        <p:nvSpPr>
          <p:cNvPr id="1641" name="Google Shape;1641;p67"/>
          <p:cNvSpPr/>
          <p:nvPr/>
        </p:nvSpPr>
        <p:spPr>
          <a:xfrm rot="5400000">
            <a:off x="6403475" y="1113600"/>
            <a:ext cx="561600" cy="1320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16CEE">
              <a:alpha val="607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42" name="Google Shape;1642;p67"/>
          <p:cNvSpPr/>
          <p:nvPr/>
        </p:nvSpPr>
        <p:spPr>
          <a:xfrm>
            <a:off x="3758375" y="1493175"/>
            <a:ext cx="2265600" cy="561600"/>
          </a:xfrm>
          <a:prstGeom prst="rect">
            <a:avLst/>
          </a:prstGeom>
          <a:solidFill>
            <a:srgbClr val="006DF5">
              <a:alpha val="405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1643" name="Google Shape;1643;p67"/>
          <p:cNvCxnSpPr>
            <a:stCxn id="1629" idx="0"/>
            <a:endCxn id="1634" idx="2"/>
          </p:cNvCxnSpPr>
          <p:nvPr/>
        </p:nvCxnSpPr>
        <p:spPr>
          <a:xfrm rot="-5400000">
            <a:off x="2086032" y="1927698"/>
            <a:ext cx="565800" cy="8196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4" name="Google Shape;1644;p67"/>
          <p:cNvCxnSpPr>
            <a:stCxn id="1630" idx="0"/>
            <a:endCxn id="1642" idx="2"/>
          </p:cNvCxnSpPr>
          <p:nvPr/>
        </p:nvCxnSpPr>
        <p:spPr>
          <a:xfrm rot="-5400000">
            <a:off x="4448881" y="2178048"/>
            <a:ext cx="565500" cy="319200"/>
          </a:xfrm>
          <a:prstGeom prst="bentConnector3">
            <a:avLst>
              <a:gd name="adj1" fmla="val 50011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5" name="Google Shape;1645;p67"/>
          <p:cNvCxnSpPr>
            <a:stCxn id="1631" idx="0"/>
            <a:endCxn id="1641" idx="0"/>
          </p:cNvCxnSpPr>
          <p:nvPr/>
        </p:nvCxnSpPr>
        <p:spPr>
          <a:xfrm rot="5400000" flipH="1">
            <a:off x="6651678" y="2087148"/>
            <a:ext cx="565800" cy="5007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68"/>
          <p:cNvSpPr txBox="1">
            <a:spLocks noGrp="1"/>
          </p:cNvSpPr>
          <p:nvPr>
            <p:ph type="title" idx="13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1651" name="Google Shape;1651;p68"/>
          <p:cNvSpPr txBox="1">
            <a:spLocks noGrp="1"/>
          </p:cNvSpPr>
          <p:nvPr>
            <p:ph type="subTitle" idx="1"/>
          </p:nvPr>
        </p:nvSpPr>
        <p:spPr>
          <a:xfrm>
            <a:off x="722375" y="1911375"/>
            <a:ext cx="2449500" cy="6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[[kpi_1_text]]</a:t>
            </a:r>
          </a:p>
        </p:txBody>
      </p:sp>
      <p:sp>
        <p:nvSpPr>
          <p:cNvPr id="1652" name="Google Shape;1652;p68"/>
          <p:cNvSpPr txBox="1">
            <a:spLocks noGrp="1"/>
          </p:cNvSpPr>
          <p:nvPr>
            <p:ph type="title"/>
          </p:nvPr>
        </p:nvSpPr>
        <p:spPr>
          <a:xfrm>
            <a:off x="722513" y="1349525"/>
            <a:ext cx="2449500" cy="6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[[kpi_1_value]]</a:t>
            </a:r>
          </a:p>
        </p:txBody>
      </p:sp>
      <p:sp>
        <p:nvSpPr>
          <p:cNvPr id="1653" name="Google Shape;1653;p68"/>
          <p:cNvSpPr txBox="1">
            <a:spLocks noGrp="1"/>
          </p:cNvSpPr>
          <p:nvPr>
            <p:ph type="subTitle" idx="2"/>
          </p:nvPr>
        </p:nvSpPr>
        <p:spPr>
          <a:xfrm>
            <a:off x="3347124" y="1911375"/>
            <a:ext cx="2449500" cy="6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[[kpi_2_text]]</a:t>
            </a:r>
          </a:p>
        </p:txBody>
      </p:sp>
      <p:sp>
        <p:nvSpPr>
          <p:cNvPr id="1654" name="Google Shape;1654;p68"/>
          <p:cNvSpPr txBox="1">
            <a:spLocks noGrp="1"/>
          </p:cNvSpPr>
          <p:nvPr>
            <p:ph type="title" idx="3"/>
          </p:nvPr>
        </p:nvSpPr>
        <p:spPr>
          <a:xfrm>
            <a:off x="3347260" y="1349525"/>
            <a:ext cx="2449500" cy="6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[[kpi_2_value]]</a:t>
            </a:r>
          </a:p>
        </p:txBody>
      </p:sp>
      <p:sp>
        <p:nvSpPr>
          <p:cNvPr id="1655" name="Google Shape;1655;p68"/>
          <p:cNvSpPr txBox="1">
            <a:spLocks noGrp="1"/>
          </p:cNvSpPr>
          <p:nvPr>
            <p:ph type="subTitle" idx="4"/>
          </p:nvPr>
        </p:nvSpPr>
        <p:spPr>
          <a:xfrm>
            <a:off x="5971873" y="1911375"/>
            <a:ext cx="2449500" cy="6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[[kpi_3_text]]</a:t>
            </a:r>
          </a:p>
        </p:txBody>
      </p:sp>
      <p:sp>
        <p:nvSpPr>
          <p:cNvPr id="1656" name="Google Shape;1656;p68"/>
          <p:cNvSpPr txBox="1">
            <a:spLocks noGrp="1"/>
          </p:cNvSpPr>
          <p:nvPr>
            <p:ph type="title" idx="5"/>
          </p:nvPr>
        </p:nvSpPr>
        <p:spPr>
          <a:xfrm>
            <a:off x="5972007" y="1349525"/>
            <a:ext cx="2449500" cy="6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[[kpi_3_value]]</a:t>
            </a:r>
          </a:p>
        </p:txBody>
      </p:sp>
      <p:sp>
        <p:nvSpPr>
          <p:cNvPr id="1657" name="Google Shape;1657;p68"/>
          <p:cNvSpPr txBox="1">
            <a:spLocks noGrp="1"/>
          </p:cNvSpPr>
          <p:nvPr>
            <p:ph type="subTitle" idx="6"/>
          </p:nvPr>
        </p:nvSpPr>
        <p:spPr>
          <a:xfrm>
            <a:off x="2034800" y="3707300"/>
            <a:ext cx="2449500" cy="6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[[kpi_4_text]]</a:t>
            </a:r>
          </a:p>
        </p:txBody>
      </p:sp>
      <p:sp>
        <p:nvSpPr>
          <p:cNvPr id="1658" name="Google Shape;1658;p68"/>
          <p:cNvSpPr txBox="1">
            <a:spLocks noGrp="1"/>
          </p:cNvSpPr>
          <p:nvPr>
            <p:ph type="title" idx="7"/>
          </p:nvPr>
        </p:nvSpPr>
        <p:spPr>
          <a:xfrm>
            <a:off x="2034947" y="3145450"/>
            <a:ext cx="2449500" cy="6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[[kpi_4_value]]</a:t>
            </a:r>
          </a:p>
        </p:txBody>
      </p:sp>
      <p:sp>
        <p:nvSpPr>
          <p:cNvPr id="1659" name="Google Shape;1659;p68"/>
          <p:cNvSpPr txBox="1">
            <a:spLocks noGrp="1"/>
          </p:cNvSpPr>
          <p:nvPr>
            <p:ph type="subTitle" idx="8"/>
          </p:nvPr>
        </p:nvSpPr>
        <p:spPr>
          <a:xfrm>
            <a:off x="4659549" y="3707300"/>
            <a:ext cx="2449500" cy="6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[[kpi_5_text]]</a:t>
            </a:r>
          </a:p>
        </p:txBody>
      </p:sp>
      <p:sp>
        <p:nvSpPr>
          <p:cNvPr id="1660" name="Google Shape;1660;p68"/>
          <p:cNvSpPr txBox="1">
            <a:spLocks noGrp="1"/>
          </p:cNvSpPr>
          <p:nvPr>
            <p:ph type="title" idx="9"/>
          </p:nvPr>
        </p:nvSpPr>
        <p:spPr>
          <a:xfrm>
            <a:off x="4659694" y="3145450"/>
            <a:ext cx="2449500" cy="6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[[kpi_5_value]]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69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pic>
        <p:nvPicPr>
          <p:cNvPr id="1667" name="Google Shape;1667;p69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9852" y="1458076"/>
            <a:ext cx="3524297" cy="2587476"/>
          </a:xfrm>
          <a:prstGeom prst="rect">
            <a:avLst/>
          </a:prstGeom>
          <a:noFill/>
          <a:ln>
            <a:noFill/>
          </a:ln>
        </p:spPr>
      </p:pic>
      <p:sp>
        <p:nvSpPr>
          <p:cNvPr id="1668" name="Google Shape;1668;p69"/>
          <p:cNvSpPr txBox="1"/>
          <p:nvPr/>
        </p:nvSpPr>
        <p:spPr>
          <a:xfrm>
            <a:off x="722375" y="1933535"/>
            <a:ext cx="2032200" cy="19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[[period_1_text]]</a:t>
            </a:r>
          </a:p>
        </p:txBody>
      </p:sp>
      <p:sp>
        <p:nvSpPr>
          <p:cNvPr id="1669" name="Google Shape;1669;p69"/>
          <p:cNvSpPr txBox="1"/>
          <p:nvPr/>
        </p:nvSpPr>
        <p:spPr>
          <a:xfrm>
            <a:off x="6389350" y="1933536"/>
            <a:ext cx="2032200" cy="19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[[period_2_text]]</a:t>
            </a:r>
          </a:p>
        </p:txBody>
      </p:sp>
      <p:sp>
        <p:nvSpPr>
          <p:cNvPr id="1670" name="Google Shape;1670;p69"/>
          <p:cNvSpPr txBox="1"/>
          <p:nvPr/>
        </p:nvSpPr>
        <p:spPr>
          <a:xfrm>
            <a:off x="722375" y="1633050"/>
            <a:ext cx="20322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[[period_2_name]]</a:t>
            </a:r>
          </a:p>
        </p:txBody>
      </p:sp>
      <p:sp>
        <p:nvSpPr>
          <p:cNvPr id="1671" name="Google Shape;1671;p69"/>
          <p:cNvSpPr txBox="1"/>
          <p:nvPr/>
        </p:nvSpPr>
        <p:spPr>
          <a:xfrm>
            <a:off x="6389356" y="1633050"/>
            <a:ext cx="20322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[[period_1_name]]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Annual Report by Slidesgo">
  <a:themeElements>
    <a:clrScheme name="Simple Light">
      <a:dk1>
        <a:srgbClr val="00094A"/>
      </a:dk1>
      <a:lt1>
        <a:srgbClr val="00649F"/>
      </a:lt1>
      <a:dk2>
        <a:srgbClr val="FEFEFE"/>
      </a:dk2>
      <a:lt2>
        <a:srgbClr val="63DBF5"/>
      </a:lt2>
      <a:accent1>
        <a:srgbClr val="006DF5"/>
      </a:accent1>
      <a:accent2>
        <a:srgbClr val="516CE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9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1343</Words>
  <Application>Microsoft Office PowerPoint</Application>
  <PresentationFormat>Экран (16:9)</PresentationFormat>
  <Paragraphs>146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Arial</vt:lpstr>
      <vt:lpstr>Montserrat</vt:lpstr>
      <vt:lpstr>Calibri</vt:lpstr>
      <vt:lpstr>Maven Pro</vt:lpstr>
      <vt:lpstr>Raleway</vt:lpstr>
      <vt:lpstr>Business Annual Report by Slidesgo</vt:lpstr>
      <vt:lpstr>Business Annual Report</vt:lpstr>
      <vt:lpstr>Table of contents</vt:lpstr>
      <vt:lpstr>Introduction</vt:lpstr>
      <vt:lpstr>Do you need a longer text?</vt:lpstr>
      <vt:lpstr>The slide title goes here!</vt:lpstr>
      <vt:lpstr>You can divide the content</vt:lpstr>
      <vt:lpstr>Here are three important ideas</vt:lpstr>
      <vt:lpstr>Divide the content into four ideas</vt:lpstr>
      <vt:lpstr>Reviewing concepts is a good idea</vt:lpstr>
      <vt:lpstr>—Someone Famous</vt:lpstr>
      <vt:lpstr>Computer mockup</vt:lpstr>
      <vt:lpstr>A timeline always works well</vt:lpstr>
      <vt:lpstr>Infographics are useful</vt:lpstr>
      <vt:lpstr>Financial reporting</vt:lpstr>
      <vt:lpstr>Key milestones and initiatives</vt:lpstr>
      <vt:lpstr>Revenue distribution</vt:lpstr>
      <vt:lpstr>Facts</vt:lpstr>
      <vt:lpstr>Operating profit margin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Annual Report</dc:title>
  <dc:creator>Oribjonov Afzalbek</dc:creator>
  <cp:lastModifiedBy>Oribjonov Afzalbek</cp:lastModifiedBy>
  <cp:revision>1</cp:revision>
  <dcterms:modified xsi:type="dcterms:W3CDTF">2026-03-31T07:10:19Z</dcterms:modified>
</cp:coreProperties>
</file>