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07EE39-42F6-4224-913A-FE5B60889325}">
  <a:tblStyle styleId="{A407EE39-42F6-4224-913A-FE5B6088932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63F5789-61F1-4460-8BB7-7D2F9F56B81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B208E96-A423-442F-B9BC-8177B98686D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3146cb5cc3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4" name="Google Shape;2054;g3146cb5cc3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146cb5cc3e_0_6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3" name="Google Shape;2083;g3146cb5cc3e_0_6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g3146cb5cc3e_0_9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4" name="Google Shape;2104;g3146cb5cc3e_0_9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3146cb5cc3e_0_12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1" name="Google Shape;2111;g3146cb5cc3e_0_12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146cb5cc3e_0_15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6" name="Google Shape;2236;g3146cb5cc3e_0_15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3146cb5cc3e_0_18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8" name="Google Shape;2258;g3146cb5cc3e_0_18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146cb5cc3e_0_25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8" name="Google Shape;2298;g3146cb5cc3e_0_25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g3146cb5cc3e_0_37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9" name="Google Shape;2389;g3146cb5cc3e_0_37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3146cb5cc3e_0_40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2" name="Google Shape;2452;g3146cb5cc3e_0_40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50421" y="-383841"/>
            <a:ext cx="1507871" cy="1510263"/>
            <a:chOff x="39184" y="-151930"/>
            <a:chExt cx="1309825" cy="1311903"/>
          </a:xfrm>
        </p:grpSpPr>
        <p:sp>
          <p:nvSpPr>
            <p:cNvPr id="12" name="Google Shape;12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 flipH="1">
            <a:off x="8057468" y="4108382"/>
            <a:ext cx="1507871" cy="1510263"/>
            <a:chOff x="39184" y="-151930"/>
            <a:chExt cx="1309825" cy="1311903"/>
          </a:xfrm>
        </p:grpSpPr>
        <p:sp>
          <p:nvSpPr>
            <p:cNvPr id="130" name="Google Shape;130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"/>
          <p:cNvSpPr/>
          <p:nvPr/>
        </p:nvSpPr>
        <p:spPr>
          <a:xfrm>
            <a:off x="723900" y="862425"/>
            <a:ext cx="1257300" cy="96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9" name="Google Shape;249;p3"/>
          <p:cNvSpPr txBox="1">
            <a:spLocks noGrp="1"/>
          </p:cNvSpPr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0" name="Google Shape;250;p3"/>
          <p:cNvSpPr txBox="1">
            <a:spLocks noGrp="1"/>
          </p:cNvSpPr>
          <p:nvPr>
            <p:ph type="title" idx="2" hasCustomPrompt="1"/>
          </p:nvPr>
        </p:nvSpPr>
        <p:spPr>
          <a:xfrm>
            <a:off x="723900" y="862425"/>
            <a:ext cx="1257300" cy="96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1" name="Google Shape;251;p3"/>
          <p:cNvSpPr txBox="1">
            <a:spLocks noGrp="1"/>
          </p:cNvSpPr>
          <p:nvPr>
            <p:ph type="subTitle" idx="1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52" name="Google Shape;252;p3"/>
          <p:cNvGrpSpPr/>
          <p:nvPr/>
        </p:nvGrpSpPr>
        <p:grpSpPr>
          <a:xfrm>
            <a:off x="-36383" y="-155066"/>
            <a:ext cx="9557011" cy="5716646"/>
            <a:chOff x="-36383" y="-155066"/>
            <a:chExt cx="9557011" cy="5716646"/>
          </a:xfrm>
        </p:grpSpPr>
        <p:grpSp>
          <p:nvGrpSpPr>
            <p:cNvPr id="253" name="Google Shape;253;p3"/>
            <p:cNvGrpSpPr/>
            <p:nvPr/>
          </p:nvGrpSpPr>
          <p:grpSpPr>
            <a:xfrm rot="10800000">
              <a:off x="7204195" y="-155066"/>
              <a:ext cx="2187094" cy="2789634"/>
              <a:chOff x="3700202" y="2700338"/>
              <a:chExt cx="1654132" cy="2109842"/>
            </a:xfrm>
          </p:grpSpPr>
          <p:sp>
            <p:nvSpPr>
              <p:cNvPr id="254" name="Google Shape;254;p3"/>
              <p:cNvSpPr/>
              <p:nvPr/>
            </p:nvSpPr>
            <p:spPr>
              <a:xfrm>
                <a:off x="3700202" y="2700338"/>
                <a:ext cx="1654132" cy="2109842"/>
              </a:xfrm>
              <a:custGeom>
                <a:avLst/>
                <a:gdLst/>
                <a:ahLst/>
                <a:cxnLst/>
                <a:rect l="l" t="t" r="r" b="b"/>
                <a:pathLst>
                  <a:path w="50004" h="63780" extrusionOk="0">
                    <a:moveTo>
                      <a:pt x="50004" y="50004"/>
                    </a:moveTo>
                    <a:lnTo>
                      <a:pt x="0" y="0"/>
                    </a:lnTo>
                    <a:lnTo>
                      <a:pt x="79" y="29993"/>
                    </a:lnTo>
                    <a:lnTo>
                      <a:pt x="33867" y="63780"/>
                    </a:lnTo>
                    <a:lnTo>
                      <a:pt x="50001" y="63703"/>
                    </a:lnTo>
                    <a:lnTo>
                      <a:pt x="50004" y="50004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3703377" y="3690938"/>
                <a:ext cx="1117623" cy="1117589"/>
              </a:xfrm>
              <a:custGeom>
                <a:avLst/>
                <a:gdLst/>
                <a:ahLst/>
                <a:cxnLst/>
                <a:rect l="l" t="t" r="r" b="b"/>
                <a:pathLst>
                  <a:path w="33788" h="33787" extrusionOk="0">
                    <a:moveTo>
                      <a:pt x="0" y="0"/>
                    </a:moveTo>
                    <a:lnTo>
                      <a:pt x="33788" y="33787"/>
                    </a:lnTo>
                    <a:lnTo>
                      <a:pt x="36" y="337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6A7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4057390" y="3656013"/>
                <a:ext cx="935041" cy="652454"/>
              </a:xfrm>
              <a:custGeom>
                <a:avLst/>
                <a:gdLst/>
                <a:ahLst/>
                <a:cxnLst/>
                <a:rect l="l" t="t" r="r" b="b"/>
                <a:pathLst>
                  <a:path w="28281" h="19728" extrusionOk="0">
                    <a:moveTo>
                      <a:pt x="0" y="5276"/>
                    </a:moveTo>
                    <a:lnTo>
                      <a:pt x="0" y="5276"/>
                    </a:lnTo>
                    <a:cubicBezTo>
                      <a:pt x="5276" y="0"/>
                      <a:pt x="13829" y="0"/>
                      <a:pt x="19104" y="5276"/>
                    </a:cubicBezTo>
                    <a:lnTo>
                      <a:pt x="28281" y="14453"/>
                    </a:lnTo>
                    <a:lnTo>
                      <a:pt x="28281" y="14453"/>
                    </a:lnTo>
                    <a:cubicBezTo>
                      <a:pt x="23006" y="19728"/>
                      <a:pt x="14453" y="19728"/>
                      <a:pt x="9177" y="14453"/>
                    </a:cubicBezTo>
                    <a:lnTo>
                      <a:pt x="0" y="5276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3746240" y="3967163"/>
                <a:ext cx="935041" cy="652471"/>
              </a:xfrm>
              <a:custGeom>
                <a:avLst/>
                <a:gdLst/>
                <a:ahLst/>
                <a:cxnLst/>
                <a:rect l="l" t="t" r="r" b="b"/>
                <a:pathLst>
                  <a:path w="28281" h="19727" extrusionOk="0">
                    <a:moveTo>
                      <a:pt x="0" y="5275"/>
                    </a:moveTo>
                    <a:lnTo>
                      <a:pt x="0" y="5275"/>
                    </a:lnTo>
                    <a:cubicBezTo>
                      <a:pt x="5275" y="0"/>
                      <a:pt x="13828" y="0"/>
                      <a:pt x="19104" y="5275"/>
                    </a:cubicBezTo>
                    <a:lnTo>
                      <a:pt x="28281" y="14452"/>
                    </a:lnTo>
                    <a:lnTo>
                      <a:pt x="28281" y="14452"/>
                    </a:lnTo>
                    <a:cubicBezTo>
                      <a:pt x="23005" y="19727"/>
                      <a:pt x="14452" y="19727"/>
                      <a:pt x="9177" y="14452"/>
                    </a:cubicBezTo>
                    <a:lnTo>
                      <a:pt x="0" y="5275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4128827" y="3976688"/>
                <a:ext cx="401633" cy="401633"/>
              </a:xfrm>
              <a:custGeom>
                <a:avLst/>
                <a:gdLst/>
                <a:ahLst/>
                <a:cxnLst/>
                <a:rect l="l" t="t" r="r" b="b"/>
                <a:pathLst>
                  <a:path w="12133" h="12133" extrusionOk="0">
                    <a:moveTo>
                      <a:pt x="2647" y="9486"/>
                    </a:moveTo>
                    <a:cubicBezTo>
                      <a:pt x="5261" y="12100"/>
                      <a:pt x="9471" y="12133"/>
                      <a:pt x="12133" y="9597"/>
                    </a:cubicBezTo>
                    <a:lnTo>
                      <a:pt x="2536" y="0"/>
                    </a:lnTo>
                    <a:cubicBezTo>
                      <a:pt x="0" y="2662"/>
                      <a:pt x="33" y="6872"/>
                      <a:pt x="2647" y="9486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4211377" y="3895725"/>
                <a:ext cx="401633" cy="401633"/>
              </a:xfrm>
              <a:custGeom>
                <a:avLst/>
                <a:gdLst/>
                <a:ahLst/>
                <a:cxnLst/>
                <a:rect l="l" t="t" r="r" b="b"/>
                <a:pathLst>
                  <a:path w="12133" h="12133" extrusionOk="0">
                    <a:moveTo>
                      <a:pt x="9486" y="2647"/>
                    </a:moveTo>
                    <a:cubicBezTo>
                      <a:pt x="6872" y="33"/>
                      <a:pt x="2662" y="0"/>
                      <a:pt x="0" y="2536"/>
                    </a:cubicBezTo>
                    <a:lnTo>
                      <a:pt x="9597" y="12133"/>
                    </a:lnTo>
                    <a:cubicBezTo>
                      <a:pt x="12133" y="9471"/>
                      <a:pt x="12100" y="5261"/>
                      <a:pt x="9486" y="2647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3"/>
            <p:cNvSpPr/>
            <p:nvPr/>
          </p:nvSpPr>
          <p:spPr>
            <a:xfrm rot="5400000">
              <a:off x="7874" y="3678747"/>
              <a:ext cx="740961" cy="740961"/>
            </a:xfrm>
            <a:custGeom>
              <a:avLst/>
              <a:gdLst/>
              <a:ahLst/>
              <a:cxnLst/>
              <a:rect l="l" t="t" r="r" b="b"/>
              <a:pathLst>
                <a:path w="16944" h="16944" extrusionOk="0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"/>
            <p:cNvGrpSpPr/>
            <p:nvPr/>
          </p:nvGrpSpPr>
          <p:grpSpPr>
            <a:xfrm>
              <a:off x="-36383" y="4107925"/>
              <a:ext cx="1658229" cy="1282495"/>
              <a:chOff x="5136226" y="2246221"/>
              <a:chExt cx="1254144" cy="969970"/>
            </a:xfrm>
          </p:grpSpPr>
          <p:sp>
            <p:nvSpPr>
              <p:cNvPr id="262" name="Google Shape;262;p3"/>
              <p:cNvSpPr/>
              <p:nvPr/>
            </p:nvSpPr>
            <p:spPr>
              <a:xfrm>
                <a:off x="5448964" y="2246221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136226" y="255895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521989" y="2570071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604539" y="2487521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p3"/>
            <p:cNvGrpSpPr/>
            <p:nvPr/>
          </p:nvGrpSpPr>
          <p:grpSpPr>
            <a:xfrm flipH="1">
              <a:off x="8012757" y="4051317"/>
              <a:ext cx="1507871" cy="1510263"/>
              <a:chOff x="39184" y="-151930"/>
              <a:chExt cx="1309825" cy="1311903"/>
            </a:xfrm>
          </p:grpSpPr>
          <p:sp>
            <p:nvSpPr>
              <p:cNvPr id="267" name="Google Shape;267;p3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>
            <a:spLocks noGrp="1"/>
          </p:cNvSpPr>
          <p:nvPr>
            <p:ph type="subTitle" idx="1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subTitle" idx="2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subTitle" idx="3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5"/>
          <p:cNvSpPr txBox="1">
            <a:spLocks noGrp="1"/>
          </p:cNvSpPr>
          <p:nvPr>
            <p:ph type="subTitle" idx="4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93" name="Google Shape;393;p5"/>
          <p:cNvGrpSpPr/>
          <p:nvPr/>
        </p:nvGrpSpPr>
        <p:grpSpPr>
          <a:xfrm>
            <a:off x="-15990" y="3526515"/>
            <a:ext cx="2300520" cy="2575530"/>
            <a:chOff x="3238240" y="323850"/>
            <a:chExt cx="1739919" cy="1947912"/>
          </a:xfrm>
        </p:grpSpPr>
        <p:sp>
          <p:nvSpPr>
            <p:cNvPr id="394" name="Google Shape;394;p5"/>
            <p:cNvSpPr/>
            <p:nvPr/>
          </p:nvSpPr>
          <p:spPr>
            <a:xfrm>
              <a:off x="3238240" y="323850"/>
              <a:ext cx="1654154" cy="1947912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036753" y="94773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724015" y="1260475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F0EB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109778" y="1271588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6"/>
          <p:cNvGrpSpPr/>
          <p:nvPr/>
        </p:nvGrpSpPr>
        <p:grpSpPr>
          <a:xfrm>
            <a:off x="-426172" y="-639686"/>
            <a:ext cx="10263181" cy="6395837"/>
            <a:chOff x="-426172" y="-639686"/>
            <a:chExt cx="10263181" cy="6395837"/>
          </a:xfrm>
        </p:grpSpPr>
        <p:sp>
          <p:nvSpPr>
            <p:cNvPr id="402" name="Google Shape;402;p6"/>
            <p:cNvSpPr/>
            <p:nvPr/>
          </p:nvSpPr>
          <p:spPr>
            <a:xfrm>
              <a:off x="8420420" y="4398962"/>
              <a:ext cx="740961" cy="740961"/>
            </a:xfrm>
            <a:custGeom>
              <a:avLst/>
              <a:gdLst/>
              <a:ahLst/>
              <a:cxnLst/>
              <a:rect l="l" t="t" r="r" b="b"/>
              <a:pathLst>
                <a:path w="16944" h="16944" extrusionOk="0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4C6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6"/>
            <p:cNvGrpSpPr/>
            <p:nvPr/>
          </p:nvGrpSpPr>
          <p:grpSpPr>
            <a:xfrm>
              <a:off x="-426172" y="4245888"/>
              <a:ext cx="1507871" cy="1510263"/>
              <a:chOff x="39184" y="-151930"/>
              <a:chExt cx="1309825" cy="1311903"/>
            </a:xfrm>
          </p:grpSpPr>
          <p:sp>
            <p:nvSpPr>
              <p:cNvPr id="404" name="Google Shape;404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6"/>
            <p:cNvGrpSpPr/>
            <p:nvPr/>
          </p:nvGrpSpPr>
          <p:grpSpPr>
            <a:xfrm flipH="1">
              <a:off x="8329138" y="-639686"/>
              <a:ext cx="1507871" cy="1510263"/>
              <a:chOff x="39184" y="-151930"/>
              <a:chExt cx="1309825" cy="1311903"/>
            </a:xfrm>
          </p:grpSpPr>
          <p:sp>
            <p:nvSpPr>
              <p:cNvPr id="522" name="Google Shape;522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42" name="Google Shape;642;p7"/>
          <p:cNvSpPr>
            <a:spLocks noGrp="1"/>
          </p:cNvSpPr>
          <p:nvPr>
            <p:ph type="pic" idx="2"/>
          </p:nvPr>
        </p:nvSpPr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3" name="Google Shape;643;p7"/>
          <p:cNvSpPr/>
          <p:nvPr/>
        </p:nvSpPr>
        <p:spPr>
          <a:xfrm>
            <a:off x="8421714" y="440228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645" name="Google Shape;645;p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"/>
          <p:cNvSpPr txBox="1">
            <a:spLocks noGrp="1"/>
          </p:cNvSpPr>
          <p:nvPr>
            <p:ph type="subTitle" idx="1"/>
          </p:nvPr>
        </p:nvSpPr>
        <p:spPr>
          <a:xfrm>
            <a:off x="720068" y="2912750"/>
            <a:ext cx="3841500" cy="11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9"/>
          <p:cNvSpPr txBox="1">
            <a:spLocks noGrp="1"/>
          </p:cNvSpPr>
          <p:nvPr>
            <p:ph type="title"/>
          </p:nvPr>
        </p:nvSpPr>
        <p:spPr>
          <a:xfrm>
            <a:off x="720000" y="880850"/>
            <a:ext cx="3841500" cy="20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67" name="Google Shape;767;p9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768" name="Google Shape;768;p9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769" name="Google Shape;769;p9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p9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p9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776" name="Google Shape;776;p9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10"/>
          <p:cNvSpPr txBox="1">
            <a:spLocks noGrp="1"/>
          </p:cNvSpPr>
          <p:nvPr>
            <p:ph type="title"/>
          </p:nvPr>
        </p:nvSpPr>
        <p:spPr>
          <a:xfrm>
            <a:off x="740550" y="3910025"/>
            <a:ext cx="76629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8" name="Google Shape;898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"/>
          <p:cNvSpPr txBox="1">
            <a:spLocks noGrp="1"/>
          </p:cNvSpPr>
          <p:nvPr>
            <p:ph type="subTitle" idx="1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13"/>
          <p:cNvSpPr txBox="1">
            <a:spLocks noGrp="1"/>
          </p:cNvSpPr>
          <p:nvPr>
            <p:ph type="title" idx="2" hasCustomPrompt="1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4" name="Google Shape;904;p13"/>
          <p:cNvSpPr txBox="1">
            <a:spLocks noGrp="1"/>
          </p:cNvSpPr>
          <p:nvPr>
            <p:ph type="subTitle" idx="3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5" name="Google Shape;905;p13"/>
          <p:cNvSpPr txBox="1">
            <a:spLocks noGrp="1"/>
          </p:cNvSpPr>
          <p:nvPr>
            <p:ph type="subTitle" idx="4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13"/>
          <p:cNvSpPr txBox="1">
            <a:spLocks noGrp="1"/>
          </p:cNvSpPr>
          <p:nvPr>
            <p:ph type="title" idx="5" hasCustomPrompt="1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7" name="Google Shape;907;p13"/>
          <p:cNvSpPr txBox="1">
            <a:spLocks noGrp="1"/>
          </p:cNvSpPr>
          <p:nvPr>
            <p:ph type="subTitle" idx="6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8" name="Google Shape;908;p13"/>
          <p:cNvSpPr txBox="1">
            <a:spLocks noGrp="1"/>
          </p:cNvSpPr>
          <p:nvPr>
            <p:ph type="subTitle" idx="7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13"/>
          <p:cNvSpPr txBox="1">
            <a:spLocks noGrp="1"/>
          </p:cNvSpPr>
          <p:nvPr>
            <p:ph type="title" idx="8" hasCustomPrompt="1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0" name="Google Shape;910;p13"/>
          <p:cNvSpPr txBox="1">
            <a:spLocks noGrp="1"/>
          </p:cNvSpPr>
          <p:nvPr>
            <p:ph type="subTitle" idx="9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1" name="Google Shape;911;p13"/>
          <p:cNvSpPr txBox="1">
            <a:spLocks noGrp="1"/>
          </p:cNvSpPr>
          <p:nvPr>
            <p:ph type="subTitle" idx="13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3"/>
          <p:cNvSpPr txBox="1">
            <a:spLocks noGrp="1"/>
          </p:cNvSpPr>
          <p:nvPr>
            <p:ph type="title" idx="14" hasCustomPrompt="1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13"/>
          <p:cNvSpPr txBox="1">
            <a:spLocks noGrp="1"/>
          </p:cNvSpPr>
          <p:nvPr>
            <p:ph type="subTitle" idx="15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4" name="Google Shape;914;p13"/>
          <p:cNvSpPr/>
          <p:nvPr/>
        </p:nvSpPr>
        <p:spPr>
          <a:xfrm rot="10800000">
            <a:off x="-605110" y="416412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5" name="Google Shape;915;p13"/>
          <p:cNvGrpSpPr/>
          <p:nvPr/>
        </p:nvGrpSpPr>
        <p:grpSpPr>
          <a:xfrm>
            <a:off x="7891595" y="-388147"/>
            <a:ext cx="1658229" cy="1282495"/>
            <a:chOff x="5136226" y="2246221"/>
            <a:chExt cx="1254144" cy="969970"/>
          </a:xfrm>
        </p:grpSpPr>
        <p:sp>
          <p:nvSpPr>
            <p:cNvPr id="916" name="Google Shape;916;p13"/>
            <p:cNvSpPr/>
            <p:nvPr/>
          </p:nvSpPr>
          <p:spPr>
            <a:xfrm>
              <a:off x="5448964" y="2246221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5136226" y="255895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5521989" y="2570071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5604539" y="2487521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3"/>
          <p:cNvGrpSpPr/>
          <p:nvPr/>
        </p:nvGrpSpPr>
        <p:grpSpPr>
          <a:xfrm>
            <a:off x="-883944" y="2944655"/>
            <a:ext cx="1507871" cy="1510263"/>
            <a:chOff x="39184" y="-151930"/>
            <a:chExt cx="1309825" cy="1311903"/>
          </a:xfrm>
        </p:grpSpPr>
        <p:sp>
          <p:nvSpPr>
            <p:cNvPr id="921" name="Google Shape;921;p13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"/>
          <p:cNvSpPr txBox="1">
            <a:spLocks noGrp="1"/>
          </p:cNvSpPr>
          <p:nvPr>
            <p:ph type="subTitle" idx="1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2" name="Google Shape;1162;p15"/>
          <p:cNvSpPr txBox="1">
            <a:spLocks noGrp="1"/>
          </p:cNvSpPr>
          <p:nvPr>
            <p:ph type="subTitle" idx="2"/>
          </p:nvPr>
        </p:nvSpPr>
        <p:spPr>
          <a:xfrm>
            <a:off x="3432450" y="3079926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3" name="Google Shape;1163;p15"/>
          <p:cNvSpPr txBox="1">
            <a:spLocks noGrp="1"/>
          </p:cNvSpPr>
          <p:nvPr>
            <p:ph type="subTitle" idx="3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4" name="Google Shape;116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65" name="Google Shape;1165;p15"/>
          <p:cNvSpPr txBox="1">
            <a:spLocks noGrp="1"/>
          </p:cNvSpPr>
          <p:nvPr>
            <p:ph type="subTitle" idx="4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6" name="Google Shape;1166;p15"/>
          <p:cNvSpPr txBox="1">
            <a:spLocks noGrp="1"/>
          </p:cNvSpPr>
          <p:nvPr>
            <p:ph type="subTitle" idx="5"/>
          </p:nvPr>
        </p:nvSpPr>
        <p:spPr>
          <a:xfrm>
            <a:off x="6067800" y="2709450"/>
            <a:ext cx="227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7" name="Google Shape;1167;p15"/>
          <p:cNvSpPr txBox="1">
            <a:spLocks noGrp="1"/>
          </p:cNvSpPr>
          <p:nvPr>
            <p:ph type="subTitle" idx="6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68" name="Google Shape;1168;p15"/>
          <p:cNvSpPr/>
          <p:nvPr/>
        </p:nvSpPr>
        <p:spPr>
          <a:xfrm rot="10800000">
            <a:off x="-4699" y="3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9" name="Google Shape;1169;p15"/>
          <p:cNvGrpSpPr/>
          <p:nvPr/>
        </p:nvGrpSpPr>
        <p:grpSpPr>
          <a:xfrm>
            <a:off x="8273608" y="4200586"/>
            <a:ext cx="1507871" cy="1510263"/>
            <a:chOff x="39184" y="-151930"/>
            <a:chExt cx="1309825" cy="1311903"/>
          </a:xfrm>
        </p:grpSpPr>
        <p:sp>
          <p:nvSpPr>
            <p:cNvPr id="1170" name="Google Shape;1170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5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5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5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5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5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5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5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5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5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5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5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5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5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5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5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5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5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5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5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5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5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7" name="Google Shape;1287;p15"/>
          <p:cNvGrpSpPr/>
          <p:nvPr/>
        </p:nvGrpSpPr>
        <p:grpSpPr>
          <a:xfrm flipH="1">
            <a:off x="8324346" y="-624146"/>
            <a:ext cx="1507871" cy="1510263"/>
            <a:chOff x="39184" y="-151930"/>
            <a:chExt cx="1309825" cy="1311903"/>
          </a:xfrm>
        </p:grpSpPr>
        <p:sp>
          <p:nvSpPr>
            <p:cNvPr id="1288" name="Google Shape;1288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5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5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TITLE_AND_DESCRIPTION_1"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6"/>
          <p:cNvSpPr txBox="1">
            <a:spLocks noGrp="1"/>
          </p:cNvSpPr>
          <p:nvPr>
            <p:ph type="subTitle" idx="1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7" name="Google Shape;1407;p16"/>
          <p:cNvSpPr txBox="1">
            <a:spLocks noGrp="1"/>
          </p:cNvSpPr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08" name="Google Shape;1408;p16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1409" name="Google Shape;1409;p16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1410" name="Google Shape;1410;p16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avLst/>
                <a:gdLst/>
                <a:ahLst/>
                <a:cxnLst/>
                <a:rect l="l" t="t" r="r" b="b"/>
                <a:pathLst>
                  <a:path w="50016" h="58876" extrusionOk="0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16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6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avLst/>
                <a:gdLst/>
                <a:ahLst/>
                <a:cxnLst/>
                <a:rect l="l" t="t" r="r" b="b"/>
                <a:pathLst>
                  <a:path w="28452" h="19847" extrusionOk="0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6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12207" extrusionOk="0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6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2206" extrusionOk="0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5" name="Google Shape;1415;p16"/>
            <p:cNvSpPr/>
            <p:nvPr/>
          </p:nvSpPr>
          <p:spPr>
            <a:xfrm>
              <a:off x="-684423" y="-1789571"/>
              <a:ext cx="2187200" cy="2575531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p16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1417" name="Google Shape;1417;p1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1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1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1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1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1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1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1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1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1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1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1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1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4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1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1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1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1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1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1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95" extrusionOk="0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1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1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4" extrusionOk="0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095" extrusionOk="0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536" name="Google Shape;1536;p17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37" name="Google Shape;1537;p17"/>
          <p:cNvSpPr>
            <a:spLocks noGrp="1"/>
          </p:cNvSpPr>
          <p:nvPr>
            <p:ph type="pic" idx="2"/>
          </p:nvPr>
        </p:nvSpPr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538" name="Google Shape;1538;p17"/>
          <p:cNvSpPr/>
          <p:nvPr/>
        </p:nvSpPr>
        <p:spPr>
          <a:xfrm>
            <a:off x="8421714" y="4402286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9" name="Google Shape;1539;p1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1540" name="Google Shape;1540;p1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7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7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7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7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7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7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7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7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7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7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7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7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7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7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7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7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7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7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7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7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7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7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7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7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7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7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7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7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7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7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7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7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7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7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7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7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7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7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7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7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7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7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7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7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7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7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7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7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7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7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7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7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7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7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7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7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7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7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7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7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7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7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7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7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7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7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7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7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7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7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7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7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7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7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7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7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7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7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7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7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7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7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7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7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7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7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7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7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17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7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7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7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7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7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7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7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7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20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7" name="Google Shape;1797;p20"/>
          <p:cNvSpPr/>
          <p:nvPr/>
        </p:nvSpPr>
        <p:spPr>
          <a:xfrm>
            <a:off x="8420420" y="4398962"/>
            <a:ext cx="740961" cy="740961"/>
          </a:xfrm>
          <a:custGeom>
            <a:avLst/>
            <a:gdLst/>
            <a:ahLst/>
            <a:cxnLst/>
            <a:rect l="l" t="t" r="r" b="b"/>
            <a:pathLst>
              <a:path w="16944" h="16944" extrusionOk="0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8" name="Google Shape;1798;p20"/>
          <p:cNvGrpSpPr/>
          <p:nvPr/>
        </p:nvGrpSpPr>
        <p:grpSpPr>
          <a:xfrm>
            <a:off x="-481750" y="4102340"/>
            <a:ext cx="1507871" cy="1510263"/>
            <a:chOff x="39184" y="-151930"/>
            <a:chExt cx="1309825" cy="1311903"/>
          </a:xfrm>
        </p:grpSpPr>
        <p:sp>
          <p:nvSpPr>
            <p:cNvPr id="1799" name="Google Shape;1799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6" name="Google Shape;1916;p20"/>
          <p:cNvGrpSpPr/>
          <p:nvPr/>
        </p:nvGrpSpPr>
        <p:grpSpPr>
          <a:xfrm flipH="1">
            <a:off x="8632879" y="-120500"/>
            <a:ext cx="1507871" cy="1510263"/>
            <a:chOff x="39184" y="-151930"/>
            <a:chExt cx="1309825" cy="1311903"/>
          </a:xfrm>
        </p:grpSpPr>
        <p:sp>
          <p:nvSpPr>
            <p:cNvPr id="1917" name="Google Shape;1917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0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0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0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0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0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0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0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0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0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0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0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0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0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0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0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0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0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0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0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0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0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0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0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0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0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0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0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0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0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0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0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0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0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0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0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0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0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0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0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0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0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0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1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6" name="Google Shape;2036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_1_1"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22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9" name="Google Shape;2039;p22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040" name="Google Shape;2040;p22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sz="3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5" r:id="rId15"/>
    <p:sldLayoutId id="2147483666" r:id="rId16"/>
    <p:sldLayoutId id="2147483667" r:id="rId17"/>
    <p:sldLayoutId id="2147483668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27"/>
          <p:cNvSpPr txBox="1">
            <a:spLocks noGrp="1"/>
          </p:cNvSpPr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"/>
              <a:t>Elegant Workplan</a:t>
            </a:r>
            <a:endParaRPr/>
          </a:p>
        </p:txBody>
      </p:sp>
      <p:sp>
        <p:nvSpPr>
          <p:cNvPr id="2057" name="Google Shape;2057;p27"/>
          <p:cNvSpPr txBox="1">
            <a:spLocks noGrp="1"/>
          </p:cNvSpPr>
          <p:nvPr>
            <p:ph type="subTitle" idx="1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ctr" rtl="0"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2058" name="Google Shape;2058;p27"/>
          <p:cNvGrpSpPr/>
          <p:nvPr/>
        </p:nvGrpSpPr>
        <p:grpSpPr>
          <a:xfrm>
            <a:off x="7299621" y="-188885"/>
            <a:ext cx="2300520" cy="2575530"/>
            <a:chOff x="3238240" y="323850"/>
            <a:chExt cx="1739919" cy="1947912"/>
          </a:xfrm>
        </p:grpSpPr>
        <p:sp>
          <p:nvSpPr>
            <p:cNvPr id="2059" name="Google Shape;2059;p27"/>
            <p:cNvSpPr/>
            <p:nvPr/>
          </p:nvSpPr>
          <p:spPr>
            <a:xfrm>
              <a:off x="3238240" y="323850"/>
              <a:ext cx="1654154" cy="1947912"/>
            </a:xfrm>
            <a:custGeom>
              <a:avLst/>
              <a:gdLst/>
              <a:ahLst/>
              <a:cxnLst/>
              <a:rect l="l" t="t" r="r" b="b"/>
              <a:pathLst>
                <a:path w="50016" h="58876" extrusionOk="0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7"/>
            <p:cNvSpPr/>
            <p:nvPr/>
          </p:nvSpPr>
          <p:spPr>
            <a:xfrm>
              <a:off x="4036753" y="947738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7"/>
            <p:cNvSpPr/>
            <p:nvPr/>
          </p:nvSpPr>
          <p:spPr>
            <a:xfrm>
              <a:off x="3724015" y="1260475"/>
              <a:ext cx="941406" cy="657233"/>
            </a:xfrm>
            <a:custGeom>
              <a:avLst/>
              <a:gdLst/>
              <a:ahLst/>
              <a:cxnLst/>
              <a:rect l="l" t="t" r="r" b="b"/>
              <a:pathLst>
                <a:path w="28452" h="19847" extrusionOk="0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4109778" y="1271588"/>
              <a:ext cx="403228" cy="403228"/>
            </a:xfrm>
            <a:custGeom>
              <a:avLst/>
              <a:gdLst/>
              <a:ahLst/>
              <a:cxnLst/>
              <a:rect l="l" t="t" r="r" b="b"/>
              <a:pathLst>
                <a:path w="12207" h="12207" extrusionOk="0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4192328" y="1189038"/>
              <a:ext cx="403225" cy="403225"/>
            </a:xfrm>
            <a:custGeom>
              <a:avLst/>
              <a:gdLst/>
              <a:ahLst/>
              <a:cxnLst/>
              <a:rect l="l" t="t" r="r" b="b"/>
              <a:pathLst>
                <a:path w="12206" h="12206" extrusionOk="0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4" name="Google Shape;2064;p27"/>
          <p:cNvGrpSpPr/>
          <p:nvPr/>
        </p:nvGrpSpPr>
        <p:grpSpPr>
          <a:xfrm>
            <a:off x="-8578" y="2367133"/>
            <a:ext cx="2187094" cy="2789634"/>
            <a:chOff x="3700202" y="2700338"/>
            <a:chExt cx="1654132" cy="2109842"/>
          </a:xfrm>
        </p:grpSpPr>
        <p:sp>
          <p:nvSpPr>
            <p:cNvPr id="2065" name="Google Shape;2065;p27"/>
            <p:cNvSpPr/>
            <p:nvPr/>
          </p:nvSpPr>
          <p:spPr>
            <a:xfrm>
              <a:off x="3700202" y="2700338"/>
              <a:ext cx="1654132" cy="2109842"/>
            </a:xfrm>
            <a:custGeom>
              <a:avLst/>
              <a:gdLst/>
              <a:ahLst/>
              <a:cxnLst/>
              <a:rect l="l" t="t" r="r" b="b"/>
              <a:pathLst>
                <a:path w="50004" h="63780" extrusionOk="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3703377" y="3690938"/>
              <a:ext cx="1117623" cy="1117589"/>
            </a:xfrm>
            <a:custGeom>
              <a:avLst/>
              <a:gdLst/>
              <a:ahLst/>
              <a:cxnLst/>
              <a:rect l="l" t="t" r="r" b="b"/>
              <a:pathLst>
                <a:path w="33788" h="33787" extrusionOk="0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4057390" y="3656013"/>
              <a:ext cx="935041" cy="652454"/>
            </a:xfrm>
            <a:custGeom>
              <a:avLst/>
              <a:gdLst/>
              <a:ahLst/>
              <a:cxnLst/>
              <a:rect l="l" t="t" r="r" b="b"/>
              <a:pathLst>
                <a:path w="28281" h="19728" extrusionOk="0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7"/>
            <p:cNvSpPr/>
            <p:nvPr/>
          </p:nvSpPr>
          <p:spPr>
            <a:xfrm>
              <a:off x="3746240" y="3967163"/>
              <a:ext cx="935041" cy="652471"/>
            </a:xfrm>
            <a:custGeom>
              <a:avLst/>
              <a:gdLst/>
              <a:ahLst/>
              <a:cxnLst/>
              <a:rect l="l" t="t" r="r" b="b"/>
              <a:pathLst>
                <a:path w="28281" h="19727" extrusionOk="0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7"/>
            <p:cNvSpPr/>
            <p:nvPr/>
          </p:nvSpPr>
          <p:spPr>
            <a:xfrm>
              <a:off x="4128827" y="3976688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4211377" y="3895725"/>
              <a:ext cx="401633" cy="401633"/>
            </a:xfrm>
            <a:custGeom>
              <a:avLst/>
              <a:gdLst/>
              <a:ahLst/>
              <a:cxnLst/>
              <a:rect l="l" t="t" r="r" b="b"/>
              <a:pathLst>
                <a:path w="12133" h="12133" extrusionOk="0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1" name="Google Shape;2071;p27"/>
          <p:cNvSpPr/>
          <p:nvPr/>
        </p:nvSpPr>
        <p:spPr>
          <a:xfrm>
            <a:off x="7505439" y="-2014745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29"/>
          <p:cNvSpPr/>
          <p:nvPr/>
        </p:nvSpPr>
        <p:spPr>
          <a:xfrm>
            <a:off x="5104638" y="3320957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29"/>
          <p:cNvSpPr/>
          <p:nvPr/>
        </p:nvSpPr>
        <p:spPr>
          <a:xfrm>
            <a:off x="1341657" y="3320957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29"/>
          <p:cNvSpPr/>
          <p:nvPr/>
        </p:nvSpPr>
        <p:spPr>
          <a:xfrm>
            <a:off x="5104638" y="1850578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29"/>
          <p:cNvSpPr/>
          <p:nvPr/>
        </p:nvSpPr>
        <p:spPr>
          <a:xfrm>
            <a:off x="1341657" y="1850578"/>
            <a:ext cx="641400" cy="47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29"/>
          <p:cNvSpPr txBox="1">
            <a:spLocks noGrp="1"/>
          </p:cNvSpPr>
          <p:nvPr>
            <p:ph type="subTitle" idx="3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2090" name="Google Shape;2090;p29"/>
          <p:cNvSpPr txBox="1">
            <a:spLocks noGrp="1"/>
          </p:cNvSpPr>
          <p:nvPr>
            <p:ph type="subTitle" idx="4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91" name="Google Shape;2091;p29"/>
          <p:cNvSpPr txBox="1">
            <a:spLocks noGrp="1"/>
          </p:cNvSpPr>
          <p:nvPr>
            <p:ph type="subTitle" idx="7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92" name="Google Shape;2092;p29"/>
          <p:cNvSpPr txBox="1">
            <a:spLocks noGrp="1"/>
          </p:cNvSpPr>
          <p:nvPr>
            <p:ph type="subTitle" idx="6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2093" name="Google Shape;2093;p29"/>
          <p:cNvSpPr txBox="1">
            <a:spLocks noGrp="1"/>
          </p:cNvSpPr>
          <p:nvPr>
            <p:ph type="subTitle" idx="9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2094" name="Google Shape;2094;p29"/>
          <p:cNvSpPr txBox="1">
            <a:spLocks noGrp="1"/>
          </p:cNvSpPr>
          <p:nvPr>
            <p:ph type="subTitle" idx="13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95" name="Google Shape;2095;p29"/>
          <p:cNvSpPr txBox="1">
            <a:spLocks noGrp="1"/>
          </p:cNvSpPr>
          <p:nvPr>
            <p:ph type="subTitle" idx="15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2096" name="Google Shape;2096;p29"/>
          <p:cNvSpPr txBox="1">
            <a:spLocks noGrp="1"/>
          </p:cNvSpPr>
          <p:nvPr>
            <p:ph type="subTitle" idx="1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097" name="Google Shape;209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098" name="Google Shape;2098;p29"/>
          <p:cNvSpPr txBox="1">
            <a:spLocks noGrp="1"/>
          </p:cNvSpPr>
          <p:nvPr>
            <p:ph type="title" idx="2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99" name="Google Shape;2099;p29"/>
          <p:cNvSpPr txBox="1">
            <a:spLocks noGrp="1"/>
          </p:cNvSpPr>
          <p:nvPr>
            <p:ph type="title" idx="5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00" name="Google Shape;2100;p29"/>
          <p:cNvSpPr txBox="1">
            <a:spLocks noGrp="1"/>
          </p:cNvSpPr>
          <p:nvPr>
            <p:ph type="title" idx="8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01" name="Google Shape;2101;p29"/>
          <p:cNvSpPr txBox="1">
            <a:spLocks noGrp="1"/>
          </p:cNvSpPr>
          <p:nvPr>
            <p:ph type="title" idx="14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30"/>
          <p:cNvSpPr txBox="1">
            <a:spLocks noGrp="1"/>
          </p:cNvSpPr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Name of the section</a:t>
            </a:r>
            <a:endParaRPr/>
          </a:p>
        </p:txBody>
      </p:sp>
      <p:sp>
        <p:nvSpPr>
          <p:cNvPr id="2107" name="Google Shape;2107;p30"/>
          <p:cNvSpPr txBox="1">
            <a:spLocks noGrp="1"/>
          </p:cNvSpPr>
          <p:nvPr>
            <p:ph type="title" idx="2"/>
          </p:nvPr>
        </p:nvSpPr>
        <p:spPr>
          <a:xfrm>
            <a:off x="723900" y="862425"/>
            <a:ext cx="1257300" cy="9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08" name="Google Shape;2108;p30"/>
          <p:cNvSpPr txBox="1">
            <a:spLocks noGrp="1"/>
          </p:cNvSpPr>
          <p:nvPr>
            <p:ph type="subTitle" idx="1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31"/>
          <p:cNvSpPr txBox="1">
            <a:spLocks noGrp="1"/>
          </p:cNvSpPr>
          <p:nvPr>
            <p:ph type="body" idx="1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Do you know what helps you make your point clear? Lists like this one:</a:t>
            </a:r>
            <a:br>
              <a:rPr lang="en"/>
            </a:b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/>
              <a:t>They’re simple 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/>
              <a:t>You can organize your ideas clearly</a:t>
            </a:r>
            <a:endParaRPr/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114" name="Google Shape;2114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The slide title goes here!</a:t>
            </a:r>
            <a:endParaRPr/>
          </a:p>
        </p:txBody>
      </p:sp>
      <p:pic>
        <p:nvPicPr>
          <p:cNvPr id="2115" name="Google Shape;2115;p31" descr="Un grupo de personas frente a una mesa con una computadora&#10;&#10;Descripción generada automáticamente con confianza medi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0840" r="10832"/>
          <a:stretch/>
        </p:blipFill>
        <p:spPr>
          <a:xfrm>
            <a:off x="4976975" y="1374425"/>
            <a:ext cx="3232800" cy="2913000"/>
          </a:xfrm>
          <a:prstGeom prst="roundRect">
            <a:avLst>
              <a:gd name="adj" fmla="val 16667"/>
            </a:avLst>
          </a:prstGeom>
          <a:noFill/>
        </p:spPr>
      </p:pic>
      <p:grpSp>
        <p:nvGrpSpPr>
          <p:cNvPr id="2116" name="Google Shape;2116;p31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2117" name="Google Shape;2117;p31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31"/>
            <p:cNvSpPr/>
            <p:nvPr/>
          </p:nvSpPr>
          <p:spPr>
            <a:xfrm>
              <a:off x="1231442" y="614221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31"/>
            <p:cNvSpPr/>
            <p:nvPr/>
          </p:nvSpPr>
          <p:spPr>
            <a:xfrm>
              <a:off x="1160075" y="68558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31"/>
            <p:cNvSpPr/>
            <p:nvPr/>
          </p:nvSpPr>
          <p:spPr>
            <a:xfrm>
              <a:off x="1088707" y="756956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31"/>
            <p:cNvSpPr/>
            <p:nvPr/>
          </p:nvSpPr>
          <p:spPr>
            <a:xfrm>
              <a:off x="1019439" y="828324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31"/>
            <p:cNvSpPr/>
            <p:nvPr/>
          </p:nvSpPr>
          <p:spPr>
            <a:xfrm>
              <a:off x="948072" y="89969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31"/>
            <p:cNvSpPr/>
            <p:nvPr/>
          </p:nvSpPr>
          <p:spPr>
            <a:xfrm>
              <a:off x="876704" y="96896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31"/>
            <p:cNvSpPr/>
            <p:nvPr/>
          </p:nvSpPr>
          <p:spPr>
            <a:xfrm>
              <a:off x="805336" y="104032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31"/>
            <p:cNvSpPr/>
            <p:nvPr/>
          </p:nvSpPr>
          <p:spPr>
            <a:xfrm>
              <a:off x="733969" y="111169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31"/>
            <p:cNvSpPr/>
            <p:nvPr/>
          </p:nvSpPr>
          <p:spPr>
            <a:xfrm>
              <a:off x="1244036" y="4861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31"/>
            <p:cNvSpPr/>
            <p:nvPr/>
          </p:nvSpPr>
          <p:spPr>
            <a:xfrm>
              <a:off x="1174769" y="557547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31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31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31"/>
            <p:cNvSpPr/>
            <p:nvPr/>
          </p:nvSpPr>
          <p:spPr>
            <a:xfrm>
              <a:off x="960666" y="7695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31"/>
            <p:cNvSpPr/>
            <p:nvPr/>
          </p:nvSpPr>
          <p:spPr>
            <a:xfrm>
              <a:off x="889298" y="84091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31"/>
            <p:cNvSpPr/>
            <p:nvPr/>
          </p:nvSpPr>
          <p:spPr>
            <a:xfrm>
              <a:off x="817931" y="91228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31"/>
            <p:cNvSpPr/>
            <p:nvPr/>
          </p:nvSpPr>
          <p:spPr>
            <a:xfrm>
              <a:off x="748662" y="983653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31"/>
            <p:cNvSpPr/>
            <p:nvPr/>
          </p:nvSpPr>
          <p:spPr>
            <a:xfrm>
              <a:off x="677294" y="1052922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31"/>
            <p:cNvSpPr/>
            <p:nvPr/>
          </p:nvSpPr>
          <p:spPr>
            <a:xfrm>
              <a:off x="1187363" y="427407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31"/>
            <p:cNvSpPr/>
            <p:nvPr/>
          </p:nvSpPr>
          <p:spPr>
            <a:xfrm>
              <a:off x="1115995" y="49877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31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31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31"/>
            <p:cNvSpPr/>
            <p:nvPr/>
          </p:nvSpPr>
          <p:spPr>
            <a:xfrm>
              <a:off x="901893" y="71077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31"/>
            <p:cNvSpPr/>
            <p:nvPr/>
          </p:nvSpPr>
          <p:spPr>
            <a:xfrm>
              <a:off x="832623" y="782145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31"/>
            <p:cNvSpPr/>
            <p:nvPr/>
          </p:nvSpPr>
          <p:spPr>
            <a:xfrm>
              <a:off x="761256" y="85351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31"/>
            <p:cNvSpPr/>
            <p:nvPr/>
          </p:nvSpPr>
          <p:spPr>
            <a:xfrm>
              <a:off x="689888" y="92488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31"/>
            <p:cNvSpPr/>
            <p:nvPr/>
          </p:nvSpPr>
          <p:spPr>
            <a:xfrm>
              <a:off x="618521" y="9962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31"/>
            <p:cNvSpPr/>
            <p:nvPr/>
          </p:nvSpPr>
          <p:spPr>
            <a:xfrm>
              <a:off x="1128589" y="370732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31"/>
            <p:cNvSpPr/>
            <p:nvPr/>
          </p:nvSpPr>
          <p:spPr>
            <a:xfrm>
              <a:off x="1057221" y="44000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31"/>
            <p:cNvSpPr/>
            <p:nvPr/>
          </p:nvSpPr>
          <p:spPr>
            <a:xfrm>
              <a:off x="985854" y="51136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31"/>
            <p:cNvSpPr/>
            <p:nvPr/>
          </p:nvSpPr>
          <p:spPr>
            <a:xfrm>
              <a:off x="916585" y="58273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31"/>
            <p:cNvSpPr/>
            <p:nvPr/>
          </p:nvSpPr>
          <p:spPr>
            <a:xfrm>
              <a:off x="845218" y="654104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31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31"/>
            <p:cNvSpPr/>
            <p:nvPr/>
          </p:nvSpPr>
          <p:spPr>
            <a:xfrm>
              <a:off x="702483" y="796839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31"/>
            <p:cNvSpPr/>
            <p:nvPr/>
          </p:nvSpPr>
          <p:spPr>
            <a:xfrm>
              <a:off x="631115" y="86610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31"/>
            <p:cNvSpPr/>
            <p:nvPr/>
          </p:nvSpPr>
          <p:spPr>
            <a:xfrm>
              <a:off x="559747" y="93747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31"/>
            <p:cNvSpPr/>
            <p:nvPr/>
          </p:nvSpPr>
          <p:spPr>
            <a:xfrm>
              <a:off x="1071915" y="311959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31"/>
            <p:cNvSpPr/>
            <p:nvPr/>
          </p:nvSpPr>
          <p:spPr>
            <a:xfrm>
              <a:off x="1000547" y="383327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31"/>
            <p:cNvSpPr/>
            <p:nvPr/>
          </p:nvSpPr>
          <p:spPr>
            <a:xfrm>
              <a:off x="929180" y="454694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31"/>
            <p:cNvSpPr/>
            <p:nvPr/>
          </p:nvSpPr>
          <p:spPr>
            <a:xfrm>
              <a:off x="857812" y="523963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31"/>
            <p:cNvSpPr/>
            <p:nvPr/>
          </p:nvSpPr>
          <p:spPr>
            <a:xfrm>
              <a:off x="786444" y="595330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31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31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31"/>
            <p:cNvSpPr/>
            <p:nvPr/>
          </p:nvSpPr>
          <p:spPr>
            <a:xfrm>
              <a:off x="574441" y="8094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31"/>
            <p:cNvSpPr/>
            <p:nvPr/>
          </p:nvSpPr>
          <p:spPr>
            <a:xfrm>
              <a:off x="503073" y="880800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31"/>
            <p:cNvSpPr/>
            <p:nvPr/>
          </p:nvSpPr>
          <p:spPr>
            <a:xfrm>
              <a:off x="1013141" y="25318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31"/>
            <p:cNvSpPr/>
            <p:nvPr/>
          </p:nvSpPr>
          <p:spPr>
            <a:xfrm>
              <a:off x="941774" y="324553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31"/>
            <p:cNvSpPr/>
            <p:nvPr/>
          </p:nvSpPr>
          <p:spPr>
            <a:xfrm>
              <a:off x="870406" y="395921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31"/>
            <p:cNvSpPr/>
            <p:nvPr/>
          </p:nvSpPr>
          <p:spPr>
            <a:xfrm>
              <a:off x="799039" y="467288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31"/>
            <p:cNvSpPr/>
            <p:nvPr/>
          </p:nvSpPr>
          <p:spPr>
            <a:xfrm>
              <a:off x="729770" y="538656"/>
              <a:ext cx="461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31"/>
            <p:cNvSpPr/>
            <p:nvPr/>
          </p:nvSpPr>
          <p:spPr>
            <a:xfrm>
              <a:off x="658403" y="60792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31"/>
            <p:cNvSpPr/>
            <p:nvPr/>
          </p:nvSpPr>
          <p:spPr>
            <a:xfrm>
              <a:off x="587035" y="67929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31"/>
            <p:cNvSpPr/>
            <p:nvPr/>
          </p:nvSpPr>
          <p:spPr>
            <a:xfrm>
              <a:off x="515667" y="750660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31"/>
            <p:cNvSpPr/>
            <p:nvPr/>
          </p:nvSpPr>
          <p:spPr>
            <a:xfrm>
              <a:off x="444300" y="822027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31"/>
            <p:cNvSpPr/>
            <p:nvPr/>
          </p:nvSpPr>
          <p:spPr>
            <a:xfrm>
              <a:off x="954368" y="196512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31"/>
            <p:cNvSpPr/>
            <p:nvPr/>
          </p:nvSpPr>
          <p:spPr>
            <a:xfrm>
              <a:off x="885100" y="267879"/>
              <a:ext cx="461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813732" y="337148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31"/>
            <p:cNvSpPr/>
            <p:nvPr/>
          </p:nvSpPr>
          <p:spPr>
            <a:xfrm>
              <a:off x="742364" y="408515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31"/>
            <p:cNvSpPr/>
            <p:nvPr/>
          </p:nvSpPr>
          <p:spPr>
            <a:xfrm>
              <a:off x="670997" y="47988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31"/>
            <p:cNvSpPr/>
            <p:nvPr/>
          </p:nvSpPr>
          <p:spPr>
            <a:xfrm>
              <a:off x="599629" y="55125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31"/>
            <p:cNvSpPr/>
            <p:nvPr/>
          </p:nvSpPr>
          <p:spPr>
            <a:xfrm>
              <a:off x="528262" y="622618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456894" y="693985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31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31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31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31"/>
            <p:cNvSpPr/>
            <p:nvPr/>
          </p:nvSpPr>
          <p:spPr>
            <a:xfrm>
              <a:off x="754959" y="280473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31"/>
            <p:cNvSpPr/>
            <p:nvPr/>
          </p:nvSpPr>
          <p:spPr>
            <a:xfrm>
              <a:off x="683591" y="351841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31"/>
            <p:cNvSpPr/>
            <p:nvPr/>
          </p:nvSpPr>
          <p:spPr>
            <a:xfrm>
              <a:off x="612224" y="421109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31"/>
            <p:cNvSpPr/>
            <p:nvPr/>
          </p:nvSpPr>
          <p:spPr>
            <a:xfrm>
              <a:off x="542955" y="492477"/>
              <a:ext cx="461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31"/>
            <p:cNvSpPr/>
            <p:nvPr/>
          </p:nvSpPr>
          <p:spPr>
            <a:xfrm>
              <a:off x="471587" y="563845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31"/>
            <p:cNvSpPr/>
            <p:nvPr/>
          </p:nvSpPr>
          <p:spPr>
            <a:xfrm>
              <a:off x="400220" y="63521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328852" y="70658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767553" y="150333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696185" y="22170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626917" y="293068"/>
              <a:ext cx="461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555549" y="36443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484182" y="435803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412814" y="507170"/>
              <a:ext cx="482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341447" y="576439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31"/>
            <p:cNvSpPr/>
            <p:nvPr/>
          </p:nvSpPr>
          <p:spPr>
            <a:xfrm>
              <a:off x="270079" y="64780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31"/>
            <p:cNvSpPr/>
            <p:nvPr/>
          </p:nvSpPr>
          <p:spPr>
            <a:xfrm>
              <a:off x="782246" y="22291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31"/>
            <p:cNvSpPr/>
            <p:nvPr/>
          </p:nvSpPr>
          <p:spPr>
            <a:xfrm>
              <a:off x="710879" y="93658"/>
              <a:ext cx="48278" cy="482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31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31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31"/>
            <p:cNvSpPr/>
            <p:nvPr/>
          </p:nvSpPr>
          <p:spPr>
            <a:xfrm>
              <a:off x="496776" y="305662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31"/>
            <p:cNvSpPr/>
            <p:nvPr/>
          </p:nvSpPr>
          <p:spPr>
            <a:xfrm>
              <a:off x="425408" y="377030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31"/>
            <p:cNvSpPr/>
            <p:nvPr/>
          </p:nvSpPr>
          <p:spPr>
            <a:xfrm>
              <a:off x="356140" y="448397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31"/>
            <p:cNvSpPr/>
            <p:nvPr/>
          </p:nvSpPr>
          <p:spPr>
            <a:xfrm>
              <a:off x="284772" y="519765"/>
              <a:ext cx="461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31"/>
            <p:cNvSpPr/>
            <p:nvPr/>
          </p:nvSpPr>
          <p:spPr>
            <a:xfrm>
              <a:off x="213405" y="591132"/>
              <a:ext cx="48278" cy="46178"/>
            </a:xfrm>
            <a:custGeom>
              <a:avLst/>
              <a:gdLst/>
              <a:ahLst/>
              <a:cxnLst/>
              <a:rect l="l" t="t" r="r" b="b"/>
              <a:pathLst>
                <a:path w="1094" h="1094" extrusionOk="0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31"/>
            <p:cNvSpPr/>
            <p:nvPr/>
          </p:nvSpPr>
          <p:spPr>
            <a:xfrm>
              <a:off x="723473" y="-36482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31"/>
            <p:cNvSpPr/>
            <p:nvPr/>
          </p:nvSpPr>
          <p:spPr>
            <a:xfrm>
              <a:off x="652105" y="34885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31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31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31"/>
            <p:cNvSpPr/>
            <p:nvPr/>
          </p:nvSpPr>
          <p:spPr>
            <a:xfrm>
              <a:off x="440102" y="248988"/>
              <a:ext cx="46179" cy="461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31"/>
            <p:cNvSpPr/>
            <p:nvPr/>
          </p:nvSpPr>
          <p:spPr>
            <a:xfrm>
              <a:off x="368734" y="318256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31"/>
            <p:cNvSpPr/>
            <p:nvPr/>
          </p:nvSpPr>
          <p:spPr>
            <a:xfrm>
              <a:off x="297367" y="389624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31"/>
            <p:cNvSpPr/>
            <p:nvPr/>
          </p:nvSpPr>
          <p:spPr>
            <a:xfrm>
              <a:off x="225999" y="46099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31"/>
            <p:cNvSpPr/>
            <p:nvPr/>
          </p:nvSpPr>
          <p:spPr>
            <a:xfrm>
              <a:off x="154631" y="532359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31"/>
            <p:cNvSpPr/>
            <p:nvPr/>
          </p:nvSpPr>
          <p:spPr>
            <a:xfrm>
              <a:off x="664700" y="-93157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31"/>
            <p:cNvSpPr/>
            <p:nvPr/>
          </p:nvSpPr>
          <p:spPr>
            <a:xfrm>
              <a:off x="593332" y="-23888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31"/>
            <p:cNvSpPr/>
            <p:nvPr/>
          </p:nvSpPr>
          <p:spPr>
            <a:xfrm>
              <a:off x="524064" y="47479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31"/>
            <p:cNvSpPr/>
            <p:nvPr/>
          </p:nvSpPr>
          <p:spPr>
            <a:xfrm>
              <a:off x="452696" y="118847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31"/>
            <p:cNvSpPr/>
            <p:nvPr/>
          </p:nvSpPr>
          <p:spPr>
            <a:xfrm>
              <a:off x="381328" y="19021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31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31"/>
            <p:cNvSpPr/>
            <p:nvPr/>
          </p:nvSpPr>
          <p:spPr>
            <a:xfrm>
              <a:off x="238593" y="332950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31"/>
            <p:cNvSpPr/>
            <p:nvPr/>
          </p:nvSpPr>
          <p:spPr>
            <a:xfrm>
              <a:off x="167226" y="404317"/>
              <a:ext cx="48279" cy="461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31"/>
            <p:cNvSpPr/>
            <p:nvPr/>
          </p:nvSpPr>
          <p:spPr>
            <a:xfrm>
              <a:off x="97957" y="473586"/>
              <a:ext cx="461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31"/>
            <p:cNvSpPr/>
            <p:nvPr/>
          </p:nvSpPr>
          <p:spPr>
            <a:xfrm>
              <a:off x="608025" y="-151930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31"/>
            <p:cNvSpPr/>
            <p:nvPr/>
          </p:nvSpPr>
          <p:spPr>
            <a:xfrm>
              <a:off x="536658" y="-80562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31"/>
            <p:cNvSpPr/>
            <p:nvPr/>
          </p:nvSpPr>
          <p:spPr>
            <a:xfrm>
              <a:off x="465290" y="-9195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31"/>
            <p:cNvSpPr/>
            <p:nvPr/>
          </p:nvSpPr>
          <p:spPr>
            <a:xfrm>
              <a:off x="393923" y="62173"/>
              <a:ext cx="48278" cy="461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31"/>
            <p:cNvSpPr/>
            <p:nvPr/>
          </p:nvSpPr>
          <p:spPr>
            <a:xfrm>
              <a:off x="322555" y="131441"/>
              <a:ext cx="48278" cy="48279"/>
            </a:xfrm>
            <a:custGeom>
              <a:avLst/>
              <a:gdLst/>
              <a:ahLst/>
              <a:cxnLst/>
              <a:rect l="l" t="t" r="r" b="b"/>
              <a:pathLst>
                <a:path w="1094" h="1095" extrusionOk="0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31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31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31"/>
            <p:cNvSpPr/>
            <p:nvPr/>
          </p:nvSpPr>
          <p:spPr>
            <a:xfrm>
              <a:off x="110552" y="345544"/>
              <a:ext cx="48279" cy="48278"/>
            </a:xfrm>
            <a:custGeom>
              <a:avLst/>
              <a:gdLst/>
              <a:ahLst/>
              <a:cxnLst/>
              <a:rect l="l" t="t" r="r" b="b"/>
              <a:pathLst>
                <a:path w="1095" h="1094" extrusionOk="0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31"/>
            <p:cNvSpPr/>
            <p:nvPr/>
          </p:nvSpPr>
          <p:spPr>
            <a:xfrm>
              <a:off x="39184" y="416911"/>
              <a:ext cx="48279" cy="48279"/>
            </a:xfrm>
            <a:custGeom>
              <a:avLst/>
              <a:gdLst/>
              <a:ahLst/>
              <a:cxnLst/>
              <a:rect l="l" t="t" r="r" b="b"/>
              <a:pathLst>
                <a:path w="1095" h="1095" extrusionOk="0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32"/>
          <p:cNvSpPr txBox="1">
            <a:spLocks noGrp="1"/>
          </p:cNvSpPr>
          <p:nvPr>
            <p:ph type="subTitle" idx="1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239" name="Google Shape;2239;p32"/>
          <p:cNvSpPr txBox="1">
            <a:spLocks noGrp="1"/>
          </p:cNvSpPr>
          <p:nvPr>
            <p:ph type="subTitle" idx="2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240" name="Google Shape;2240;p32"/>
          <p:cNvSpPr txBox="1">
            <a:spLocks noGrp="1"/>
          </p:cNvSpPr>
          <p:nvPr>
            <p:ph type="subTitle" idx="3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System-it’s only a bit larger than the Moon</a:t>
            </a:r>
            <a:endParaRPr/>
          </a:p>
        </p:txBody>
      </p:sp>
      <p:sp>
        <p:nvSpPr>
          <p:cNvPr id="2241" name="Google Shape;2241;p32"/>
          <p:cNvSpPr txBox="1">
            <a:spLocks noGrp="1"/>
          </p:cNvSpPr>
          <p:nvPr>
            <p:ph type="subTitle" idx="4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very hot and has a poisonous atmosphere</a:t>
            </a:r>
            <a:endParaRPr/>
          </a:p>
        </p:txBody>
      </p:sp>
      <p:sp>
        <p:nvSpPr>
          <p:cNvPr id="2242" name="Google Shape;224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Two concepts</a:t>
            </a:r>
            <a:endParaRPr/>
          </a:p>
        </p:txBody>
      </p:sp>
      <p:sp>
        <p:nvSpPr>
          <p:cNvPr id="2243" name="Google Shape;2243;p32"/>
          <p:cNvSpPr/>
          <p:nvPr/>
        </p:nvSpPr>
        <p:spPr>
          <a:xfrm>
            <a:off x="1621732" y="185609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32"/>
          <p:cNvSpPr/>
          <p:nvPr/>
        </p:nvSpPr>
        <p:spPr>
          <a:xfrm>
            <a:off x="5257404" y="185609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5" name="Google Shape;2245;p32"/>
          <p:cNvGrpSpPr/>
          <p:nvPr/>
        </p:nvGrpSpPr>
        <p:grpSpPr>
          <a:xfrm>
            <a:off x="5377864" y="1973148"/>
            <a:ext cx="393701" cy="395298"/>
            <a:chOff x="1622425" y="1658938"/>
            <a:chExt cx="393701" cy="395298"/>
          </a:xfrm>
        </p:grpSpPr>
        <p:sp>
          <p:nvSpPr>
            <p:cNvPr id="2246" name="Google Shape;2246;p32"/>
            <p:cNvSpPr/>
            <p:nvPr/>
          </p:nvSpPr>
          <p:spPr>
            <a:xfrm>
              <a:off x="1689100" y="1727200"/>
              <a:ext cx="258768" cy="258768"/>
            </a:xfrm>
            <a:custGeom>
              <a:avLst/>
              <a:gdLst/>
              <a:ahLst/>
              <a:cxnLst/>
              <a:rect l="l" t="t" r="r" b="b"/>
              <a:pathLst>
                <a:path w="6650" h="6650" extrusionOk="0">
                  <a:moveTo>
                    <a:pt x="6281" y="1802"/>
                  </a:moveTo>
                  <a:cubicBezTo>
                    <a:pt x="6048" y="1350"/>
                    <a:pt x="5708" y="951"/>
                    <a:pt x="5297" y="648"/>
                  </a:cubicBezTo>
                  <a:cubicBezTo>
                    <a:pt x="5231" y="600"/>
                    <a:pt x="5138" y="614"/>
                    <a:pt x="5089" y="680"/>
                  </a:cubicBezTo>
                  <a:cubicBezTo>
                    <a:pt x="5040" y="746"/>
                    <a:pt x="5054" y="839"/>
                    <a:pt x="5121" y="888"/>
                  </a:cubicBezTo>
                  <a:cubicBezTo>
                    <a:pt x="5892" y="1457"/>
                    <a:pt x="6352" y="2368"/>
                    <a:pt x="6352" y="3325"/>
                  </a:cubicBezTo>
                  <a:cubicBezTo>
                    <a:pt x="6352" y="4994"/>
                    <a:pt x="4994" y="6352"/>
                    <a:pt x="3325" y="6352"/>
                  </a:cubicBezTo>
                  <a:cubicBezTo>
                    <a:pt x="1656" y="6352"/>
                    <a:pt x="298" y="4994"/>
                    <a:pt x="298" y="3325"/>
                  </a:cubicBezTo>
                  <a:cubicBezTo>
                    <a:pt x="298" y="1656"/>
                    <a:pt x="1656" y="298"/>
                    <a:pt x="3325" y="298"/>
                  </a:cubicBezTo>
                  <a:cubicBezTo>
                    <a:pt x="3757" y="298"/>
                    <a:pt x="4174" y="387"/>
                    <a:pt x="4564" y="563"/>
                  </a:cubicBezTo>
                  <a:cubicBezTo>
                    <a:pt x="4638" y="596"/>
                    <a:pt x="4728" y="562"/>
                    <a:pt x="4761" y="488"/>
                  </a:cubicBezTo>
                  <a:cubicBezTo>
                    <a:pt x="4794" y="414"/>
                    <a:pt x="4760" y="324"/>
                    <a:pt x="4686" y="291"/>
                  </a:cubicBezTo>
                  <a:cubicBezTo>
                    <a:pt x="4257" y="98"/>
                    <a:pt x="3799" y="0"/>
                    <a:pt x="3325" y="0"/>
                  </a:cubicBezTo>
                  <a:cubicBezTo>
                    <a:pt x="1491" y="0"/>
                    <a:pt x="0" y="1492"/>
                    <a:pt x="0" y="3325"/>
                  </a:cubicBezTo>
                  <a:cubicBezTo>
                    <a:pt x="0" y="5158"/>
                    <a:pt x="1491" y="6650"/>
                    <a:pt x="3325" y="6650"/>
                  </a:cubicBezTo>
                  <a:cubicBezTo>
                    <a:pt x="5158" y="6650"/>
                    <a:pt x="6650" y="5158"/>
                    <a:pt x="6650" y="3325"/>
                  </a:cubicBezTo>
                  <a:cubicBezTo>
                    <a:pt x="6650" y="2796"/>
                    <a:pt x="6522" y="2269"/>
                    <a:pt x="6281" y="1802"/>
                  </a:cubicBezTo>
                  <a:close/>
                  <a:moveTo>
                    <a:pt x="6281" y="180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32"/>
            <p:cNvSpPr/>
            <p:nvPr/>
          </p:nvSpPr>
          <p:spPr>
            <a:xfrm>
              <a:off x="1727200" y="1763713"/>
              <a:ext cx="184150" cy="185739"/>
            </a:xfrm>
            <a:custGeom>
              <a:avLst/>
              <a:gdLst/>
              <a:ahLst/>
              <a:cxnLst/>
              <a:rect l="l" t="t" r="r" b="b"/>
              <a:pathLst>
                <a:path w="4744" h="4744" extrusionOk="0">
                  <a:moveTo>
                    <a:pt x="2372" y="0"/>
                  </a:moveTo>
                  <a:cubicBezTo>
                    <a:pt x="1064" y="0"/>
                    <a:pt x="0" y="1064"/>
                    <a:pt x="0" y="2372"/>
                  </a:cubicBezTo>
                  <a:cubicBezTo>
                    <a:pt x="0" y="3680"/>
                    <a:pt x="1064" y="4744"/>
                    <a:pt x="2372" y="4744"/>
                  </a:cubicBezTo>
                  <a:cubicBezTo>
                    <a:pt x="3680" y="4744"/>
                    <a:pt x="4744" y="3680"/>
                    <a:pt x="4744" y="2372"/>
                  </a:cubicBezTo>
                  <a:cubicBezTo>
                    <a:pt x="4744" y="1064"/>
                    <a:pt x="3680" y="0"/>
                    <a:pt x="2372" y="0"/>
                  </a:cubicBezTo>
                  <a:close/>
                  <a:moveTo>
                    <a:pt x="2372" y="4446"/>
                  </a:moveTo>
                  <a:cubicBezTo>
                    <a:pt x="1228" y="4446"/>
                    <a:pt x="298" y="3516"/>
                    <a:pt x="298" y="2372"/>
                  </a:cubicBezTo>
                  <a:cubicBezTo>
                    <a:pt x="298" y="1228"/>
                    <a:pt x="1228" y="298"/>
                    <a:pt x="2372" y="298"/>
                  </a:cubicBezTo>
                  <a:cubicBezTo>
                    <a:pt x="3516" y="298"/>
                    <a:pt x="4446" y="1228"/>
                    <a:pt x="4446" y="2372"/>
                  </a:cubicBezTo>
                  <a:cubicBezTo>
                    <a:pt x="4446" y="3516"/>
                    <a:pt x="3516" y="4446"/>
                    <a:pt x="2372" y="4446"/>
                  </a:cubicBezTo>
                  <a:close/>
                  <a:moveTo>
                    <a:pt x="2372" y="4446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32"/>
            <p:cNvSpPr/>
            <p:nvPr/>
          </p:nvSpPr>
          <p:spPr>
            <a:xfrm>
              <a:off x="1789113" y="1789113"/>
              <a:ext cx="60325" cy="134939"/>
            </a:xfrm>
            <a:custGeom>
              <a:avLst/>
              <a:gdLst/>
              <a:ahLst/>
              <a:cxnLst/>
              <a:rect l="l" t="t" r="r" b="b"/>
              <a:pathLst>
                <a:path w="1568" h="3474" extrusionOk="0">
                  <a:moveTo>
                    <a:pt x="1419" y="1410"/>
                  </a:moveTo>
                  <a:cubicBezTo>
                    <a:pt x="1501" y="1410"/>
                    <a:pt x="1568" y="1343"/>
                    <a:pt x="1568" y="1261"/>
                  </a:cubicBezTo>
                  <a:lnTo>
                    <a:pt x="1568" y="1102"/>
                  </a:lnTo>
                  <a:cubicBezTo>
                    <a:pt x="1568" y="757"/>
                    <a:pt x="1287" y="477"/>
                    <a:pt x="943" y="477"/>
                  </a:cubicBezTo>
                  <a:lnTo>
                    <a:pt x="933" y="477"/>
                  </a:ln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ubicBezTo>
                    <a:pt x="702" y="0"/>
                    <a:pt x="635" y="67"/>
                    <a:pt x="635" y="149"/>
                  </a:cubicBezTo>
                  <a:lnTo>
                    <a:pt x="635" y="480"/>
                  </a:lnTo>
                  <a:cubicBezTo>
                    <a:pt x="279" y="515"/>
                    <a:pt x="0" y="816"/>
                    <a:pt x="0" y="1181"/>
                  </a:cubicBezTo>
                  <a:cubicBezTo>
                    <a:pt x="0" y="1570"/>
                    <a:pt x="316" y="1886"/>
                    <a:pt x="704" y="1886"/>
                  </a:cubicBezTo>
                  <a:lnTo>
                    <a:pt x="863" y="1886"/>
                  </a:lnTo>
                  <a:cubicBezTo>
                    <a:pt x="1088" y="1886"/>
                    <a:pt x="1270" y="2069"/>
                    <a:pt x="1270" y="2293"/>
                  </a:cubicBezTo>
                  <a:cubicBezTo>
                    <a:pt x="1270" y="2517"/>
                    <a:pt x="1088" y="2700"/>
                    <a:pt x="863" y="2700"/>
                  </a:cubicBezTo>
                  <a:lnTo>
                    <a:pt x="625" y="2700"/>
                  </a:lnTo>
                  <a:cubicBezTo>
                    <a:pt x="444" y="2700"/>
                    <a:pt x="297" y="2553"/>
                    <a:pt x="297" y="2372"/>
                  </a:cubicBezTo>
                  <a:cubicBezTo>
                    <a:pt x="297" y="2290"/>
                    <a:pt x="231" y="2223"/>
                    <a:pt x="149" y="2223"/>
                  </a:cubicBezTo>
                  <a:cubicBezTo>
                    <a:pt x="66" y="2223"/>
                    <a:pt x="0" y="2290"/>
                    <a:pt x="0" y="2372"/>
                  </a:cubicBezTo>
                  <a:cubicBezTo>
                    <a:pt x="0" y="2717"/>
                    <a:pt x="280" y="2998"/>
                    <a:pt x="625" y="2998"/>
                  </a:cubicBezTo>
                  <a:lnTo>
                    <a:pt x="635" y="2998"/>
                  </a:lnTo>
                  <a:lnTo>
                    <a:pt x="635" y="3325"/>
                  </a:lnTo>
                  <a:cubicBezTo>
                    <a:pt x="635" y="3407"/>
                    <a:pt x="702" y="3474"/>
                    <a:pt x="784" y="3474"/>
                  </a:cubicBezTo>
                  <a:cubicBezTo>
                    <a:pt x="866" y="3474"/>
                    <a:pt x="933" y="3407"/>
                    <a:pt x="933" y="3325"/>
                  </a:cubicBezTo>
                  <a:lnTo>
                    <a:pt x="933" y="2994"/>
                  </a:lnTo>
                  <a:cubicBezTo>
                    <a:pt x="1289" y="2959"/>
                    <a:pt x="1568" y="2658"/>
                    <a:pt x="1568" y="2293"/>
                  </a:cubicBezTo>
                  <a:cubicBezTo>
                    <a:pt x="1568" y="1904"/>
                    <a:pt x="1252" y="1588"/>
                    <a:pt x="863" y="1588"/>
                  </a:cubicBezTo>
                  <a:lnTo>
                    <a:pt x="704" y="1588"/>
                  </a:lnTo>
                  <a:cubicBezTo>
                    <a:pt x="480" y="1588"/>
                    <a:pt x="298" y="1406"/>
                    <a:pt x="298" y="1181"/>
                  </a:cubicBezTo>
                  <a:cubicBezTo>
                    <a:pt x="298" y="957"/>
                    <a:pt x="480" y="774"/>
                    <a:pt x="704" y="774"/>
                  </a:cubicBezTo>
                  <a:lnTo>
                    <a:pt x="943" y="774"/>
                  </a:lnTo>
                  <a:cubicBezTo>
                    <a:pt x="1123" y="774"/>
                    <a:pt x="1270" y="921"/>
                    <a:pt x="1270" y="1102"/>
                  </a:cubicBezTo>
                  <a:lnTo>
                    <a:pt x="1270" y="1261"/>
                  </a:lnTo>
                  <a:cubicBezTo>
                    <a:pt x="1270" y="1343"/>
                    <a:pt x="1337" y="1410"/>
                    <a:pt x="1419" y="1410"/>
                  </a:cubicBezTo>
                  <a:close/>
                  <a:moveTo>
                    <a:pt x="1419" y="141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32"/>
            <p:cNvSpPr/>
            <p:nvPr/>
          </p:nvSpPr>
          <p:spPr>
            <a:xfrm>
              <a:off x="1622425" y="1658938"/>
              <a:ext cx="393701" cy="395298"/>
            </a:xfrm>
            <a:custGeom>
              <a:avLst/>
              <a:gdLst/>
              <a:ahLst/>
              <a:cxnLst/>
              <a:rect l="l" t="t" r="r" b="b"/>
              <a:pathLst>
                <a:path w="10143" h="10143" extrusionOk="0">
                  <a:moveTo>
                    <a:pt x="9995" y="4922"/>
                  </a:moveTo>
                  <a:lnTo>
                    <a:pt x="9347" y="4922"/>
                  </a:lnTo>
                  <a:cubicBezTo>
                    <a:pt x="9310" y="3835"/>
                    <a:pt x="8869" y="2819"/>
                    <a:pt x="8096" y="2046"/>
                  </a:cubicBezTo>
                  <a:cubicBezTo>
                    <a:pt x="7324" y="1274"/>
                    <a:pt x="6307" y="833"/>
                    <a:pt x="5221" y="796"/>
                  </a:cubicBezTo>
                  <a:lnTo>
                    <a:pt x="5221" y="148"/>
                  </a:lnTo>
                  <a:cubicBezTo>
                    <a:pt x="5221" y="66"/>
                    <a:pt x="5154" y="0"/>
                    <a:pt x="5072" y="0"/>
                  </a:cubicBezTo>
                  <a:cubicBezTo>
                    <a:pt x="4990" y="0"/>
                    <a:pt x="4923" y="66"/>
                    <a:pt x="4923" y="148"/>
                  </a:cubicBezTo>
                  <a:lnTo>
                    <a:pt x="4923" y="796"/>
                  </a:lnTo>
                  <a:cubicBezTo>
                    <a:pt x="3836" y="833"/>
                    <a:pt x="2820" y="1274"/>
                    <a:pt x="2047" y="2046"/>
                  </a:cubicBezTo>
                  <a:cubicBezTo>
                    <a:pt x="1274" y="2819"/>
                    <a:pt x="834" y="3835"/>
                    <a:pt x="797" y="4922"/>
                  </a:cubicBezTo>
                  <a:lnTo>
                    <a:pt x="149" y="4922"/>
                  </a:lnTo>
                  <a:cubicBezTo>
                    <a:pt x="67" y="4922"/>
                    <a:pt x="0" y="4989"/>
                    <a:pt x="0" y="5071"/>
                  </a:cubicBezTo>
                  <a:cubicBezTo>
                    <a:pt x="0" y="5153"/>
                    <a:pt x="67" y="5220"/>
                    <a:pt x="149" y="5220"/>
                  </a:cubicBezTo>
                  <a:lnTo>
                    <a:pt x="797" y="5220"/>
                  </a:lnTo>
                  <a:cubicBezTo>
                    <a:pt x="834" y="6307"/>
                    <a:pt x="1274" y="7323"/>
                    <a:pt x="2047" y="8096"/>
                  </a:cubicBezTo>
                  <a:cubicBezTo>
                    <a:pt x="2820" y="8869"/>
                    <a:pt x="3836" y="9309"/>
                    <a:pt x="4923" y="9346"/>
                  </a:cubicBezTo>
                  <a:lnTo>
                    <a:pt x="4923" y="9994"/>
                  </a:lnTo>
                  <a:cubicBezTo>
                    <a:pt x="4923" y="10076"/>
                    <a:pt x="4990" y="10143"/>
                    <a:pt x="5072" y="10143"/>
                  </a:cubicBezTo>
                  <a:cubicBezTo>
                    <a:pt x="5154" y="10143"/>
                    <a:pt x="5221" y="10076"/>
                    <a:pt x="5221" y="9994"/>
                  </a:cubicBezTo>
                  <a:lnTo>
                    <a:pt x="5221" y="9346"/>
                  </a:lnTo>
                  <a:cubicBezTo>
                    <a:pt x="6307" y="9309"/>
                    <a:pt x="7324" y="8869"/>
                    <a:pt x="8097" y="8096"/>
                  </a:cubicBezTo>
                  <a:cubicBezTo>
                    <a:pt x="8869" y="7323"/>
                    <a:pt x="9310" y="6307"/>
                    <a:pt x="9347" y="5220"/>
                  </a:cubicBezTo>
                  <a:lnTo>
                    <a:pt x="9995" y="5220"/>
                  </a:lnTo>
                  <a:cubicBezTo>
                    <a:pt x="10077" y="5220"/>
                    <a:pt x="10143" y="5153"/>
                    <a:pt x="10143" y="5071"/>
                  </a:cubicBezTo>
                  <a:cubicBezTo>
                    <a:pt x="10143" y="4989"/>
                    <a:pt x="10077" y="4922"/>
                    <a:pt x="9995" y="4922"/>
                  </a:cubicBezTo>
                  <a:close/>
                  <a:moveTo>
                    <a:pt x="8883" y="5220"/>
                  </a:moveTo>
                  <a:lnTo>
                    <a:pt x="9049" y="5220"/>
                  </a:lnTo>
                  <a:cubicBezTo>
                    <a:pt x="8972" y="7296"/>
                    <a:pt x="7297" y="8971"/>
                    <a:pt x="5221" y="9048"/>
                  </a:cubicBezTo>
                  <a:lnTo>
                    <a:pt x="5221" y="8882"/>
                  </a:lnTo>
                  <a:cubicBezTo>
                    <a:pt x="5221" y="8800"/>
                    <a:pt x="5154" y="8733"/>
                    <a:pt x="5072" y="8733"/>
                  </a:cubicBezTo>
                  <a:cubicBezTo>
                    <a:pt x="4990" y="8733"/>
                    <a:pt x="4923" y="8800"/>
                    <a:pt x="4923" y="8882"/>
                  </a:cubicBezTo>
                  <a:lnTo>
                    <a:pt x="4923" y="9048"/>
                  </a:lnTo>
                  <a:cubicBezTo>
                    <a:pt x="2847" y="8971"/>
                    <a:pt x="1172" y="7296"/>
                    <a:pt x="1095" y="5220"/>
                  </a:cubicBezTo>
                  <a:lnTo>
                    <a:pt x="1261" y="5220"/>
                  </a:lnTo>
                  <a:cubicBezTo>
                    <a:pt x="1343" y="5220"/>
                    <a:pt x="1410" y="5153"/>
                    <a:pt x="1410" y="5071"/>
                  </a:cubicBezTo>
                  <a:cubicBezTo>
                    <a:pt x="1410" y="4989"/>
                    <a:pt x="1343" y="4922"/>
                    <a:pt x="1261" y="4922"/>
                  </a:cubicBezTo>
                  <a:lnTo>
                    <a:pt x="1095" y="4922"/>
                  </a:lnTo>
                  <a:cubicBezTo>
                    <a:pt x="1172" y="2846"/>
                    <a:pt x="2847" y="1171"/>
                    <a:pt x="4923" y="1094"/>
                  </a:cubicBezTo>
                  <a:lnTo>
                    <a:pt x="4923" y="1260"/>
                  </a:lnTo>
                  <a:cubicBezTo>
                    <a:pt x="4923" y="1342"/>
                    <a:pt x="4990" y="1409"/>
                    <a:pt x="5072" y="1409"/>
                  </a:cubicBezTo>
                  <a:cubicBezTo>
                    <a:pt x="5154" y="1409"/>
                    <a:pt x="5221" y="1342"/>
                    <a:pt x="5221" y="1260"/>
                  </a:cubicBezTo>
                  <a:lnTo>
                    <a:pt x="5221" y="1094"/>
                  </a:lnTo>
                  <a:cubicBezTo>
                    <a:pt x="7297" y="1171"/>
                    <a:pt x="8972" y="2846"/>
                    <a:pt x="9049" y="4922"/>
                  </a:cubicBezTo>
                  <a:lnTo>
                    <a:pt x="8883" y="4922"/>
                  </a:lnTo>
                  <a:cubicBezTo>
                    <a:pt x="8801" y="4922"/>
                    <a:pt x="8734" y="4989"/>
                    <a:pt x="8734" y="5071"/>
                  </a:cubicBezTo>
                  <a:cubicBezTo>
                    <a:pt x="8734" y="5153"/>
                    <a:pt x="8801" y="5220"/>
                    <a:pt x="8883" y="5220"/>
                  </a:cubicBezTo>
                  <a:close/>
                  <a:moveTo>
                    <a:pt x="8883" y="522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0" name="Google Shape;2250;p32"/>
          <p:cNvGrpSpPr/>
          <p:nvPr/>
        </p:nvGrpSpPr>
        <p:grpSpPr>
          <a:xfrm>
            <a:off x="1777910" y="1969918"/>
            <a:ext cx="322258" cy="395293"/>
            <a:chOff x="906463" y="1657350"/>
            <a:chExt cx="322258" cy="395293"/>
          </a:xfrm>
        </p:grpSpPr>
        <p:sp>
          <p:nvSpPr>
            <p:cNvPr id="2251" name="Google Shape;2251;p32"/>
            <p:cNvSpPr/>
            <p:nvPr/>
          </p:nvSpPr>
          <p:spPr>
            <a:xfrm>
              <a:off x="1114425" y="17494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" h="23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32"/>
            <p:cNvSpPr/>
            <p:nvPr/>
          </p:nvSpPr>
          <p:spPr>
            <a:xfrm>
              <a:off x="1003300" y="17494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" h="23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  <a:moveTo>
                    <a:pt x="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32"/>
            <p:cNvSpPr/>
            <p:nvPr/>
          </p:nvSpPr>
          <p:spPr>
            <a:xfrm>
              <a:off x="906463" y="1657350"/>
              <a:ext cx="322258" cy="395293"/>
            </a:xfrm>
            <a:custGeom>
              <a:avLst/>
              <a:gdLst/>
              <a:ahLst/>
              <a:cxnLst/>
              <a:rect l="l" t="t" r="r" b="b"/>
              <a:pathLst>
                <a:path w="8296" h="10167" extrusionOk="0">
                  <a:moveTo>
                    <a:pt x="8200" y="3083"/>
                  </a:moveTo>
                  <a:cubicBezTo>
                    <a:pt x="8134" y="2977"/>
                    <a:pt x="8030" y="2903"/>
                    <a:pt x="7908" y="2875"/>
                  </a:cubicBezTo>
                  <a:lnTo>
                    <a:pt x="7265" y="2728"/>
                  </a:lnTo>
                  <a:lnTo>
                    <a:pt x="7562" y="2644"/>
                  </a:lnTo>
                  <a:cubicBezTo>
                    <a:pt x="7808" y="2576"/>
                    <a:pt x="7956" y="2313"/>
                    <a:pt x="7887" y="2066"/>
                  </a:cubicBezTo>
                  <a:cubicBezTo>
                    <a:pt x="7818" y="1820"/>
                    <a:pt x="7556" y="1672"/>
                    <a:pt x="7309" y="1741"/>
                  </a:cubicBezTo>
                  <a:lnTo>
                    <a:pt x="5925" y="2129"/>
                  </a:lnTo>
                  <a:cubicBezTo>
                    <a:pt x="5889" y="2063"/>
                    <a:pt x="5838" y="2007"/>
                    <a:pt x="5776" y="1965"/>
                  </a:cubicBezTo>
                  <a:cubicBezTo>
                    <a:pt x="6057" y="1442"/>
                    <a:pt x="6461" y="555"/>
                    <a:pt x="6461" y="173"/>
                  </a:cubicBezTo>
                  <a:cubicBezTo>
                    <a:pt x="6461" y="80"/>
                    <a:pt x="6374" y="8"/>
                    <a:pt x="6282" y="27"/>
                  </a:cubicBezTo>
                  <a:cubicBezTo>
                    <a:pt x="5733" y="138"/>
                    <a:pt x="5221" y="189"/>
                    <a:pt x="4717" y="183"/>
                  </a:cubicBezTo>
                  <a:cubicBezTo>
                    <a:pt x="4199" y="178"/>
                    <a:pt x="3555" y="113"/>
                    <a:pt x="3150" y="27"/>
                  </a:cubicBezTo>
                  <a:cubicBezTo>
                    <a:pt x="3025" y="0"/>
                    <a:pt x="2924" y="140"/>
                    <a:pt x="2990" y="250"/>
                  </a:cubicBezTo>
                  <a:cubicBezTo>
                    <a:pt x="3089" y="415"/>
                    <a:pt x="3150" y="589"/>
                    <a:pt x="3183" y="764"/>
                  </a:cubicBezTo>
                  <a:cubicBezTo>
                    <a:pt x="2675" y="779"/>
                    <a:pt x="2148" y="718"/>
                    <a:pt x="1749" y="518"/>
                  </a:cubicBezTo>
                  <a:cubicBezTo>
                    <a:pt x="1641" y="465"/>
                    <a:pt x="1515" y="559"/>
                    <a:pt x="1534" y="677"/>
                  </a:cubicBezTo>
                  <a:cubicBezTo>
                    <a:pt x="1660" y="1430"/>
                    <a:pt x="1913" y="1871"/>
                    <a:pt x="2166" y="2204"/>
                  </a:cubicBezTo>
                  <a:lnTo>
                    <a:pt x="2161" y="2204"/>
                  </a:lnTo>
                  <a:cubicBezTo>
                    <a:pt x="1902" y="2204"/>
                    <a:pt x="1692" y="2415"/>
                    <a:pt x="1692" y="2673"/>
                  </a:cubicBezTo>
                  <a:cubicBezTo>
                    <a:pt x="1692" y="2911"/>
                    <a:pt x="1870" y="3108"/>
                    <a:pt x="2100" y="3138"/>
                  </a:cubicBezTo>
                  <a:cubicBezTo>
                    <a:pt x="1932" y="3418"/>
                    <a:pt x="1693" y="3685"/>
                    <a:pt x="1442" y="3964"/>
                  </a:cubicBezTo>
                  <a:cubicBezTo>
                    <a:pt x="907" y="4558"/>
                    <a:pt x="302" y="5231"/>
                    <a:pt x="98" y="6318"/>
                  </a:cubicBezTo>
                  <a:cubicBezTo>
                    <a:pt x="0" y="6837"/>
                    <a:pt x="4" y="7324"/>
                    <a:pt x="108" y="7764"/>
                  </a:cubicBezTo>
                  <a:cubicBezTo>
                    <a:pt x="205" y="8174"/>
                    <a:pt x="389" y="8546"/>
                    <a:pt x="657" y="8868"/>
                  </a:cubicBezTo>
                  <a:cubicBezTo>
                    <a:pt x="1012" y="9296"/>
                    <a:pt x="1500" y="9628"/>
                    <a:pt x="2106" y="9854"/>
                  </a:cubicBezTo>
                  <a:cubicBezTo>
                    <a:pt x="2653" y="10059"/>
                    <a:pt x="3279" y="10167"/>
                    <a:pt x="3917" y="10167"/>
                  </a:cubicBezTo>
                  <a:cubicBezTo>
                    <a:pt x="4555" y="10167"/>
                    <a:pt x="5181" y="10059"/>
                    <a:pt x="5728" y="9854"/>
                  </a:cubicBezTo>
                  <a:cubicBezTo>
                    <a:pt x="6334" y="9628"/>
                    <a:pt x="6822" y="9296"/>
                    <a:pt x="7177" y="8868"/>
                  </a:cubicBezTo>
                  <a:cubicBezTo>
                    <a:pt x="7445" y="8546"/>
                    <a:pt x="7629" y="8174"/>
                    <a:pt x="7726" y="7764"/>
                  </a:cubicBezTo>
                  <a:cubicBezTo>
                    <a:pt x="7830" y="7324"/>
                    <a:pt x="7834" y="6837"/>
                    <a:pt x="7736" y="6318"/>
                  </a:cubicBezTo>
                  <a:cubicBezTo>
                    <a:pt x="7532" y="5231"/>
                    <a:pt x="6927" y="4558"/>
                    <a:pt x="6392" y="3964"/>
                  </a:cubicBezTo>
                  <a:cubicBezTo>
                    <a:pt x="6211" y="3762"/>
                    <a:pt x="6038" y="3570"/>
                    <a:pt x="5894" y="3375"/>
                  </a:cubicBezTo>
                  <a:lnTo>
                    <a:pt x="7698" y="3789"/>
                  </a:lnTo>
                  <a:cubicBezTo>
                    <a:pt x="7889" y="3833"/>
                    <a:pt x="8093" y="3750"/>
                    <a:pt x="8198" y="3585"/>
                  </a:cubicBezTo>
                  <a:cubicBezTo>
                    <a:pt x="8295" y="3433"/>
                    <a:pt x="8296" y="3235"/>
                    <a:pt x="8200" y="3083"/>
                  </a:cubicBezTo>
                  <a:close/>
                  <a:moveTo>
                    <a:pt x="4714" y="483"/>
                  </a:moveTo>
                  <a:cubicBezTo>
                    <a:pt x="5175" y="488"/>
                    <a:pt x="5641" y="447"/>
                    <a:pt x="6134" y="360"/>
                  </a:cubicBezTo>
                  <a:cubicBezTo>
                    <a:pt x="6043" y="729"/>
                    <a:pt x="5753" y="1386"/>
                    <a:pt x="5478" y="1886"/>
                  </a:cubicBezTo>
                  <a:cubicBezTo>
                    <a:pt x="5287" y="1901"/>
                    <a:pt x="5128" y="2029"/>
                    <a:pt x="5069" y="2204"/>
                  </a:cubicBezTo>
                  <a:lnTo>
                    <a:pt x="4654" y="2204"/>
                  </a:lnTo>
                  <a:cubicBezTo>
                    <a:pt x="4644" y="2184"/>
                    <a:pt x="4634" y="2162"/>
                    <a:pt x="4622" y="2137"/>
                  </a:cubicBezTo>
                  <a:cubicBezTo>
                    <a:pt x="4494" y="1864"/>
                    <a:pt x="4226" y="1296"/>
                    <a:pt x="4226" y="812"/>
                  </a:cubicBezTo>
                  <a:cubicBezTo>
                    <a:pt x="4226" y="719"/>
                    <a:pt x="4139" y="647"/>
                    <a:pt x="4047" y="665"/>
                  </a:cubicBezTo>
                  <a:cubicBezTo>
                    <a:pt x="3873" y="700"/>
                    <a:pt x="3681" y="728"/>
                    <a:pt x="3482" y="746"/>
                  </a:cubicBezTo>
                  <a:cubicBezTo>
                    <a:pt x="3461" y="621"/>
                    <a:pt x="3429" y="496"/>
                    <a:pt x="3382" y="373"/>
                  </a:cubicBezTo>
                  <a:cubicBezTo>
                    <a:pt x="3784" y="435"/>
                    <a:pt x="4290" y="478"/>
                    <a:pt x="4714" y="483"/>
                  </a:cubicBezTo>
                  <a:close/>
                  <a:moveTo>
                    <a:pt x="5683" y="2354"/>
                  </a:moveTo>
                  <a:lnTo>
                    <a:pt x="5683" y="2992"/>
                  </a:lnTo>
                  <a:cubicBezTo>
                    <a:pt x="5683" y="3086"/>
                    <a:pt x="5607" y="3162"/>
                    <a:pt x="5514" y="3162"/>
                  </a:cubicBezTo>
                  <a:cubicBezTo>
                    <a:pt x="5420" y="3162"/>
                    <a:pt x="5344" y="3086"/>
                    <a:pt x="5344" y="2992"/>
                  </a:cubicBezTo>
                  <a:lnTo>
                    <a:pt x="5344" y="2354"/>
                  </a:lnTo>
                  <a:cubicBezTo>
                    <a:pt x="5344" y="2260"/>
                    <a:pt x="5420" y="2184"/>
                    <a:pt x="5514" y="2184"/>
                  </a:cubicBezTo>
                  <a:cubicBezTo>
                    <a:pt x="5607" y="2184"/>
                    <a:pt x="5683" y="2260"/>
                    <a:pt x="5683" y="2354"/>
                  </a:cubicBezTo>
                  <a:close/>
                  <a:moveTo>
                    <a:pt x="1883" y="897"/>
                  </a:moveTo>
                  <a:cubicBezTo>
                    <a:pt x="2257" y="1025"/>
                    <a:pt x="2718" y="1082"/>
                    <a:pt x="3215" y="1064"/>
                  </a:cubicBezTo>
                  <a:lnTo>
                    <a:pt x="3511" y="1046"/>
                  </a:lnTo>
                  <a:cubicBezTo>
                    <a:pt x="3651" y="1033"/>
                    <a:pt x="3793" y="1014"/>
                    <a:pt x="3936" y="990"/>
                  </a:cubicBezTo>
                  <a:cubicBezTo>
                    <a:pt x="3983" y="1453"/>
                    <a:pt x="4195" y="1929"/>
                    <a:pt x="4323" y="2204"/>
                  </a:cubicBezTo>
                  <a:lnTo>
                    <a:pt x="2548" y="2204"/>
                  </a:lnTo>
                  <a:cubicBezTo>
                    <a:pt x="2545" y="2199"/>
                    <a:pt x="2541" y="2194"/>
                    <a:pt x="2537" y="2189"/>
                  </a:cubicBezTo>
                  <a:cubicBezTo>
                    <a:pt x="2287" y="1888"/>
                    <a:pt x="2033" y="1539"/>
                    <a:pt x="1883" y="897"/>
                  </a:cubicBezTo>
                  <a:close/>
                  <a:moveTo>
                    <a:pt x="6170" y="4164"/>
                  </a:moveTo>
                  <a:cubicBezTo>
                    <a:pt x="6678" y="4729"/>
                    <a:pt x="7254" y="5368"/>
                    <a:pt x="7442" y="6373"/>
                  </a:cubicBezTo>
                  <a:cubicBezTo>
                    <a:pt x="7615" y="7297"/>
                    <a:pt x="7449" y="8072"/>
                    <a:pt x="6947" y="8677"/>
                  </a:cubicBezTo>
                  <a:cubicBezTo>
                    <a:pt x="6328" y="9422"/>
                    <a:pt x="5195" y="9867"/>
                    <a:pt x="3917" y="9867"/>
                  </a:cubicBezTo>
                  <a:cubicBezTo>
                    <a:pt x="2639" y="9867"/>
                    <a:pt x="1506" y="9422"/>
                    <a:pt x="887" y="8677"/>
                  </a:cubicBezTo>
                  <a:cubicBezTo>
                    <a:pt x="385" y="8072"/>
                    <a:pt x="219" y="7297"/>
                    <a:pt x="392" y="6373"/>
                  </a:cubicBezTo>
                  <a:cubicBezTo>
                    <a:pt x="580" y="5368"/>
                    <a:pt x="1156" y="4729"/>
                    <a:pt x="1664" y="4164"/>
                  </a:cubicBezTo>
                  <a:cubicBezTo>
                    <a:pt x="1968" y="3826"/>
                    <a:pt x="2255" y="3507"/>
                    <a:pt x="2439" y="3142"/>
                  </a:cubicBezTo>
                  <a:lnTo>
                    <a:pt x="2804" y="3142"/>
                  </a:lnTo>
                  <a:cubicBezTo>
                    <a:pt x="2887" y="3142"/>
                    <a:pt x="2954" y="3075"/>
                    <a:pt x="2954" y="2992"/>
                  </a:cubicBezTo>
                  <a:cubicBezTo>
                    <a:pt x="2954" y="2910"/>
                    <a:pt x="2887" y="2843"/>
                    <a:pt x="2804" y="2843"/>
                  </a:cubicBezTo>
                  <a:lnTo>
                    <a:pt x="2161" y="2843"/>
                  </a:lnTo>
                  <a:cubicBezTo>
                    <a:pt x="2067" y="2843"/>
                    <a:pt x="1991" y="2767"/>
                    <a:pt x="1991" y="2673"/>
                  </a:cubicBezTo>
                  <a:cubicBezTo>
                    <a:pt x="1991" y="2580"/>
                    <a:pt x="2067" y="2503"/>
                    <a:pt x="2161" y="2503"/>
                  </a:cubicBezTo>
                  <a:lnTo>
                    <a:pt x="5045" y="2503"/>
                  </a:lnTo>
                  <a:lnTo>
                    <a:pt x="5045" y="2843"/>
                  </a:lnTo>
                  <a:lnTo>
                    <a:pt x="3518" y="2843"/>
                  </a:lnTo>
                  <a:cubicBezTo>
                    <a:pt x="3435" y="2843"/>
                    <a:pt x="3368" y="2910"/>
                    <a:pt x="3368" y="2992"/>
                  </a:cubicBezTo>
                  <a:cubicBezTo>
                    <a:pt x="3368" y="3075"/>
                    <a:pt x="3435" y="3142"/>
                    <a:pt x="3518" y="3142"/>
                  </a:cubicBezTo>
                  <a:lnTo>
                    <a:pt x="5069" y="3142"/>
                  </a:lnTo>
                  <a:cubicBezTo>
                    <a:pt x="5132" y="3327"/>
                    <a:pt x="5307" y="3461"/>
                    <a:pt x="5513" y="3461"/>
                  </a:cubicBezTo>
                  <a:cubicBezTo>
                    <a:pt x="5537" y="3461"/>
                    <a:pt x="5561" y="3460"/>
                    <a:pt x="5584" y="3456"/>
                  </a:cubicBezTo>
                  <a:cubicBezTo>
                    <a:pt x="5751" y="3698"/>
                    <a:pt x="5954" y="3925"/>
                    <a:pt x="6170" y="4164"/>
                  </a:cubicBezTo>
                  <a:close/>
                  <a:moveTo>
                    <a:pt x="5983" y="2423"/>
                  </a:moveTo>
                  <a:lnTo>
                    <a:pt x="7390" y="2029"/>
                  </a:lnTo>
                  <a:cubicBezTo>
                    <a:pt x="7479" y="2004"/>
                    <a:pt x="7574" y="2058"/>
                    <a:pt x="7599" y="2147"/>
                  </a:cubicBezTo>
                  <a:cubicBezTo>
                    <a:pt x="7624" y="2236"/>
                    <a:pt x="7570" y="2331"/>
                    <a:pt x="7481" y="2356"/>
                  </a:cubicBezTo>
                  <a:lnTo>
                    <a:pt x="6677" y="2581"/>
                  </a:lnTo>
                  <a:cubicBezTo>
                    <a:pt x="6670" y="2583"/>
                    <a:pt x="6664" y="2585"/>
                    <a:pt x="6658" y="2588"/>
                  </a:cubicBezTo>
                  <a:lnTo>
                    <a:pt x="5983" y="2433"/>
                  </a:lnTo>
                  <a:lnTo>
                    <a:pt x="5983" y="2423"/>
                  </a:lnTo>
                  <a:close/>
                  <a:moveTo>
                    <a:pt x="7968" y="3370"/>
                  </a:moveTo>
                  <a:cubicBezTo>
                    <a:pt x="7947" y="3461"/>
                    <a:pt x="7856" y="3519"/>
                    <a:pt x="7765" y="3498"/>
                  </a:cubicBezTo>
                  <a:lnTo>
                    <a:pt x="5973" y="3086"/>
                  </a:lnTo>
                  <a:cubicBezTo>
                    <a:pt x="5979" y="3056"/>
                    <a:pt x="5983" y="3024"/>
                    <a:pt x="5983" y="2992"/>
                  </a:cubicBezTo>
                  <a:lnTo>
                    <a:pt x="5983" y="2740"/>
                  </a:lnTo>
                  <a:lnTo>
                    <a:pt x="7841" y="3167"/>
                  </a:lnTo>
                  <a:cubicBezTo>
                    <a:pt x="7931" y="3188"/>
                    <a:pt x="7989" y="3280"/>
                    <a:pt x="7968" y="3370"/>
                  </a:cubicBezTo>
                  <a:close/>
                  <a:moveTo>
                    <a:pt x="7968" y="33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32"/>
            <p:cNvSpPr/>
            <p:nvPr/>
          </p:nvSpPr>
          <p:spPr>
            <a:xfrm>
              <a:off x="1006475" y="1806575"/>
              <a:ext cx="104776" cy="209546"/>
            </a:xfrm>
            <a:custGeom>
              <a:avLst/>
              <a:gdLst/>
              <a:ahLst/>
              <a:cxnLst/>
              <a:rect l="l" t="t" r="r" b="b"/>
              <a:pathLst>
                <a:path w="2694" h="5408" extrusionOk="0">
                  <a:moveTo>
                    <a:pt x="2305" y="2374"/>
                  </a:moveTo>
                  <a:cubicBezTo>
                    <a:pt x="2520" y="2374"/>
                    <a:pt x="2694" y="2200"/>
                    <a:pt x="2694" y="1985"/>
                  </a:cubicBezTo>
                  <a:lnTo>
                    <a:pt x="2694" y="1746"/>
                  </a:lnTo>
                  <a:cubicBezTo>
                    <a:pt x="2694" y="1186"/>
                    <a:pt x="2276" y="721"/>
                    <a:pt x="1736" y="648"/>
                  </a:cubicBezTo>
                  <a:lnTo>
                    <a:pt x="1736" y="389"/>
                  </a:lnTo>
                  <a:cubicBezTo>
                    <a:pt x="1736" y="174"/>
                    <a:pt x="1562" y="0"/>
                    <a:pt x="1347" y="0"/>
                  </a:cubicBezTo>
                  <a:cubicBezTo>
                    <a:pt x="1132" y="0"/>
                    <a:pt x="958" y="174"/>
                    <a:pt x="958" y="389"/>
                  </a:cubicBezTo>
                  <a:lnTo>
                    <a:pt x="958" y="668"/>
                  </a:lnTo>
                  <a:cubicBezTo>
                    <a:pt x="403" y="792"/>
                    <a:pt x="0" y="1285"/>
                    <a:pt x="0" y="1866"/>
                  </a:cubicBezTo>
                  <a:cubicBezTo>
                    <a:pt x="0" y="2542"/>
                    <a:pt x="551" y="3093"/>
                    <a:pt x="1227" y="3093"/>
                  </a:cubicBezTo>
                  <a:lnTo>
                    <a:pt x="1467" y="3093"/>
                  </a:lnTo>
                  <a:cubicBezTo>
                    <a:pt x="1714" y="3093"/>
                    <a:pt x="1916" y="3294"/>
                    <a:pt x="1916" y="3542"/>
                  </a:cubicBezTo>
                  <a:cubicBezTo>
                    <a:pt x="1916" y="3790"/>
                    <a:pt x="1714" y="3991"/>
                    <a:pt x="1467" y="3991"/>
                  </a:cubicBezTo>
                  <a:lnTo>
                    <a:pt x="1108" y="3991"/>
                  </a:lnTo>
                  <a:cubicBezTo>
                    <a:pt x="926" y="3991"/>
                    <a:pt x="778" y="3843"/>
                    <a:pt x="778" y="3662"/>
                  </a:cubicBezTo>
                  <a:cubicBezTo>
                    <a:pt x="778" y="3447"/>
                    <a:pt x="604" y="3272"/>
                    <a:pt x="389" y="3272"/>
                  </a:cubicBezTo>
                  <a:cubicBezTo>
                    <a:pt x="174" y="3272"/>
                    <a:pt x="0" y="3447"/>
                    <a:pt x="0" y="3662"/>
                  </a:cubicBezTo>
                  <a:cubicBezTo>
                    <a:pt x="0" y="4222"/>
                    <a:pt x="418" y="4686"/>
                    <a:pt x="958" y="4759"/>
                  </a:cubicBezTo>
                  <a:lnTo>
                    <a:pt x="958" y="5019"/>
                  </a:lnTo>
                  <a:cubicBezTo>
                    <a:pt x="958" y="5233"/>
                    <a:pt x="1132" y="5408"/>
                    <a:pt x="1347" y="5408"/>
                  </a:cubicBezTo>
                  <a:cubicBezTo>
                    <a:pt x="1562" y="5408"/>
                    <a:pt x="1736" y="5233"/>
                    <a:pt x="1736" y="5019"/>
                  </a:cubicBezTo>
                  <a:lnTo>
                    <a:pt x="1736" y="4739"/>
                  </a:lnTo>
                  <a:cubicBezTo>
                    <a:pt x="2291" y="4616"/>
                    <a:pt x="2694" y="4123"/>
                    <a:pt x="2694" y="3542"/>
                  </a:cubicBezTo>
                  <a:cubicBezTo>
                    <a:pt x="2694" y="2865"/>
                    <a:pt x="2144" y="2315"/>
                    <a:pt x="1467" y="2315"/>
                  </a:cubicBezTo>
                  <a:lnTo>
                    <a:pt x="1227" y="2315"/>
                  </a:lnTo>
                  <a:cubicBezTo>
                    <a:pt x="980" y="2315"/>
                    <a:pt x="778" y="2113"/>
                    <a:pt x="778" y="1866"/>
                  </a:cubicBezTo>
                  <a:cubicBezTo>
                    <a:pt x="778" y="1618"/>
                    <a:pt x="980" y="1417"/>
                    <a:pt x="1227" y="1417"/>
                  </a:cubicBezTo>
                  <a:lnTo>
                    <a:pt x="1587" y="1417"/>
                  </a:lnTo>
                  <a:cubicBezTo>
                    <a:pt x="1768" y="1417"/>
                    <a:pt x="1916" y="1564"/>
                    <a:pt x="1916" y="1746"/>
                  </a:cubicBezTo>
                  <a:lnTo>
                    <a:pt x="1916" y="1985"/>
                  </a:lnTo>
                  <a:cubicBezTo>
                    <a:pt x="1916" y="2200"/>
                    <a:pt x="2090" y="2374"/>
                    <a:pt x="2305" y="2374"/>
                  </a:cubicBezTo>
                  <a:close/>
                  <a:moveTo>
                    <a:pt x="1587" y="1117"/>
                  </a:moveTo>
                  <a:lnTo>
                    <a:pt x="1227" y="1117"/>
                  </a:lnTo>
                  <a:cubicBezTo>
                    <a:pt x="815" y="1117"/>
                    <a:pt x="479" y="1453"/>
                    <a:pt x="479" y="1866"/>
                  </a:cubicBezTo>
                  <a:cubicBezTo>
                    <a:pt x="479" y="2278"/>
                    <a:pt x="815" y="2614"/>
                    <a:pt x="1227" y="2614"/>
                  </a:cubicBezTo>
                  <a:lnTo>
                    <a:pt x="1467" y="2614"/>
                  </a:lnTo>
                  <a:cubicBezTo>
                    <a:pt x="1978" y="2614"/>
                    <a:pt x="2395" y="3030"/>
                    <a:pt x="2395" y="3542"/>
                  </a:cubicBezTo>
                  <a:cubicBezTo>
                    <a:pt x="2395" y="4015"/>
                    <a:pt x="2040" y="4412"/>
                    <a:pt x="1570" y="4464"/>
                  </a:cubicBezTo>
                  <a:cubicBezTo>
                    <a:pt x="1494" y="4472"/>
                    <a:pt x="1437" y="4536"/>
                    <a:pt x="1437" y="4613"/>
                  </a:cubicBezTo>
                  <a:lnTo>
                    <a:pt x="1437" y="5019"/>
                  </a:lnTo>
                  <a:cubicBezTo>
                    <a:pt x="1437" y="5068"/>
                    <a:pt x="1397" y="5108"/>
                    <a:pt x="1347" y="5108"/>
                  </a:cubicBezTo>
                  <a:cubicBezTo>
                    <a:pt x="1298" y="5108"/>
                    <a:pt x="1257" y="5068"/>
                    <a:pt x="1257" y="5019"/>
                  </a:cubicBezTo>
                  <a:lnTo>
                    <a:pt x="1257" y="4620"/>
                  </a:lnTo>
                  <a:cubicBezTo>
                    <a:pt x="1257" y="4537"/>
                    <a:pt x="1190" y="4470"/>
                    <a:pt x="1108" y="4470"/>
                  </a:cubicBezTo>
                  <a:cubicBezTo>
                    <a:pt x="662" y="4470"/>
                    <a:pt x="299" y="4107"/>
                    <a:pt x="299" y="3662"/>
                  </a:cubicBezTo>
                  <a:cubicBezTo>
                    <a:pt x="299" y="3612"/>
                    <a:pt x="340" y="3572"/>
                    <a:pt x="389" y="3572"/>
                  </a:cubicBezTo>
                  <a:cubicBezTo>
                    <a:pt x="439" y="3572"/>
                    <a:pt x="479" y="3612"/>
                    <a:pt x="479" y="3662"/>
                  </a:cubicBezTo>
                  <a:cubicBezTo>
                    <a:pt x="479" y="4008"/>
                    <a:pt x="761" y="4290"/>
                    <a:pt x="1108" y="4290"/>
                  </a:cubicBezTo>
                  <a:lnTo>
                    <a:pt x="1467" y="4290"/>
                  </a:lnTo>
                  <a:cubicBezTo>
                    <a:pt x="1879" y="4290"/>
                    <a:pt x="2215" y="3955"/>
                    <a:pt x="2215" y="3542"/>
                  </a:cubicBezTo>
                  <a:cubicBezTo>
                    <a:pt x="2215" y="3129"/>
                    <a:pt x="1879" y="2793"/>
                    <a:pt x="1467" y="2793"/>
                  </a:cubicBezTo>
                  <a:lnTo>
                    <a:pt x="1227" y="2793"/>
                  </a:lnTo>
                  <a:cubicBezTo>
                    <a:pt x="716" y="2793"/>
                    <a:pt x="299" y="2377"/>
                    <a:pt x="299" y="1866"/>
                  </a:cubicBezTo>
                  <a:cubicBezTo>
                    <a:pt x="299" y="1392"/>
                    <a:pt x="654" y="996"/>
                    <a:pt x="1124" y="944"/>
                  </a:cubicBezTo>
                  <a:cubicBezTo>
                    <a:pt x="1200" y="935"/>
                    <a:pt x="1257" y="871"/>
                    <a:pt x="1257" y="795"/>
                  </a:cubicBezTo>
                  <a:lnTo>
                    <a:pt x="1257" y="389"/>
                  </a:lnTo>
                  <a:cubicBezTo>
                    <a:pt x="1257" y="339"/>
                    <a:pt x="1297" y="299"/>
                    <a:pt x="1347" y="299"/>
                  </a:cubicBezTo>
                  <a:cubicBezTo>
                    <a:pt x="1397" y="299"/>
                    <a:pt x="1437" y="339"/>
                    <a:pt x="1437" y="389"/>
                  </a:cubicBezTo>
                  <a:lnTo>
                    <a:pt x="1437" y="788"/>
                  </a:lnTo>
                  <a:cubicBezTo>
                    <a:pt x="1437" y="871"/>
                    <a:pt x="1504" y="938"/>
                    <a:pt x="1587" y="938"/>
                  </a:cubicBezTo>
                  <a:cubicBezTo>
                    <a:pt x="2032" y="938"/>
                    <a:pt x="2395" y="1300"/>
                    <a:pt x="2395" y="1746"/>
                  </a:cubicBezTo>
                  <a:lnTo>
                    <a:pt x="2395" y="1985"/>
                  </a:lnTo>
                  <a:cubicBezTo>
                    <a:pt x="2395" y="2035"/>
                    <a:pt x="2354" y="2075"/>
                    <a:pt x="2305" y="2075"/>
                  </a:cubicBezTo>
                  <a:cubicBezTo>
                    <a:pt x="2255" y="2075"/>
                    <a:pt x="2215" y="2035"/>
                    <a:pt x="2215" y="1985"/>
                  </a:cubicBezTo>
                  <a:lnTo>
                    <a:pt x="2215" y="1746"/>
                  </a:lnTo>
                  <a:cubicBezTo>
                    <a:pt x="2215" y="1399"/>
                    <a:pt x="1933" y="1117"/>
                    <a:pt x="1587" y="1117"/>
                  </a:cubicBezTo>
                  <a:close/>
                  <a:moveTo>
                    <a:pt x="1587" y="111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5" name="Google Shape;2255;p32"/>
          <p:cNvSpPr/>
          <p:nvPr/>
        </p:nvSpPr>
        <p:spPr>
          <a:xfrm>
            <a:off x="7326497" y="-644372"/>
            <a:ext cx="2187200" cy="2575531"/>
          </a:xfrm>
          <a:custGeom>
            <a:avLst/>
            <a:gdLst/>
            <a:ahLst/>
            <a:cxnLst/>
            <a:rect l="l" t="t" r="r" b="b"/>
            <a:pathLst>
              <a:path w="50016" h="58876" extrusionOk="0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33"/>
          <p:cNvSpPr txBox="1">
            <a:spLocks noGrp="1"/>
          </p:cNvSpPr>
          <p:nvPr>
            <p:ph type="subTitle" idx="4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261" name="Google Shape;2261;p33"/>
          <p:cNvSpPr txBox="1">
            <a:spLocks noGrp="1"/>
          </p:cNvSpPr>
          <p:nvPr>
            <p:ph type="subTitle" idx="5"/>
          </p:nvPr>
        </p:nvSpPr>
        <p:spPr>
          <a:xfrm>
            <a:off x="6067800" y="2709450"/>
            <a:ext cx="2279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262" name="Google Shape;2262;p33"/>
          <p:cNvSpPr txBox="1">
            <a:spLocks noGrp="1"/>
          </p:cNvSpPr>
          <p:nvPr>
            <p:ph type="subTitle" idx="6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500"/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263" name="Google Shape;2263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Three columns</a:t>
            </a:r>
            <a:endParaRPr/>
          </a:p>
        </p:txBody>
      </p:sp>
      <p:sp>
        <p:nvSpPr>
          <p:cNvPr id="2264" name="Google Shape;2264;p33"/>
          <p:cNvSpPr/>
          <p:nvPr/>
        </p:nvSpPr>
        <p:spPr>
          <a:xfrm>
            <a:off x="924931" y="199351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33"/>
          <p:cNvSpPr/>
          <p:nvPr/>
        </p:nvSpPr>
        <p:spPr>
          <a:xfrm>
            <a:off x="3511183" y="199351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33"/>
          <p:cNvSpPr/>
          <p:nvPr/>
        </p:nvSpPr>
        <p:spPr>
          <a:xfrm>
            <a:off x="6152027" y="1993516"/>
            <a:ext cx="634500" cy="634500"/>
          </a:xfrm>
          <a:prstGeom prst="round1Rect">
            <a:avLst>
              <a:gd name="adj" fmla="val 317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7" name="Google Shape;2267;p33"/>
          <p:cNvGrpSpPr/>
          <p:nvPr/>
        </p:nvGrpSpPr>
        <p:grpSpPr>
          <a:xfrm>
            <a:off x="6260278" y="2107779"/>
            <a:ext cx="393700" cy="396886"/>
            <a:chOff x="3984625" y="1658938"/>
            <a:chExt cx="393700" cy="396886"/>
          </a:xfrm>
        </p:grpSpPr>
        <p:sp>
          <p:nvSpPr>
            <p:cNvPr id="2268" name="Google Shape;2268;p33"/>
            <p:cNvSpPr/>
            <p:nvPr/>
          </p:nvSpPr>
          <p:spPr>
            <a:xfrm>
              <a:off x="4175125" y="1844675"/>
              <a:ext cx="82547" cy="47625"/>
            </a:xfrm>
            <a:custGeom>
              <a:avLst/>
              <a:gdLst/>
              <a:ahLst/>
              <a:cxnLst/>
              <a:rect l="l" t="t" r="r" b="b"/>
              <a:pathLst>
                <a:path w="2142" h="1250" extrusionOk="0">
                  <a:moveTo>
                    <a:pt x="2050" y="957"/>
                  </a:moveTo>
                  <a:lnTo>
                    <a:pt x="673" y="110"/>
                  </a:lnTo>
                  <a:cubicBezTo>
                    <a:pt x="656" y="100"/>
                    <a:pt x="637" y="93"/>
                    <a:pt x="618" y="90"/>
                  </a:cubicBezTo>
                  <a:lnTo>
                    <a:pt x="187" y="14"/>
                  </a:lnTo>
                  <a:cubicBezTo>
                    <a:pt x="107" y="0"/>
                    <a:pt x="29" y="55"/>
                    <a:pt x="14" y="135"/>
                  </a:cubicBezTo>
                  <a:cubicBezTo>
                    <a:pt x="0" y="214"/>
                    <a:pt x="55" y="293"/>
                    <a:pt x="135" y="307"/>
                  </a:cubicBezTo>
                  <a:lnTo>
                    <a:pt x="542" y="378"/>
                  </a:lnTo>
                  <a:lnTo>
                    <a:pt x="1895" y="1210"/>
                  </a:lnTo>
                  <a:cubicBezTo>
                    <a:pt x="1961" y="1250"/>
                    <a:pt x="2051" y="1231"/>
                    <a:pt x="2095" y="1167"/>
                  </a:cubicBezTo>
                  <a:cubicBezTo>
                    <a:pt x="2142" y="1098"/>
                    <a:pt x="2121" y="1000"/>
                    <a:pt x="2050" y="957"/>
                  </a:cubicBezTo>
                  <a:close/>
                  <a:moveTo>
                    <a:pt x="2050" y="95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33"/>
            <p:cNvSpPr/>
            <p:nvPr/>
          </p:nvSpPr>
          <p:spPr>
            <a:xfrm>
              <a:off x="3984625" y="1658938"/>
              <a:ext cx="393700" cy="396886"/>
            </a:xfrm>
            <a:custGeom>
              <a:avLst/>
              <a:gdLst/>
              <a:ahLst/>
              <a:cxnLst/>
              <a:rect l="l" t="t" r="r" b="b"/>
              <a:pathLst>
                <a:path w="10160" h="10206" extrusionOk="0">
                  <a:moveTo>
                    <a:pt x="10104" y="5782"/>
                  </a:moveTo>
                  <a:cubicBezTo>
                    <a:pt x="10048" y="5722"/>
                    <a:pt x="9954" y="5719"/>
                    <a:pt x="9894" y="5775"/>
                  </a:cubicBezTo>
                  <a:lnTo>
                    <a:pt x="9292" y="6338"/>
                  </a:lnTo>
                  <a:lnTo>
                    <a:pt x="6532" y="3614"/>
                  </a:lnTo>
                  <a:lnTo>
                    <a:pt x="10097" y="273"/>
                  </a:lnTo>
                  <a:cubicBezTo>
                    <a:pt x="10157" y="217"/>
                    <a:pt x="10160" y="123"/>
                    <a:pt x="10104" y="63"/>
                  </a:cubicBezTo>
                  <a:cubicBezTo>
                    <a:pt x="10048" y="3"/>
                    <a:pt x="9954" y="0"/>
                    <a:pt x="9894" y="56"/>
                  </a:cubicBezTo>
                  <a:lnTo>
                    <a:pt x="6215" y="3503"/>
                  </a:lnTo>
                  <a:cubicBezTo>
                    <a:pt x="6155" y="3560"/>
                    <a:pt x="6154" y="3659"/>
                    <a:pt x="6213" y="3718"/>
                  </a:cubicBezTo>
                  <a:lnTo>
                    <a:pt x="6457" y="3958"/>
                  </a:lnTo>
                  <a:lnTo>
                    <a:pt x="6379" y="4027"/>
                  </a:lnTo>
                  <a:lnTo>
                    <a:pt x="4747" y="3887"/>
                  </a:lnTo>
                  <a:cubicBezTo>
                    <a:pt x="4722" y="3885"/>
                    <a:pt x="4696" y="3889"/>
                    <a:pt x="4673" y="3900"/>
                  </a:cubicBezTo>
                  <a:lnTo>
                    <a:pt x="3380" y="4488"/>
                  </a:lnTo>
                  <a:cubicBezTo>
                    <a:pt x="3376" y="4488"/>
                    <a:pt x="3372" y="4487"/>
                    <a:pt x="3368" y="4486"/>
                  </a:cubicBezTo>
                  <a:lnTo>
                    <a:pt x="2624" y="4355"/>
                  </a:lnTo>
                  <a:lnTo>
                    <a:pt x="2684" y="4201"/>
                  </a:lnTo>
                  <a:cubicBezTo>
                    <a:pt x="2714" y="4125"/>
                    <a:pt x="2677" y="4039"/>
                    <a:pt x="2601" y="4009"/>
                  </a:cubicBezTo>
                  <a:lnTo>
                    <a:pt x="224" y="3058"/>
                  </a:lnTo>
                  <a:cubicBezTo>
                    <a:pt x="147" y="3027"/>
                    <a:pt x="61" y="3064"/>
                    <a:pt x="31" y="3141"/>
                  </a:cubicBezTo>
                  <a:cubicBezTo>
                    <a:pt x="0" y="3217"/>
                    <a:pt x="37" y="3303"/>
                    <a:pt x="113" y="3334"/>
                  </a:cubicBezTo>
                  <a:lnTo>
                    <a:pt x="2354" y="4230"/>
                  </a:lnTo>
                  <a:lnTo>
                    <a:pt x="1034" y="7604"/>
                  </a:lnTo>
                  <a:lnTo>
                    <a:pt x="218" y="7315"/>
                  </a:lnTo>
                  <a:cubicBezTo>
                    <a:pt x="141" y="7288"/>
                    <a:pt x="56" y="7329"/>
                    <a:pt x="28" y="7406"/>
                  </a:cubicBezTo>
                  <a:cubicBezTo>
                    <a:pt x="1" y="7483"/>
                    <a:pt x="42" y="7568"/>
                    <a:pt x="119" y="7596"/>
                  </a:cubicBezTo>
                  <a:lnTo>
                    <a:pt x="1070" y="7932"/>
                  </a:lnTo>
                  <a:cubicBezTo>
                    <a:pt x="1145" y="7959"/>
                    <a:pt x="1229" y="7920"/>
                    <a:pt x="1258" y="7847"/>
                  </a:cubicBezTo>
                  <a:lnTo>
                    <a:pt x="1479" y="7283"/>
                  </a:lnTo>
                  <a:lnTo>
                    <a:pt x="2057" y="7607"/>
                  </a:lnTo>
                  <a:lnTo>
                    <a:pt x="1993" y="7710"/>
                  </a:lnTo>
                  <a:cubicBezTo>
                    <a:pt x="1812" y="8003"/>
                    <a:pt x="1904" y="8388"/>
                    <a:pt x="2196" y="8569"/>
                  </a:cubicBezTo>
                  <a:cubicBezTo>
                    <a:pt x="2351" y="8664"/>
                    <a:pt x="2544" y="8687"/>
                    <a:pt x="2717" y="8631"/>
                  </a:cubicBezTo>
                  <a:cubicBezTo>
                    <a:pt x="2744" y="8811"/>
                    <a:pt x="2850" y="8972"/>
                    <a:pt x="3006" y="9068"/>
                  </a:cubicBezTo>
                  <a:cubicBezTo>
                    <a:pt x="3161" y="9164"/>
                    <a:pt x="3353" y="9186"/>
                    <a:pt x="3526" y="9130"/>
                  </a:cubicBezTo>
                  <a:cubicBezTo>
                    <a:pt x="3554" y="9311"/>
                    <a:pt x="3660" y="9472"/>
                    <a:pt x="3815" y="9568"/>
                  </a:cubicBezTo>
                  <a:cubicBezTo>
                    <a:pt x="3970" y="9663"/>
                    <a:pt x="4162" y="9686"/>
                    <a:pt x="4335" y="9630"/>
                  </a:cubicBezTo>
                  <a:cubicBezTo>
                    <a:pt x="4363" y="9810"/>
                    <a:pt x="4469" y="9971"/>
                    <a:pt x="4624" y="10067"/>
                  </a:cubicBezTo>
                  <a:cubicBezTo>
                    <a:pt x="4850" y="10206"/>
                    <a:pt x="5149" y="10185"/>
                    <a:pt x="5353" y="10015"/>
                  </a:cubicBezTo>
                  <a:cubicBezTo>
                    <a:pt x="5404" y="9972"/>
                    <a:pt x="5448" y="9921"/>
                    <a:pt x="5483" y="9864"/>
                  </a:cubicBezTo>
                  <a:lnTo>
                    <a:pt x="5585" y="9699"/>
                  </a:lnTo>
                  <a:lnTo>
                    <a:pt x="5668" y="9751"/>
                  </a:lnTo>
                  <a:cubicBezTo>
                    <a:pt x="5894" y="9890"/>
                    <a:pt x="6193" y="9868"/>
                    <a:pt x="6396" y="9697"/>
                  </a:cubicBezTo>
                  <a:cubicBezTo>
                    <a:pt x="6448" y="9654"/>
                    <a:pt x="6492" y="9603"/>
                    <a:pt x="6527" y="9546"/>
                  </a:cubicBezTo>
                  <a:cubicBezTo>
                    <a:pt x="6596" y="9432"/>
                    <a:pt x="6625" y="9305"/>
                    <a:pt x="6618" y="9181"/>
                  </a:cubicBezTo>
                  <a:cubicBezTo>
                    <a:pt x="6665" y="9193"/>
                    <a:pt x="6713" y="9199"/>
                    <a:pt x="6762" y="9199"/>
                  </a:cubicBezTo>
                  <a:cubicBezTo>
                    <a:pt x="6978" y="9199"/>
                    <a:pt x="7182" y="9085"/>
                    <a:pt x="7295" y="8901"/>
                  </a:cubicBezTo>
                  <a:cubicBezTo>
                    <a:pt x="7363" y="8791"/>
                    <a:pt x="7394" y="8664"/>
                    <a:pt x="7386" y="8537"/>
                  </a:cubicBezTo>
                  <a:cubicBezTo>
                    <a:pt x="7433" y="8548"/>
                    <a:pt x="7481" y="8554"/>
                    <a:pt x="7530" y="8554"/>
                  </a:cubicBezTo>
                  <a:cubicBezTo>
                    <a:pt x="7746" y="8554"/>
                    <a:pt x="7950" y="8441"/>
                    <a:pt x="8063" y="8257"/>
                  </a:cubicBezTo>
                  <a:cubicBezTo>
                    <a:pt x="8131" y="8146"/>
                    <a:pt x="8162" y="8020"/>
                    <a:pt x="8154" y="7893"/>
                  </a:cubicBezTo>
                  <a:cubicBezTo>
                    <a:pt x="8202" y="7904"/>
                    <a:pt x="8250" y="7910"/>
                    <a:pt x="8298" y="7910"/>
                  </a:cubicBezTo>
                  <a:cubicBezTo>
                    <a:pt x="8508" y="7910"/>
                    <a:pt x="8713" y="7804"/>
                    <a:pt x="8831" y="7613"/>
                  </a:cubicBezTo>
                  <a:cubicBezTo>
                    <a:pt x="9011" y="7319"/>
                    <a:pt x="8919" y="6934"/>
                    <a:pt x="8626" y="6754"/>
                  </a:cubicBezTo>
                  <a:lnTo>
                    <a:pt x="8524" y="6692"/>
                  </a:lnTo>
                  <a:lnTo>
                    <a:pt x="8865" y="6335"/>
                  </a:lnTo>
                  <a:lnTo>
                    <a:pt x="9185" y="6650"/>
                  </a:lnTo>
                  <a:cubicBezTo>
                    <a:pt x="9241" y="6705"/>
                    <a:pt x="9333" y="6706"/>
                    <a:pt x="9391" y="6653"/>
                  </a:cubicBezTo>
                  <a:lnTo>
                    <a:pt x="10097" y="5992"/>
                  </a:lnTo>
                  <a:cubicBezTo>
                    <a:pt x="10157" y="5936"/>
                    <a:pt x="10160" y="5842"/>
                    <a:pt x="10104" y="5782"/>
                  </a:cubicBezTo>
                  <a:close/>
                  <a:moveTo>
                    <a:pt x="2802" y="8209"/>
                  </a:moveTo>
                  <a:cubicBezTo>
                    <a:pt x="2708" y="8363"/>
                    <a:pt x="2506" y="8410"/>
                    <a:pt x="2352" y="8316"/>
                  </a:cubicBezTo>
                  <a:cubicBezTo>
                    <a:pt x="2199" y="8221"/>
                    <a:pt x="2151" y="8019"/>
                    <a:pt x="2246" y="7866"/>
                  </a:cubicBezTo>
                  <a:lnTo>
                    <a:pt x="3078" y="6517"/>
                  </a:lnTo>
                  <a:cubicBezTo>
                    <a:pt x="3171" y="6367"/>
                    <a:pt x="3370" y="6317"/>
                    <a:pt x="3523" y="6407"/>
                  </a:cubicBezTo>
                  <a:cubicBezTo>
                    <a:pt x="3680" y="6500"/>
                    <a:pt x="3724" y="6716"/>
                    <a:pt x="3629" y="6869"/>
                  </a:cubicBezTo>
                  <a:lnTo>
                    <a:pt x="2802" y="8209"/>
                  </a:lnTo>
                  <a:close/>
                  <a:moveTo>
                    <a:pt x="3612" y="8709"/>
                  </a:moveTo>
                  <a:cubicBezTo>
                    <a:pt x="3517" y="8862"/>
                    <a:pt x="3315" y="8910"/>
                    <a:pt x="3162" y="8815"/>
                  </a:cubicBezTo>
                  <a:cubicBezTo>
                    <a:pt x="3010" y="8722"/>
                    <a:pt x="2962" y="8517"/>
                    <a:pt x="3055" y="8365"/>
                  </a:cubicBezTo>
                  <a:lnTo>
                    <a:pt x="3721" y="7286"/>
                  </a:lnTo>
                  <a:cubicBezTo>
                    <a:pt x="3814" y="7136"/>
                    <a:pt x="4013" y="7086"/>
                    <a:pt x="4165" y="7176"/>
                  </a:cubicBezTo>
                  <a:cubicBezTo>
                    <a:pt x="4323" y="7270"/>
                    <a:pt x="4366" y="7485"/>
                    <a:pt x="4272" y="7639"/>
                  </a:cubicBezTo>
                  <a:lnTo>
                    <a:pt x="3612" y="8709"/>
                  </a:lnTo>
                  <a:close/>
                  <a:moveTo>
                    <a:pt x="4421" y="9208"/>
                  </a:moveTo>
                  <a:cubicBezTo>
                    <a:pt x="4375" y="9282"/>
                    <a:pt x="4303" y="9334"/>
                    <a:pt x="4218" y="9355"/>
                  </a:cubicBezTo>
                  <a:cubicBezTo>
                    <a:pt x="4133" y="9375"/>
                    <a:pt x="4045" y="9360"/>
                    <a:pt x="3971" y="9315"/>
                  </a:cubicBezTo>
                  <a:cubicBezTo>
                    <a:pt x="3820" y="9221"/>
                    <a:pt x="3771" y="9017"/>
                    <a:pt x="3865" y="8865"/>
                  </a:cubicBezTo>
                  <a:lnTo>
                    <a:pt x="4364" y="8055"/>
                  </a:lnTo>
                  <a:cubicBezTo>
                    <a:pt x="4457" y="7905"/>
                    <a:pt x="4656" y="7856"/>
                    <a:pt x="4808" y="7946"/>
                  </a:cubicBezTo>
                  <a:cubicBezTo>
                    <a:pt x="4966" y="8039"/>
                    <a:pt x="5009" y="8255"/>
                    <a:pt x="4915" y="8408"/>
                  </a:cubicBezTo>
                  <a:lnTo>
                    <a:pt x="4421" y="9208"/>
                  </a:lnTo>
                  <a:close/>
                  <a:moveTo>
                    <a:pt x="5558" y="9177"/>
                  </a:moveTo>
                  <a:lnTo>
                    <a:pt x="5230" y="9708"/>
                  </a:lnTo>
                  <a:cubicBezTo>
                    <a:pt x="5137" y="9859"/>
                    <a:pt x="4932" y="9908"/>
                    <a:pt x="4780" y="9814"/>
                  </a:cubicBezTo>
                  <a:cubicBezTo>
                    <a:pt x="4629" y="9720"/>
                    <a:pt x="4580" y="9516"/>
                    <a:pt x="4674" y="9364"/>
                  </a:cubicBezTo>
                  <a:lnTo>
                    <a:pt x="5007" y="8825"/>
                  </a:lnTo>
                  <a:cubicBezTo>
                    <a:pt x="5100" y="8674"/>
                    <a:pt x="5299" y="8625"/>
                    <a:pt x="5451" y="8715"/>
                  </a:cubicBezTo>
                  <a:cubicBezTo>
                    <a:pt x="5609" y="8808"/>
                    <a:pt x="5652" y="9024"/>
                    <a:pt x="5558" y="9177"/>
                  </a:cubicBezTo>
                  <a:close/>
                  <a:moveTo>
                    <a:pt x="8265" y="6532"/>
                  </a:moveTo>
                  <a:lnTo>
                    <a:pt x="7528" y="6080"/>
                  </a:lnTo>
                  <a:cubicBezTo>
                    <a:pt x="7460" y="6038"/>
                    <a:pt x="7366" y="6060"/>
                    <a:pt x="7324" y="6129"/>
                  </a:cubicBezTo>
                  <a:cubicBezTo>
                    <a:pt x="7282" y="6197"/>
                    <a:pt x="7304" y="6291"/>
                    <a:pt x="7373" y="6333"/>
                  </a:cubicBezTo>
                  <a:lnTo>
                    <a:pt x="8470" y="7007"/>
                  </a:lnTo>
                  <a:cubicBezTo>
                    <a:pt x="8623" y="7102"/>
                    <a:pt x="8672" y="7303"/>
                    <a:pt x="8577" y="7457"/>
                  </a:cubicBezTo>
                  <a:cubicBezTo>
                    <a:pt x="8483" y="7611"/>
                    <a:pt x="8281" y="7659"/>
                    <a:pt x="8128" y="7564"/>
                  </a:cubicBezTo>
                  <a:lnTo>
                    <a:pt x="6951" y="6841"/>
                  </a:lnTo>
                  <a:cubicBezTo>
                    <a:pt x="6881" y="6798"/>
                    <a:pt x="6789" y="6820"/>
                    <a:pt x="6746" y="6890"/>
                  </a:cubicBezTo>
                  <a:cubicBezTo>
                    <a:pt x="6703" y="6960"/>
                    <a:pt x="6725" y="7051"/>
                    <a:pt x="6795" y="7094"/>
                  </a:cubicBezTo>
                  <a:lnTo>
                    <a:pt x="7702" y="7652"/>
                  </a:lnTo>
                  <a:cubicBezTo>
                    <a:pt x="7854" y="7745"/>
                    <a:pt x="7903" y="7949"/>
                    <a:pt x="7809" y="8101"/>
                  </a:cubicBezTo>
                  <a:cubicBezTo>
                    <a:pt x="7716" y="8253"/>
                    <a:pt x="7512" y="8302"/>
                    <a:pt x="7360" y="8209"/>
                  </a:cubicBezTo>
                  <a:lnTo>
                    <a:pt x="6538" y="7704"/>
                  </a:lnTo>
                  <a:cubicBezTo>
                    <a:pt x="6468" y="7661"/>
                    <a:pt x="6376" y="7683"/>
                    <a:pt x="6333" y="7752"/>
                  </a:cubicBezTo>
                  <a:cubicBezTo>
                    <a:pt x="6291" y="7822"/>
                    <a:pt x="6312" y="7914"/>
                    <a:pt x="6382" y="7957"/>
                  </a:cubicBezTo>
                  <a:lnTo>
                    <a:pt x="6934" y="8296"/>
                  </a:lnTo>
                  <a:cubicBezTo>
                    <a:pt x="7086" y="8389"/>
                    <a:pt x="7135" y="8594"/>
                    <a:pt x="7041" y="8746"/>
                  </a:cubicBezTo>
                  <a:cubicBezTo>
                    <a:pt x="6948" y="8897"/>
                    <a:pt x="6744" y="8946"/>
                    <a:pt x="6592" y="8853"/>
                  </a:cubicBezTo>
                  <a:cubicBezTo>
                    <a:pt x="6592" y="8853"/>
                    <a:pt x="6106" y="8555"/>
                    <a:pt x="6102" y="8553"/>
                  </a:cubicBezTo>
                  <a:cubicBezTo>
                    <a:pt x="6034" y="8520"/>
                    <a:pt x="5951" y="8543"/>
                    <a:pt x="5911" y="8609"/>
                  </a:cubicBezTo>
                  <a:cubicBezTo>
                    <a:pt x="5868" y="8679"/>
                    <a:pt x="5890" y="8770"/>
                    <a:pt x="5960" y="8813"/>
                  </a:cubicBezTo>
                  <a:lnTo>
                    <a:pt x="6166" y="8940"/>
                  </a:lnTo>
                  <a:cubicBezTo>
                    <a:pt x="6320" y="9035"/>
                    <a:pt x="6368" y="9236"/>
                    <a:pt x="6274" y="9390"/>
                  </a:cubicBezTo>
                  <a:cubicBezTo>
                    <a:pt x="6180" y="9542"/>
                    <a:pt x="5976" y="9591"/>
                    <a:pt x="5824" y="9497"/>
                  </a:cubicBezTo>
                  <a:lnTo>
                    <a:pt x="5741" y="9446"/>
                  </a:lnTo>
                  <a:lnTo>
                    <a:pt x="5811" y="9333"/>
                  </a:lnTo>
                  <a:cubicBezTo>
                    <a:pt x="5900" y="9188"/>
                    <a:pt x="5928" y="9010"/>
                    <a:pt x="5887" y="8844"/>
                  </a:cubicBezTo>
                  <a:cubicBezTo>
                    <a:pt x="5846" y="8680"/>
                    <a:pt x="5745" y="8543"/>
                    <a:pt x="5603" y="8459"/>
                  </a:cubicBezTo>
                  <a:cubicBezTo>
                    <a:pt x="5491" y="8393"/>
                    <a:pt x="5367" y="8366"/>
                    <a:pt x="5245" y="8375"/>
                  </a:cubicBezTo>
                  <a:cubicBezTo>
                    <a:pt x="5268" y="8277"/>
                    <a:pt x="5268" y="8174"/>
                    <a:pt x="5244" y="8075"/>
                  </a:cubicBezTo>
                  <a:cubicBezTo>
                    <a:pt x="5203" y="7911"/>
                    <a:pt x="5102" y="7774"/>
                    <a:pt x="4960" y="7690"/>
                  </a:cubicBezTo>
                  <a:cubicBezTo>
                    <a:pt x="4848" y="7624"/>
                    <a:pt x="4724" y="7597"/>
                    <a:pt x="4602" y="7605"/>
                  </a:cubicBezTo>
                  <a:cubicBezTo>
                    <a:pt x="4664" y="7342"/>
                    <a:pt x="4551" y="7059"/>
                    <a:pt x="4317" y="6920"/>
                  </a:cubicBezTo>
                  <a:cubicBezTo>
                    <a:pt x="4205" y="6855"/>
                    <a:pt x="4081" y="6828"/>
                    <a:pt x="3960" y="6836"/>
                  </a:cubicBezTo>
                  <a:cubicBezTo>
                    <a:pt x="4021" y="6573"/>
                    <a:pt x="3908" y="6290"/>
                    <a:pt x="3674" y="6151"/>
                  </a:cubicBezTo>
                  <a:cubicBezTo>
                    <a:pt x="3383" y="5979"/>
                    <a:pt x="3003" y="6074"/>
                    <a:pt x="2825" y="6361"/>
                  </a:cubicBezTo>
                  <a:lnTo>
                    <a:pt x="2213" y="7353"/>
                  </a:lnTo>
                  <a:lnTo>
                    <a:pt x="1588" y="7003"/>
                  </a:lnTo>
                  <a:lnTo>
                    <a:pt x="2514" y="4637"/>
                  </a:lnTo>
                  <a:lnTo>
                    <a:pt x="3018" y="4726"/>
                  </a:lnTo>
                  <a:cubicBezTo>
                    <a:pt x="2875" y="4904"/>
                    <a:pt x="2834" y="5155"/>
                    <a:pt x="2935" y="5377"/>
                  </a:cubicBezTo>
                  <a:cubicBezTo>
                    <a:pt x="3040" y="5606"/>
                    <a:pt x="3267" y="5742"/>
                    <a:pt x="3504" y="5742"/>
                  </a:cubicBezTo>
                  <a:cubicBezTo>
                    <a:pt x="3591" y="5742"/>
                    <a:pt x="3678" y="5724"/>
                    <a:pt x="3762" y="5686"/>
                  </a:cubicBezTo>
                  <a:lnTo>
                    <a:pt x="4632" y="5289"/>
                  </a:lnTo>
                  <a:cubicBezTo>
                    <a:pt x="4706" y="5256"/>
                    <a:pt x="4739" y="5166"/>
                    <a:pt x="4706" y="5093"/>
                  </a:cubicBezTo>
                  <a:cubicBezTo>
                    <a:pt x="4672" y="5019"/>
                    <a:pt x="4583" y="4985"/>
                    <a:pt x="4509" y="5019"/>
                  </a:cubicBezTo>
                  <a:lnTo>
                    <a:pt x="3639" y="5415"/>
                  </a:lnTo>
                  <a:cubicBezTo>
                    <a:pt x="3475" y="5490"/>
                    <a:pt x="3280" y="5417"/>
                    <a:pt x="3206" y="5253"/>
                  </a:cubicBezTo>
                  <a:cubicBezTo>
                    <a:pt x="3131" y="5089"/>
                    <a:pt x="3204" y="4895"/>
                    <a:pt x="3368" y="4820"/>
                  </a:cubicBezTo>
                  <a:lnTo>
                    <a:pt x="4760" y="4186"/>
                  </a:lnTo>
                  <a:lnTo>
                    <a:pt x="6417" y="4329"/>
                  </a:lnTo>
                  <a:cubicBezTo>
                    <a:pt x="6421" y="4329"/>
                    <a:pt x="6425" y="4329"/>
                    <a:pt x="6430" y="4329"/>
                  </a:cubicBezTo>
                  <a:cubicBezTo>
                    <a:pt x="6466" y="4329"/>
                    <a:pt x="6501" y="4316"/>
                    <a:pt x="6528" y="4292"/>
                  </a:cubicBezTo>
                  <a:lnTo>
                    <a:pt x="6669" y="4168"/>
                  </a:lnTo>
                  <a:lnTo>
                    <a:pt x="8654" y="6126"/>
                  </a:lnTo>
                  <a:lnTo>
                    <a:pt x="8265" y="6532"/>
                  </a:lnTo>
                  <a:close/>
                  <a:moveTo>
                    <a:pt x="8265" y="65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0" name="Google Shape;2270;p33"/>
          <p:cNvGrpSpPr/>
          <p:nvPr/>
        </p:nvGrpSpPr>
        <p:grpSpPr>
          <a:xfrm>
            <a:off x="3631643" y="2117315"/>
            <a:ext cx="393701" cy="395292"/>
            <a:chOff x="3197225" y="1658938"/>
            <a:chExt cx="393701" cy="395292"/>
          </a:xfrm>
        </p:grpSpPr>
        <p:sp>
          <p:nvSpPr>
            <p:cNvPr id="2271" name="Google Shape;2271;p33"/>
            <p:cNvSpPr/>
            <p:nvPr/>
          </p:nvSpPr>
          <p:spPr>
            <a:xfrm>
              <a:off x="3197225" y="1658938"/>
              <a:ext cx="393701" cy="395292"/>
            </a:xfrm>
            <a:custGeom>
              <a:avLst/>
              <a:gdLst/>
              <a:ahLst/>
              <a:cxnLst/>
              <a:rect l="l" t="t" r="r" b="b"/>
              <a:pathLst>
                <a:path w="10143" h="10150" extrusionOk="0">
                  <a:moveTo>
                    <a:pt x="9994" y="1118"/>
                  </a:moveTo>
                  <a:lnTo>
                    <a:pt x="7017" y="1118"/>
                  </a:lnTo>
                  <a:lnTo>
                    <a:pt x="5146" y="27"/>
                  </a:lnTo>
                  <a:cubicBezTo>
                    <a:pt x="5100" y="0"/>
                    <a:pt x="5043" y="0"/>
                    <a:pt x="4996" y="27"/>
                  </a:cubicBezTo>
                  <a:lnTo>
                    <a:pt x="3125" y="1118"/>
                  </a:lnTo>
                  <a:lnTo>
                    <a:pt x="149" y="1118"/>
                  </a:lnTo>
                  <a:cubicBezTo>
                    <a:pt x="66" y="1118"/>
                    <a:pt x="0" y="1185"/>
                    <a:pt x="0" y="1267"/>
                  </a:cubicBezTo>
                  <a:lnTo>
                    <a:pt x="0" y="1902"/>
                  </a:lnTo>
                  <a:cubicBezTo>
                    <a:pt x="0" y="1984"/>
                    <a:pt x="66" y="2051"/>
                    <a:pt x="149" y="2051"/>
                  </a:cubicBezTo>
                  <a:lnTo>
                    <a:pt x="476" y="2051"/>
                  </a:lnTo>
                  <a:lnTo>
                    <a:pt x="476" y="8254"/>
                  </a:lnTo>
                  <a:cubicBezTo>
                    <a:pt x="476" y="8336"/>
                    <a:pt x="543" y="8403"/>
                    <a:pt x="625" y="8403"/>
                  </a:cubicBezTo>
                  <a:lnTo>
                    <a:pt x="4922" y="8403"/>
                  </a:lnTo>
                  <a:lnTo>
                    <a:pt x="4922" y="9852"/>
                  </a:lnTo>
                  <a:lnTo>
                    <a:pt x="4436" y="9852"/>
                  </a:lnTo>
                  <a:cubicBezTo>
                    <a:pt x="4354" y="9852"/>
                    <a:pt x="4287" y="9919"/>
                    <a:pt x="4287" y="10001"/>
                  </a:cubicBezTo>
                  <a:cubicBezTo>
                    <a:pt x="4287" y="10083"/>
                    <a:pt x="4354" y="10150"/>
                    <a:pt x="4436" y="10150"/>
                  </a:cubicBezTo>
                  <a:lnTo>
                    <a:pt x="5706" y="10150"/>
                  </a:lnTo>
                  <a:cubicBezTo>
                    <a:pt x="5789" y="10150"/>
                    <a:pt x="5855" y="10083"/>
                    <a:pt x="5855" y="10001"/>
                  </a:cubicBezTo>
                  <a:cubicBezTo>
                    <a:pt x="5855" y="9919"/>
                    <a:pt x="5789" y="9852"/>
                    <a:pt x="5706" y="9852"/>
                  </a:cubicBezTo>
                  <a:lnTo>
                    <a:pt x="5220" y="9852"/>
                  </a:lnTo>
                  <a:lnTo>
                    <a:pt x="5220" y="8403"/>
                  </a:lnTo>
                  <a:lnTo>
                    <a:pt x="9518" y="8403"/>
                  </a:lnTo>
                  <a:cubicBezTo>
                    <a:pt x="9600" y="8403"/>
                    <a:pt x="9666" y="8336"/>
                    <a:pt x="9666" y="8254"/>
                  </a:cubicBezTo>
                  <a:lnTo>
                    <a:pt x="9666" y="2051"/>
                  </a:lnTo>
                  <a:lnTo>
                    <a:pt x="9994" y="2051"/>
                  </a:lnTo>
                  <a:cubicBezTo>
                    <a:pt x="10076" y="2051"/>
                    <a:pt x="10143" y="1984"/>
                    <a:pt x="10143" y="1902"/>
                  </a:cubicBezTo>
                  <a:lnTo>
                    <a:pt x="10143" y="1267"/>
                  </a:lnTo>
                  <a:cubicBezTo>
                    <a:pt x="10143" y="1185"/>
                    <a:pt x="10076" y="1118"/>
                    <a:pt x="9994" y="1118"/>
                  </a:cubicBezTo>
                  <a:close/>
                  <a:moveTo>
                    <a:pt x="5071" y="328"/>
                  </a:moveTo>
                  <a:lnTo>
                    <a:pt x="6426" y="1118"/>
                  </a:lnTo>
                  <a:lnTo>
                    <a:pt x="3716" y="1118"/>
                  </a:lnTo>
                  <a:lnTo>
                    <a:pt x="5071" y="328"/>
                  </a:lnTo>
                  <a:close/>
                  <a:moveTo>
                    <a:pt x="9845" y="1753"/>
                  </a:moveTo>
                  <a:lnTo>
                    <a:pt x="8327" y="1753"/>
                  </a:lnTo>
                  <a:cubicBezTo>
                    <a:pt x="8244" y="1753"/>
                    <a:pt x="8178" y="1820"/>
                    <a:pt x="8178" y="1902"/>
                  </a:cubicBezTo>
                  <a:cubicBezTo>
                    <a:pt x="8178" y="1984"/>
                    <a:pt x="8244" y="2051"/>
                    <a:pt x="8327" y="2051"/>
                  </a:cubicBezTo>
                  <a:lnTo>
                    <a:pt x="9369" y="2051"/>
                  </a:lnTo>
                  <a:lnTo>
                    <a:pt x="9369" y="8105"/>
                  </a:lnTo>
                  <a:lnTo>
                    <a:pt x="774" y="8105"/>
                  </a:lnTo>
                  <a:lnTo>
                    <a:pt x="774" y="2051"/>
                  </a:lnTo>
                  <a:lnTo>
                    <a:pt x="7639" y="2051"/>
                  </a:lnTo>
                  <a:cubicBezTo>
                    <a:pt x="7721" y="2051"/>
                    <a:pt x="7787" y="1984"/>
                    <a:pt x="7787" y="1902"/>
                  </a:cubicBezTo>
                  <a:cubicBezTo>
                    <a:pt x="7787" y="1820"/>
                    <a:pt x="7721" y="1753"/>
                    <a:pt x="7639" y="1753"/>
                  </a:cubicBezTo>
                  <a:lnTo>
                    <a:pt x="298" y="1753"/>
                  </a:lnTo>
                  <a:lnTo>
                    <a:pt x="298" y="1416"/>
                  </a:lnTo>
                  <a:lnTo>
                    <a:pt x="9845" y="1416"/>
                  </a:lnTo>
                  <a:lnTo>
                    <a:pt x="9845" y="1753"/>
                  </a:lnTo>
                  <a:lnTo>
                    <a:pt x="9845" y="1753"/>
                  </a:lnTo>
                  <a:close/>
                  <a:moveTo>
                    <a:pt x="9845" y="175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33"/>
            <p:cNvSpPr/>
            <p:nvPr/>
          </p:nvSpPr>
          <p:spPr>
            <a:xfrm>
              <a:off x="3263900" y="1752600"/>
              <a:ext cx="111122" cy="109536"/>
            </a:xfrm>
            <a:custGeom>
              <a:avLst/>
              <a:gdLst/>
              <a:ahLst/>
              <a:cxnLst/>
              <a:rect l="l" t="t" r="r" b="b"/>
              <a:pathLst>
                <a:path w="2838" h="2839" extrusionOk="0">
                  <a:moveTo>
                    <a:pt x="1419" y="0"/>
                  </a:moveTo>
                  <a:cubicBezTo>
                    <a:pt x="636" y="0"/>
                    <a:pt x="0" y="637"/>
                    <a:pt x="0" y="1420"/>
                  </a:cubicBezTo>
                  <a:cubicBezTo>
                    <a:pt x="0" y="2202"/>
                    <a:pt x="636" y="2839"/>
                    <a:pt x="1419" y="2839"/>
                  </a:cubicBezTo>
                  <a:cubicBezTo>
                    <a:pt x="2201" y="2839"/>
                    <a:pt x="2838" y="2202"/>
                    <a:pt x="2838" y="1420"/>
                  </a:cubicBezTo>
                  <a:cubicBezTo>
                    <a:pt x="2838" y="637"/>
                    <a:pt x="2201" y="0"/>
                    <a:pt x="1419" y="0"/>
                  </a:cubicBezTo>
                  <a:close/>
                  <a:moveTo>
                    <a:pt x="1419" y="2541"/>
                  </a:moveTo>
                  <a:cubicBezTo>
                    <a:pt x="800" y="2541"/>
                    <a:pt x="297" y="2038"/>
                    <a:pt x="297" y="1420"/>
                  </a:cubicBezTo>
                  <a:cubicBezTo>
                    <a:pt x="297" y="801"/>
                    <a:pt x="800" y="298"/>
                    <a:pt x="1419" y="298"/>
                  </a:cubicBezTo>
                  <a:cubicBezTo>
                    <a:pt x="2037" y="298"/>
                    <a:pt x="2540" y="801"/>
                    <a:pt x="2540" y="1420"/>
                  </a:cubicBezTo>
                  <a:cubicBezTo>
                    <a:pt x="2540" y="2038"/>
                    <a:pt x="2037" y="2541"/>
                    <a:pt x="1419" y="2541"/>
                  </a:cubicBezTo>
                  <a:close/>
                  <a:moveTo>
                    <a:pt x="1419" y="2541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33"/>
            <p:cNvSpPr/>
            <p:nvPr/>
          </p:nvSpPr>
          <p:spPr>
            <a:xfrm>
              <a:off x="3433763" y="1868488"/>
              <a:ext cx="93660" cy="93660"/>
            </a:xfrm>
            <a:custGeom>
              <a:avLst/>
              <a:gdLst/>
              <a:ahLst/>
              <a:cxnLst/>
              <a:rect l="l" t="t" r="r" b="b"/>
              <a:pathLst>
                <a:path w="2437" h="2434" extrusionOk="0">
                  <a:moveTo>
                    <a:pt x="1766" y="1217"/>
                  </a:moveTo>
                  <a:lnTo>
                    <a:pt x="2286" y="696"/>
                  </a:lnTo>
                  <a:cubicBezTo>
                    <a:pt x="2437" y="545"/>
                    <a:pt x="2437" y="300"/>
                    <a:pt x="2286" y="149"/>
                  </a:cubicBezTo>
                  <a:cubicBezTo>
                    <a:pt x="2137" y="0"/>
                    <a:pt x="1888" y="0"/>
                    <a:pt x="1739" y="149"/>
                  </a:cubicBezTo>
                  <a:lnTo>
                    <a:pt x="1218" y="669"/>
                  </a:lnTo>
                  <a:lnTo>
                    <a:pt x="698" y="149"/>
                  </a:lnTo>
                  <a:cubicBezTo>
                    <a:pt x="549" y="0"/>
                    <a:pt x="300" y="0"/>
                    <a:pt x="151" y="149"/>
                  </a:cubicBezTo>
                  <a:cubicBezTo>
                    <a:pt x="0" y="300"/>
                    <a:pt x="0" y="545"/>
                    <a:pt x="151" y="696"/>
                  </a:cubicBezTo>
                  <a:lnTo>
                    <a:pt x="671" y="1217"/>
                  </a:lnTo>
                  <a:lnTo>
                    <a:pt x="151" y="1737"/>
                  </a:lnTo>
                  <a:cubicBezTo>
                    <a:pt x="0" y="1888"/>
                    <a:pt x="0" y="2133"/>
                    <a:pt x="151" y="2284"/>
                  </a:cubicBezTo>
                  <a:cubicBezTo>
                    <a:pt x="300" y="2434"/>
                    <a:pt x="549" y="2434"/>
                    <a:pt x="698" y="2284"/>
                  </a:cubicBezTo>
                  <a:lnTo>
                    <a:pt x="1218" y="1764"/>
                  </a:lnTo>
                  <a:lnTo>
                    <a:pt x="1739" y="2284"/>
                  </a:lnTo>
                  <a:cubicBezTo>
                    <a:pt x="1888" y="2434"/>
                    <a:pt x="2137" y="2434"/>
                    <a:pt x="2286" y="2284"/>
                  </a:cubicBezTo>
                  <a:cubicBezTo>
                    <a:pt x="2437" y="2133"/>
                    <a:pt x="2437" y="1888"/>
                    <a:pt x="2286" y="1737"/>
                  </a:cubicBezTo>
                  <a:lnTo>
                    <a:pt x="1766" y="1217"/>
                  </a:lnTo>
                  <a:close/>
                  <a:moveTo>
                    <a:pt x="2079" y="2070"/>
                  </a:moveTo>
                  <a:cubicBezTo>
                    <a:pt x="2046" y="2108"/>
                    <a:pt x="1985" y="2110"/>
                    <a:pt x="1949" y="2074"/>
                  </a:cubicBezTo>
                  <a:lnTo>
                    <a:pt x="1324" y="1448"/>
                  </a:lnTo>
                  <a:cubicBezTo>
                    <a:pt x="1266" y="1391"/>
                    <a:pt x="1171" y="1391"/>
                    <a:pt x="1113" y="1448"/>
                  </a:cubicBezTo>
                  <a:lnTo>
                    <a:pt x="488" y="2074"/>
                  </a:lnTo>
                  <a:cubicBezTo>
                    <a:pt x="452" y="2110"/>
                    <a:pt x="391" y="2108"/>
                    <a:pt x="357" y="2070"/>
                  </a:cubicBezTo>
                  <a:cubicBezTo>
                    <a:pt x="327" y="2035"/>
                    <a:pt x="328" y="1980"/>
                    <a:pt x="361" y="1947"/>
                  </a:cubicBezTo>
                  <a:lnTo>
                    <a:pt x="987" y="1322"/>
                  </a:lnTo>
                  <a:cubicBezTo>
                    <a:pt x="1045" y="1264"/>
                    <a:pt x="1045" y="1170"/>
                    <a:pt x="987" y="1111"/>
                  </a:cubicBezTo>
                  <a:lnTo>
                    <a:pt x="361" y="486"/>
                  </a:lnTo>
                  <a:cubicBezTo>
                    <a:pt x="328" y="453"/>
                    <a:pt x="327" y="399"/>
                    <a:pt x="357" y="364"/>
                  </a:cubicBezTo>
                  <a:cubicBezTo>
                    <a:pt x="391" y="325"/>
                    <a:pt x="452" y="324"/>
                    <a:pt x="488" y="359"/>
                  </a:cubicBezTo>
                  <a:lnTo>
                    <a:pt x="1113" y="985"/>
                  </a:lnTo>
                  <a:cubicBezTo>
                    <a:pt x="1171" y="1043"/>
                    <a:pt x="1266" y="1043"/>
                    <a:pt x="1324" y="985"/>
                  </a:cubicBezTo>
                  <a:lnTo>
                    <a:pt x="1949" y="359"/>
                  </a:lnTo>
                  <a:cubicBezTo>
                    <a:pt x="1985" y="324"/>
                    <a:pt x="2046" y="326"/>
                    <a:pt x="2079" y="364"/>
                  </a:cubicBezTo>
                  <a:cubicBezTo>
                    <a:pt x="2110" y="398"/>
                    <a:pt x="2108" y="453"/>
                    <a:pt x="2076" y="486"/>
                  </a:cubicBezTo>
                  <a:lnTo>
                    <a:pt x="1450" y="1111"/>
                  </a:lnTo>
                  <a:cubicBezTo>
                    <a:pt x="1392" y="1170"/>
                    <a:pt x="1392" y="1264"/>
                    <a:pt x="1450" y="1322"/>
                  </a:cubicBezTo>
                  <a:lnTo>
                    <a:pt x="2076" y="1947"/>
                  </a:lnTo>
                  <a:cubicBezTo>
                    <a:pt x="2108" y="1980"/>
                    <a:pt x="2110" y="2035"/>
                    <a:pt x="2079" y="2070"/>
                  </a:cubicBezTo>
                  <a:close/>
                  <a:moveTo>
                    <a:pt x="2079" y="20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33"/>
            <p:cNvSpPr/>
            <p:nvPr/>
          </p:nvSpPr>
          <p:spPr>
            <a:xfrm>
              <a:off x="3263900" y="1776413"/>
              <a:ext cx="266704" cy="147638"/>
            </a:xfrm>
            <a:custGeom>
              <a:avLst/>
              <a:gdLst/>
              <a:ahLst/>
              <a:cxnLst/>
              <a:rect l="l" t="t" r="r" b="b"/>
              <a:pathLst>
                <a:path w="6825" h="3810" extrusionOk="0">
                  <a:moveTo>
                    <a:pt x="6752" y="686"/>
                  </a:moveTo>
                  <a:lnTo>
                    <a:pt x="5958" y="51"/>
                  </a:lnTo>
                  <a:cubicBezTo>
                    <a:pt x="5894" y="0"/>
                    <a:pt x="5800" y="10"/>
                    <a:pt x="5749" y="75"/>
                  </a:cubicBezTo>
                  <a:cubicBezTo>
                    <a:pt x="5697" y="139"/>
                    <a:pt x="5708" y="232"/>
                    <a:pt x="5772" y="284"/>
                  </a:cubicBezTo>
                  <a:lnTo>
                    <a:pt x="6235" y="654"/>
                  </a:lnTo>
                  <a:lnTo>
                    <a:pt x="4277" y="654"/>
                  </a:lnTo>
                  <a:cubicBezTo>
                    <a:pt x="3845" y="654"/>
                    <a:pt x="3493" y="1006"/>
                    <a:pt x="3493" y="1438"/>
                  </a:cubicBezTo>
                  <a:lnTo>
                    <a:pt x="3493" y="3026"/>
                  </a:lnTo>
                  <a:cubicBezTo>
                    <a:pt x="3493" y="3294"/>
                    <a:pt x="3275" y="3512"/>
                    <a:pt x="3007" y="3512"/>
                  </a:cubicBezTo>
                  <a:lnTo>
                    <a:pt x="148" y="3512"/>
                  </a:lnTo>
                  <a:cubicBezTo>
                    <a:pt x="66" y="3512"/>
                    <a:pt x="0" y="3579"/>
                    <a:pt x="0" y="3661"/>
                  </a:cubicBezTo>
                  <a:cubicBezTo>
                    <a:pt x="0" y="3743"/>
                    <a:pt x="66" y="3810"/>
                    <a:pt x="148" y="3810"/>
                  </a:cubicBezTo>
                  <a:lnTo>
                    <a:pt x="3007" y="3810"/>
                  </a:lnTo>
                  <a:cubicBezTo>
                    <a:pt x="3439" y="3810"/>
                    <a:pt x="3791" y="3458"/>
                    <a:pt x="3791" y="3026"/>
                  </a:cubicBezTo>
                  <a:lnTo>
                    <a:pt x="3791" y="1438"/>
                  </a:lnTo>
                  <a:cubicBezTo>
                    <a:pt x="3791" y="1170"/>
                    <a:pt x="4009" y="952"/>
                    <a:pt x="4277" y="952"/>
                  </a:cubicBezTo>
                  <a:lnTo>
                    <a:pt x="6235" y="952"/>
                  </a:lnTo>
                  <a:lnTo>
                    <a:pt x="5772" y="1322"/>
                  </a:lnTo>
                  <a:cubicBezTo>
                    <a:pt x="5714" y="1368"/>
                    <a:pt x="5699" y="1454"/>
                    <a:pt x="5739" y="1517"/>
                  </a:cubicBezTo>
                  <a:cubicBezTo>
                    <a:pt x="5786" y="1591"/>
                    <a:pt x="5889" y="1609"/>
                    <a:pt x="5958" y="1554"/>
                  </a:cubicBezTo>
                  <a:lnTo>
                    <a:pt x="6752" y="919"/>
                  </a:lnTo>
                  <a:cubicBezTo>
                    <a:pt x="6825" y="860"/>
                    <a:pt x="6825" y="745"/>
                    <a:pt x="6752" y="686"/>
                  </a:cubicBezTo>
                  <a:close/>
                  <a:moveTo>
                    <a:pt x="6752" y="686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5" name="Google Shape;2275;p33"/>
          <p:cNvGrpSpPr/>
          <p:nvPr/>
        </p:nvGrpSpPr>
        <p:grpSpPr>
          <a:xfrm>
            <a:off x="1029231" y="2109917"/>
            <a:ext cx="393701" cy="395298"/>
            <a:chOff x="2409825" y="1658938"/>
            <a:chExt cx="393701" cy="395298"/>
          </a:xfrm>
        </p:grpSpPr>
        <p:sp>
          <p:nvSpPr>
            <p:cNvPr id="2276" name="Google Shape;2276;p33"/>
            <p:cNvSpPr/>
            <p:nvPr/>
          </p:nvSpPr>
          <p:spPr>
            <a:xfrm>
              <a:off x="2409825" y="1658938"/>
              <a:ext cx="393701" cy="395298"/>
            </a:xfrm>
            <a:custGeom>
              <a:avLst/>
              <a:gdLst/>
              <a:ahLst/>
              <a:cxnLst/>
              <a:rect l="l" t="t" r="r" b="b"/>
              <a:pathLst>
                <a:path w="10143" h="10143" extrusionOk="0">
                  <a:moveTo>
                    <a:pt x="9994" y="0"/>
                  </a:moveTo>
                  <a:lnTo>
                    <a:pt x="4159" y="0"/>
                  </a:lnTo>
                  <a:cubicBezTo>
                    <a:pt x="4119" y="0"/>
                    <a:pt x="4081" y="16"/>
                    <a:pt x="4053" y="43"/>
                  </a:cubicBezTo>
                  <a:lnTo>
                    <a:pt x="2267" y="1830"/>
                  </a:lnTo>
                  <a:cubicBezTo>
                    <a:pt x="2239" y="1857"/>
                    <a:pt x="2223" y="1896"/>
                    <a:pt x="2223" y="1935"/>
                  </a:cubicBezTo>
                  <a:lnTo>
                    <a:pt x="2223" y="2699"/>
                  </a:lnTo>
                  <a:lnTo>
                    <a:pt x="149" y="2699"/>
                  </a:lnTo>
                  <a:cubicBezTo>
                    <a:pt x="67" y="2699"/>
                    <a:pt x="0" y="2766"/>
                    <a:pt x="0" y="2848"/>
                  </a:cubicBezTo>
                  <a:lnTo>
                    <a:pt x="0" y="4922"/>
                  </a:lnTo>
                  <a:cubicBezTo>
                    <a:pt x="0" y="5004"/>
                    <a:pt x="67" y="5071"/>
                    <a:pt x="149" y="5071"/>
                  </a:cubicBezTo>
                  <a:cubicBezTo>
                    <a:pt x="231" y="5071"/>
                    <a:pt x="298" y="5004"/>
                    <a:pt x="298" y="4922"/>
                  </a:cubicBezTo>
                  <a:lnTo>
                    <a:pt x="298" y="2997"/>
                  </a:lnTo>
                  <a:lnTo>
                    <a:pt x="4764" y="2997"/>
                  </a:lnTo>
                  <a:lnTo>
                    <a:pt x="4764" y="8733"/>
                  </a:lnTo>
                  <a:lnTo>
                    <a:pt x="298" y="8733"/>
                  </a:lnTo>
                  <a:lnTo>
                    <a:pt x="298" y="5637"/>
                  </a:lnTo>
                  <a:cubicBezTo>
                    <a:pt x="298" y="5555"/>
                    <a:pt x="231" y="5488"/>
                    <a:pt x="149" y="5488"/>
                  </a:cubicBezTo>
                  <a:cubicBezTo>
                    <a:pt x="67" y="5488"/>
                    <a:pt x="0" y="5555"/>
                    <a:pt x="0" y="5637"/>
                  </a:cubicBezTo>
                  <a:lnTo>
                    <a:pt x="0" y="8882"/>
                  </a:lnTo>
                  <a:cubicBezTo>
                    <a:pt x="0" y="8964"/>
                    <a:pt x="67" y="9031"/>
                    <a:pt x="149" y="9031"/>
                  </a:cubicBezTo>
                  <a:lnTo>
                    <a:pt x="2223" y="9031"/>
                  </a:lnTo>
                  <a:lnTo>
                    <a:pt x="2223" y="9994"/>
                  </a:lnTo>
                  <a:cubicBezTo>
                    <a:pt x="2223" y="10076"/>
                    <a:pt x="2290" y="10143"/>
                    <a:pt x="2372" y="10143"/>
                  </a:cubicBezTo>
                  <a:lnTo>
                    <a:pt x="9994" y="10143"/>
                  </a:lnTo>
                  <a:cubicBezTo>
                    <a:pt x="10076" y="10143"/>
                    <a:pt x="10143" y="10076"/>
                    <a:pt x="10143" y="9994"/>
                  </a:cubicBezTo>
                  <a:lnTo>
                    <a:pt x="10143" y="148"/>
                  </a:lnTo>
                  <a:cubicBezTo>
                    <a:pt x="10143" y="66"/>
                    <a:pt x="10076" y="0"/>
                    <a:pt x="9994" y="0"/>
                  </a:cubicBezTo>
                  <a:close/>
                  <a:moveTo>
                    <a:pt x="4010" y="508"/>
                  </a:moveTo>
                  <a:lnTo>
                    <a:pt x="4010" y="1786"/>
                  </a:lnTo>
                  <a:lnTo>
                    <a:pt x="2731" y="1786"/>
                  </a:lnTo>
                  <a:lnTo>
                    <a:pt x="4010" y="508"/>
                  </a:lnTo>
                  <a:close/>
                  <a:moveTo>
                    <a:pt x="9845" y="9845"/>
                  </a:moveTo>
                  <a:lnTo>
                    <a:pt x="2521" y="9845"/>
                  </a:lnTo>
                  <a:lnTo>
                    <a:pt x="2521" y="9031"/>
                  </a:lnTo>
                  <a:lnTo>
                    <a:pt x="4913" y="9031"/>
                  </a:lnTo>
                  <a:cubicBezTo>
                    <a:pt x="4995" y="9031"/>
                    <a:pt x="5062" y="8964"/>
                    <a:pt x="5062" y="8882"/>
                  </a:cubicBezTo>
                  <a:lnTo>
                    <a:pt x="5062" y="2848"/>
                  </a:lnTo>
                  <a:cubicBezTo>
                    <a:pt x="5062" y="2766"/>
                    <a:pt x="4995" y="2699"/>
                    <a:pt x="4913" y="2699"/>
                  </a:cubicBezTo>
                  <a:lnTo>
                    <a:pt x="2521" y="2699"/>
                  </a:lnTo>
                  <a:lnTo>
                    <a:pt x="2521" y="2084"/>
                  </a:lnTo>
                  <a:lnTo>
                    <a:pt x="4159" y="2084"/>
                  </a:lnTo>
                  <a:cubicBezTo>
                    <a:pt x="4241" y="2084"/>
                    <a:pt x="4307" y="2017"/>
                    <a:pt x="4307" y="1935"/>
                  </a:cubicBezTo>
                  <a:lnTo>
                    <a:pt x="4307" y="297"/>
                  </a:lnTo>
                  <a:lnTo>
                    <a:pt x="9845" y="297"/>
                  </a:lnTo>
                  <a:lnTo>
                    <a:pt x="9845" y="9845"/>
                  </a:lnTo>
                  <a:close/>
                  <a:moveTo>
                    <a:pt x="9845" y="9845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33"/>
            <p:cNvSpPr/>
            <p:nvPr/>
          </p:nvSpPr>
          <p:spPr>
            <a:xfrm>
              <a:off x="2655888" y="1701800"/>
              <a:ext cx="104775" cy="209552"/>
            </a:xfrm>
            <a:custGeom>
              <a:avLst/>
              <a:gdLst/>
              <a:ahLst/>
              <a:cxnLst/>
              <a:rect l="l" t="t" r="r" b="b"/>
              <a:pathLst>
                <a:path w="2680" h="5379" extrusionOk="0">
                  <a:moveTo>
                    <a:pt x="2292" y="2362"/>
                  </a:moveTo>
                  <a:cubicBezTo>
                    <a:pt x="2506" y="2362"/>
                    <a:pt x="2680" y="2189"/>
                    <a:pt x="2680" y="1975"/>
                  </a:cubicBezTo>
                  <a:lnTo>
                    <a:pt x="2680" y="1737"/>
                  </a:lnTo>
                  <a:cubicBezTo>
                    <a:pt x="2680" y="1180"/>
                    <a:pt x="2264" y="718"/>
                    <a:pt x="1727" y="645"/>
                  </a:cubicBezTo>
                  <a:lnTo>
                    <a:pt x="1727" y="387"/>
                  </a:lnTo>
                  <a:cubicBezTo>
                    <a:pt x="1727" y="174"/>
                    <a:pt x="1553" y="0"/>
                    <a:pt x="1340" y="0"/>
                  </a:cubicBezTo>
                  <a:cubicBezTo>
                    <a:pt x="1126" y="0"/>
                    <a:pt x="953" y="174"/>
                    <a:pt x="953" y="387"/>
                  </a:cubicBezTo>
                  <a:lnTo>
                    <a:pt x="953" y="665"/>
                  </a:lnTo>
                  <a:cubicBezTo>
                    <a:pt x="401" y="788"/>
                    <a:pt x="0" y="1279"/>
                    <a:pt x="0" y="1856"/>
                  </a:cubicBezTo>
                  <a:cubicBezTo>
                    <a:pt x="0" y="2529"/>
                    <a:pt x="547" y="3077"/>
                    <a:pt x="1221" y="3077"/>
                  </a:cubicBezTo>
                  <a:lnTo>
                    <a:pt x="1459" y="3077"/>
                  </a:lnTo>
                  <a:cubicBezTo>
                    <a:pt x="1705" y="3077"/>
                    <a:pt x="1905" y="3277"/>
                    <a:pt x="1905" y="3523"/>
                  </a:cubicBezTo>
                  <a:cubicBezTo>
                    <a:pt x="1905" y="3770"/>
                    <a:pt x="1705" y="3970"/>
                    <a:pt x="1459" y="3970"/>
                  </a:cubicBezTo>
                  <a:lnTo>
                    <a:pt x="1102" y="3970"/>
                  </a:lnTo>
                  <a:cubicBezTo>
                    <a:pt x="921" y="3970"/>
                    <a:pt x="774" y="3823"/>
                    <a:pt x="774" y="3642"/>
                  </a:cubicBezTo>
                  <a:cubicBezTo>
                    <a:pt x="774" y="3429"/>
                    <a:pt x="600" y="3255"/>
                    <a:pt x="387" y="3255"/>
                  </a:cubicBezTo>
                  <a:cubicBezTo>
                    <a:pt x="173" y="3255"/>
                    <a:pt x="0" y="3429"/>
                    <a:pt x="0" y="3642"/>
                  </a:cubicBezTo>
                  <a:cubicBezTo>
                    <a:pt x="0" y="4200"/>
                    <a:pt x="415" y="4661"/>
                    <a:pt x="953" y="4734"/>
                  </a:cubicBezTo>
                  <a:lnTo>
                    <a:pt x="953" y="4992"/>
                  </a:lnTo>
                  <a:cubicBezTo>
                    <a:pt x="953" y="5206"/>
                    <a:pt x="1126" y="5379"/>
                    <a:pt x="1340" y="5379"/>
                  </a:cubicBezTo>
                  <a:cubicBezTo>
                    <a:pt x="1553" y="5379"/>
                    <a:pt x="1727" y="5206"/>
                    <a:pt x="1727" y="4992"/>
                  </a:cubicBezTo>
                  <a:lnTo>
                    <a:pt x="1727" y="4714"/>
                  </a:lnTo>
                  <a:cubicBezTo>
                    <a:pt x="2278" y="4591"/>
                    <a:pt x="2679" y="4101"/>
                    <a:pt x="2679" y="3523"/>
                  </a:cubicBezTo>
                  <a:cubicBezTo>
                    <a:pt x="2679" y="2850"/>
                    <a:pt x="2132" y="2303"/>
                    <a:pt x="1459" y="2303"/>
                  </a:cubicBezTo>
                  <a:lnTo>
                    <a:pt x="1221" y="2303"/>
                  </a:lnTo>
                  <a:cubicBezTo>
                    <a:pt x="974" y="2303"/>
                    <a:pt x="774" y="2102"/>
                    <a:pt x="774" y="1856"/>
                  </a:cubicBezTo>
                  <a:cubicBezTo>
                    <a:pt x="774" y="1610"/>
                    <a:pt x="974" y="1410"/>
                    <a:pt x="1221" y="1410"/>
                  </a:cubicBezTo>
                  <a:lnTo>
                    <a:pt x="1578" y="1410"/>
                  </a:lnTo>
                  <a:cubicBezTo>
                    <a:pt x="1759" y="1410"/>
                    <a:pt x="1905" y="1556"/>
                    <a:pt x="1905" y="1737"/>
                  </a:cubicBezTo>
                  <a:lnTo>
                    <a:pt x="1905" y="1975"/>
                  </a:lnTo>
                  <a:cubicBezTo>
                    <a:pt x="1905" y="2189"/>
                    <a:pt x="2079" y="2362"/>
                    <a:pt x="2292" y="2362"/>
                  </a:cubicBezTo>
                  <a:close/>
                  <a:moveTo>
                    <a:pt x="1578" y="1112"/>
                  </a:moveTo>
                  <a:lnTo>
                    <a:pt x="1221" y="1112"/>
                  </a:lnTo>
                  <a:cubicBezTo>
                    <a:pt x="810" y="1112"/>
                    <a:pt x="476" y="1446"/>
                    <a:pt x="476" y="1856"/>
                  </a:cubicBezTo>
                  <a:cubicBezTo>
                    <a:pt x="476" y="2267"/>
                    <a:pt x="810" y="2600"/>
                    <a:pt x="1221" y="2600"/>
                  </a:cubicBezTo>
                  <a:lnTo>
                    <a:pt x="1459" y="2600"/>
                  </a:lnTo>
                  <a:cubicBezTo>
                    <a:pt x="1968" y="2600"/>
                    <a:pt x="2382" y="3014"/>
                    <a:pt x="2382" y="3523"/>
                  </a:cubicBezTo>
                  <a:cubicBezTo>
                    <a:pt x="2382" y="3994"/>
                    <a:pt x="2029" y="4389"/>
                    <a:pt x="1561" y="4441"/>
                  </a:cubicBezTo>
                  <a:cubicBezTo>
                    <a:pt x="1486" y="4449"/>
                    <a:pt x="1429" y="4513"/>
                    <a:pt x="1429" y="4589"/>
                  </a:cubicBezTo>
                  <a:lnTo>
                    <a:pt x="1429" y="4992"/>
                  </a:lnTo>
                  <a:cubicBezTo>
                    <a:pt x="1429" y="5041"/>
                    <a:pt x="1389" y="5082"/>
                    <a:pt x="1340" y="5082"/>
                  </a:cubicBezTo>
                  <a:cubicBezTo>
                    <a:pt x="1290" y="5082"/>
                    <a:pt x="1250" y="5042"/>
                    <a:pt x="1250" y="4992"/>
                  </a:cubicBezTo>
                  <a:lnTo>
                    <a:pt x="1250" y="4595"/>
                  </a:lnTo>
                  <a:cubicBezTo>
                    <a:pt x="1250" y="4513"/>
                    <a:pt x="1184" y="4446"/>
                    <a:pt x="1101" y="4446"/>
                  </a:cubicBezTo>
                  <a:cubicBezTo>
                    <a:pt x="658" y="4446"/>
                    <a:pt x="298" y="4086"/>
                    <a:pt x="298" y="3642"/>
                  </a:cubicBezTo>
                  <a:cubicBezTo>
                    <a:pt x="298" y="3593"/>
                    <a:pt x="338" y="3553"/>
                    <a:pt x="387" y="3553"/>
                  </a:cubicBezTo>
                  <a:cubicBezTo>
                    <a:pt x="436" y="3553"/>
                    <a:pt x="476" y="3593"/>
                    <a:pt x="476" y="3642"/>
                  </a:cubicBezTo>
                  <a:cubicBezTo>
                    <a:pt x="476" y="3987"/>
                    <a:pt x="757" y="4268"/>
                    <a:pt x="1102" y="4268"/>
                  </a:cubicBezTo>
                  <a:lnTo>
                    <a:pt x="1459" y="4268"/>
                  </a:lnTo>
                  <a:cubicBezTo>
                    <a:pt x="1869" y="4268"/>
                    <a:pt x="2203" y="3934"/>
                    <a:pt x="2203" y="3523"/>
                  </a:cubicBezTo>
                  <a:cubicBezTo>
                    <a:pt x="2203" y="3113"/>
                    <a:pt x="1869" y="2779"/>
                    <a:pt x="1459" y="2779"/>
                  </a:cubicBezTo>
                  <a:lnTo>
                    <a:pt x="1221" y="2779"/>
                  </a:lnTo>
                  <a:cubicBezTo>
                    <a:pt x="712" y="2779"/>
                    <a:pt x="298" y="2365"/>
                    <a:pt x="298" y="1856"/>
                  </a:cubicBezTo>
                  <a:cubicBezTo>
                    <a:pt x="298" y="1385"/>
                    <a:pt x="650" y="991"/>
                    <a:pt x="1118" y="939"/>
                  </a:cubicBezTo>
                  <a:cubicBezTo>
                    <a:pt x="1193" y="931"/>
                    <a:pt x="1250" y="867"/>
                    <a:pt x="1250" y="791"/>
                  </a:cubicBezTo>
                  <a:lnTo>
                    <a:pt x="1250" y="387"/>
                  </a:lnTo>
                  <a:cubicBezTo>
                    <a:pt x="1250" y="338"/>
                    <a:pt x="1290" y="298"/>
                    <a:pt x="1340" y="298"/>
                  </a:cubicBezTo>
                  <a:cubicBezTo>
                    <a:pt x="1389" y="298"/>
                    <a:pt x="1429" y="338"/>
                    <a:pt x="1429" y="387"/>
                  </a:cubicBezTo>
                  <a:lnTo>
                    <a:pt x="1429" y="784"/>
                  </a:lnTo>
                  <a:cubicBezTo>
                    <a:pt x="1429" y="866"/>
                    <a:pt x="1496" y="933"/>
                    <a:pt x="1578" y="933"/>
                  </a:cubicBezTo>
                  <a:cubicBezTo>
                    <a:pt x="2021" y="933"/>
                    <a:pt x="2382" y="1294"/>
                    <a:pt x="2382" y="1737"/>
                  </a:cubicBezTo>
                  <a:lnTo>
                    <a:pt x="2382" y="1975"/>
                  </a:lnTo>
                  <a:cubicBezTo>
                    <a:pt x="2382" y="2024"/>
                    <a:pt x="2342" y="2064"/>
                    <a:pt x="2292" y="2064"/>
                  </a:cubicBezTo>
                  <a:cubicBezTo>
                    <a:pt x="2243" y="2064"/>
                    <a:pt x="2203" y="2024"/>
                    <a:pt x="2203" y="1975"/>
                  </a:cubicBezTo>
                  <a:lnTo>
                    <a:pt x="2203" y="1737"/>
                  </a:lnTo>
                  <a:cubicBezTo>
                    <a:pt x="2203" y="1392"/>
                    <a:pt x="1923" y="1112"/>
                    <a:pt x="1578" y="1112"/>
                  </a:cubicBezTo>
                  <a:close/>
                  <a:moveTo>
                    <a:pt x="1578" y="111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33"/>
            <p:cNvSpPr/>
            <p:nvPr/>
          </p:nvSpPr>
          <p:spPr>
            <a:xfrm>
              <a:off x="2632075" y="1936750"/>
              <a:ext cx="53975" cy="12700"/>
            </a:xfrm>
            <a:custGeom>
              <a:avLst/>
              <a:gdLst/>
              <a:ahLst/>
              <a:cxnLst/>
              <a:rect l="l" t="t" r="r" b="b"/>
              <a:pathLst>
                <a:path w="1409" h="298" extrusionOk="0">
                  <a:moveTo>
                    <a:pt x="1260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1260" y="298"/>
                  </a:lnTo>
                  <a:cubicBezTo>
                    <a:pt x="1342" y="298"/>
                    <a:pt x="1409" y="231"/>
                    <a:pt x="1409" y="149"/>
                  </a:cubicBezTo>
                  <a:cubicBezTo>
                    <a:pt x="1409" y="67"/>
                    <a:pt x="1342" y="0"/>
                    <a:pt x="1260" y="0"/>
                  </a:cubicBezTo>
                  <a:close/>
                  <a:moveTo>
                    <a:pt x="126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33"/>
            <p:cNvSpPr/>
            <p:nvPr/>
          </p:nvSpPr>
          <p:spPr>
            <a:xfrm>
              <a:off x="2698750" y="1936750"/>
              <a:ext cx="74615" cy="12700"/>
            </a:xfrm>
            <a:custGeom>
              <a:avLst/>
              <a:gdLst/>
              <a:ahLst/>
              <a:cxnLst/>
              <a:rect l="l" t="t" r="r" b="b"/>
              <a:pathLst>
                <a:path w="1886" h="298" extrusionOk="0">
                  <a:moveTo>
                    <a:pt x="1737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1"/>
                    <a:pt x="67" y="298"/>
                    <a:pt x="149" y="298"/>
                  </a:cubicBezTo>
                  <a:lnTo>
                    <a:pt x="1737" y="298"/>
                  </a:lnTo>
                  <a:cubicBezTo>
                    <a:pt x="1819" y="298"/>
                    <a:pt x="1886" y="231"/>
                    <a:pt x="1886" y="149"/>
                  </a:cubicBezTo>
                  <a:cubicBezTo>
                    <a:pt x="1886" y="67"/>
                    <a:pt x="1819" y="0"/>
                    <a:pt x="1737" y="0"/>
                  </a:cubicBezTo>
                  <a:close/>
                  <a:moveTo>
                    <a:pt x="1737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33"/>
            <p:cNvSpPr/>
            <p:nvPr/>
          </p:nvSpPr>
          <p:spPr>
            <a:xfrm>
              <a:off x="2632075" y="1968500"/>
              <a:ext cx="36513" cy="11112"/>
            </a:xfrm>
            <a:custGeom>
              <a:avLst/>
              <a:gdLst/>
              <a:ahLst/>
              <a:cxnLst/>
              <a:rect l="l" t="t" r="r" b="b"/>
              <a:pathLst>
                <a:path w="933" h="298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784" y="298"/>
                  </a:lnTo>
                  <a:cubicBezTo>
                    <a:pt x="866" y="298"/>
                    <a:pt x="933" y="231"/>
                    <a:pt x="933" y="149"/>
                  </a:cubicBezTo>
                  <a:cubicBezTo>
                    <a:pt x="933" y="67"/>
                    <a:pt x="866" y="0"/>
                    <a:pt x="784" y="0"/>
                  </a:cubicBezTo>
                  <a:close/>
                  <a:moveTo>
                    <a:pt x="784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33"/>
            <p:cNvSpPr/>
            <p:nvPr/>
          </p:nvSpPr>
          <p:spPr>
            <a:xfrm>
              <a:off x="2681288" y="1968500"/>
              <a:ext cx="92077" cy="11112"/>
            </a:xfrm>
            <a:custGeom>
              <a:avLst/>
              <a:gdLst/>
              <a:ahLst/>
              <a:cxnLst/>
              <a:rect l="l" t="t" r="r" b="b"/>
              <a:pathLst>
                <a:path w="2362" h="298" extrusionOk="0">
                  <a:moveTo>
                    <a:pt x="2213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1"/>
                    <a:pt x="67" y="298"/>
                    <a:pt x="149" y="298"/>
                  </a:cubicBezTo>
                  <a:lnTo>
                    <a:pt x="2213" y="298"/>
                  </a:lnTo>
                  <a:cubicBezTo>
                    <a:pt x="2295" y="298"/>
                    <a:pt x="2362" y="231"/>
                    <a:pt x="2362" y="149"/>
                  </a:cubicBezTo>
                  <a:cubicBezTo>
                    <a:pt x="2362" y="67"/>
                    <a:pt x="2295" y="0"/>
                    <a:pt x="2213" y="0"/>
                  </a:cubicBezTo>
                  <a:close/>
                  <a:moveTo>
                    <a:pt x="2213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33"/>
            <p:cNvSpPr/>
            <p:nvPr/>
          </p:nvSpPr>
          <p:spPr>
            <a:xfrm>
              <a:off x="2632075" y="1998663"/>
              <a:ext cx="73025" cy="11112"/>
            </a:xfrm>
            <a:custGeom>
              <a:avLst/>
              <a:gdLst/>
              <a:ahLst/>
              <a:cxnLst/>
              <a:rect l="l" t="t" r="r" b="b"/>
              <a:pathLst>
                <a:path w="1885" h="298" extrusionOk="0">
                  <a:moveTo>
                    <a:pt x="1737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1737" y="298"/>
                  </a:lnTo>
                  <a:cubicBezTo>
                    <a:pt x="1819" y="298"/>
                    <a:pt x="1885" y="231"/>
                    <a:pt x="1885" y="149"/>
                  </a:cubicBezTo>
                  <a:cubicBezTo>
                    <a:pt x="1885" y="67"/>
                    <a:pt x="1819" y="0"/>
                    <a:pt x="1737" y="0"/>
                  </a:cubicBezTo>
                  <a:close/>
                  <a:moveTo>
                    <a:pt x="1737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33"/>
            <p:cNvSpPr/>
            <p:nvPr/>
          </p:nvSpPr>
          <p:spPr>
            <a:xfrm>
              <a:off x="2717800" y="1998663"/>
              <a:ext cx="55564" cy="11112"/>
            </a:xfrm>
            <a:custGeom>
              <a:avLst/>
              <a:gdLst/>
              <a:ahLst/>
              <a:cxnLst/>
              <a:rect l="l" t="t" r="r" b="b"/>
              <a:pathLst>
                <a:path w="1409" h="298" extrusionOk="0">
                  <a:moveTo>
                    <a:pt x="1260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1"/>
                    <a:pt x="66" y="298"/>
                    <a:pt x="149" y="298"/>
                  </a:cubicBezTo>
                  <a:lnTo>
                    <a:pt x="1260" y="298"/>
                  </a:lnTo>
                  <a:cubicBezTo>
                    <a:pt x="1342" y="298"/>
                    <a:pt x="1409" y="231"/>
                    <a:pt x="1409" y="149"/>
                  </a:cubicBezTo>
                  <a:cubicBezTo>
                    <a:pt x="1409" y="67"/>
                    <a:pt x="1342" y="0"/>
                    <a:pt x="1260" y="0"/>
                  </a:cubicBezTo>
                  <a:close/>
                  <a:moveTo>
                    <a:pt x="1260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33"/>
            <p:cNvSpPr/>
            <p:nvPr/>
          </p:nvSpPr>
          <p:spPr>
            <a:xfrm>
              <a:off x="2433638" y="1789113"/>
              <a:ext cx="147640" cy="49211"/>
            </a:xfrm>
            <a:custGeom>
              <a:avLst/>
              <a:gdLst/>
              <a:ahLst/>
              <a:cxnLst/>
              <a:rect l="l" t="t" r="r" b="b"/>
              <a:pathLst>
                <a:path w="3791" h="1251" extrusionOk="0">
                  <a:moveTo>
                    <a:pt x="3643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1102"/>
                  </a:lnTo>
                  <a:cubicBezTo>
                    <a:pt x="0" y="1184"/>
                    <a:pt x="67" y="1251"/>
                    <a:pt x="149" y="1251"/>
                  </a:cubicBezTo>
                  <a:lnTo>
                    <a:pt x="3643" y="1251"/>
                  </a:lnTo>
                  <a:cubicBezTo>
                    <a:pt x="3725" y="1251"/>
                    <a:pt x="3791" y="1184"/>
                    <a:pt x="3791" y="1102"/>
                  </a:cubicBezTo>
                  <a:lnTo>
                    <a:pt x="3791" y="149"/>
                  </a:lnTo>
                  <a:cubicBezTo>
                    <a:pt x="3791" y="67"/>
                    <a:pt x="3725" y="0"/>
                    <a:pt x="3643" y="0"/>
                  </a:cubicBezTo>
                  <a:close/>
                  <a:moveTo>
                    <a:pt x="3494" y="953"/>
                  </a:moveTo>
                  <a:lnTo>
                    <a:pt x="298" y="953"/>
                  </a:lnTo>
                  <a:lnTo>
                    <a:pt x="298" y="298"/>
                  </a:lnTo>
                  <a:lnTo>
                    <a:pt x="3494" y="298"/>
                  </a:lnTo>
                  <a:lnTo>
                    <a:pt x="3494" y="953"/>
                  </a:lnTo>
                  <a:close/>
                  <a:moveTo>
                    <a:pt x="3494" y="953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33"/>
            <p:cNvSpPr/>
            <p:nvPr/>
          </p:nvSpPr>
          <p:spPr>
            <a:xfrm>
              <a:off x="2520950" y="1851025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20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1420"/>
                  </a:lnTo>
                  <a:cubicBezTo>
                    <a:pt x="0" y="1502"/>
                    <a:pt x="67" y="1568"/>
                    <a:pt x="149" y="1568"/>
                  </a:cubicBezTo>
                  <a:lnTo>
                    <a:pt x="1420" y="1568"/>
                  </a:lnTo>
                  <a:cubicBezTo>
                    <a:pt x="1502" y="1568"/>
                    <a:pt x="1568" y="1502"/>
                    <a:pt x="1568" y="1420"/>
                  </a:cubicBezTo>
                  <a:lnTo>
                    <a:pt x="1568" y="149"/>
                  </a:lnTo>
                  <a:cubicBezTo>
                    <a:pt x="1568" y="67"/>
                    <a:pt x="1502" y="0"/>
                    <a:pt x="1420" y="0"/>
                  </a:cubicBezTo>
                  <a:close/>
                  <a:moveTo>
                    <a:pt x="1271" y="1271"/>
                  </a:moveTo>
                  <a:lnTo>
                    <a:pt x="298" y="1271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1"/>
                  </a:lnTo>
                  <a:close/>
                  <a:moveTo>
                    <a:pt x="1271" y="1271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33"/>
            <p:cNvSpPr/>
            <p:nvPr/>
          </p:nvSpPr>
          <p:spPr>
            <a:xfrm>
              <a:off x="2433638" y="1851025"/>
              <a:ext cx="61912" cy="60325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19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1420"/>
                  </a:lnTo>
                  <a:cubicBezTo>
                    <a:pt x="0" y="1502"/>
                    <a:pt x="67" y="1568"/>
                    <a:pt x="149" y="1568"/>
                  </a:cubicBezTo>
                  <a:lnTo>
                    <a:pt x="1419" y="1568"/>
                  </a:lnTo>
                  <a:cubicBezTo>
                    <a:pt x="1502" y="1568"/>
                    <a:pt x="1568" y="1502"/>
                    <a:pt x="1568" y="1420"/>
                  </a:cubicBezTo>
                  <a:lnTo>
                    <a:pt x="1568" y="149"/>
                  </a:lnTo>
                  <a:cubicBezTo>
                    <a:pt x="1568" y="67"/>
                    <a:pt x="1502" y="0"/>
                    <a:pt x="1419" y="0"/>
                  </a:cubicBezTo>
                  <a:close/>
                  <a:moveTo>
                    <a:pt x="1271" y="1271"/>
                  </a:moveTo>
                  <a:lnTo>
                    <a:pt x="298" y="1271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1"/>
                  </a:lnTo>
                  <a:close/>
                  <a:moveTo>
                    <a:pt x="1271" y="1271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33"/>
            <p:cNvSpPr/>
            <p:nvPr/>
          </p:nvSpPr>
          <p:spPr>
            <a:xfrm>
              <a:off x="2520950" y="1924050"/>
              <a:ext cx="60325" cy="61912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20" y="0"/>
                  </a:moveTo>
                  <a:lnTo>
                    <a:pt x="149" y="0"/>
                  </a:lnTo>
                  <a:cubicBezTo>
                    <a:pt x="67" y="0"/>
                    <a:pt x="0" y="66"/>
                    <a:pt x="0" y="149"/>
                  </a:cubicBezTo>
                  <a:lnTo>
                    <a:pt x="0" y="1419"/>
                  </a:lnTo>
                  <a:cubicBezTo>
                    <a:pt x="0" y="1501"/>
                    <a:pt x="67" y="1568"/>
                    <a:pt x="149" y="1568"/>
                  </a:cubicBezTo>
                  <a:lnTo>
                    <a:pt x="1420" y="1568"/>
                  </a:lnTo>
                  <a:cubicBezTo>
                    <a:pt x="1502" y="1568"/>
                    <a:pt x="1568" y="1501"/>
                    <a:pt x="1568" y="1419"/>
                  </a:cubicBezTo>
                  <a:lnTo>
                    <a:pt x="1568" y="149"/>
                  </a:lnTo>
                  <a:cubicBezTo>
                    <a:pt x="1568" y="66"/>
                    <a:pt x="1502" y="0"/>
                    <a:pt x="1420" y="0"/>
                  </a:cubicBezTo>
                  <a:close/>
                  <a:moveTo>
                    <a:pt x="1271" y="1270"/>
                  </a:moveTo>
                  <a:lnTo>
                    <a:pt x="298" y="1270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0"/>
                  </a:lnTo>
                  <a:close/>
                  <a:moveTo>
                    <a:pt x="1271" y="12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33"/>
            <p:cNvSpPr/>
            <p:nvPr/>
          </p:nvSpPr>
          <p:spPr>
            <a:xfrm>
              <a:off x="2433638" y="1924050"/>
              <a:ext cx="61912" cy="61912"/>
            </a:xfrm>
            <a:custGeom>
              <a:avLst/>
              <a:gdLst/>
              <a:ahLst/>
              <a:cxnLst/>
              <a:rect l="l" t="t" r="r" b="b"/>
              <a:pathLst>
                <a:path w="1568" h="1568" extrusionOk="0">
                  <a:moveTo>
                    <a:pt x="1419" y="0"/>
                  </a:moveTo>
                  <a:lnTo>
                    <a:pt x="149" y="0"/>
                  </a:lnTo>
                  <a:cubicBezTo>
                    <a:pt x="67" y="0"/>
                    <a:pt x="0" y="66"/>
                    <a:pt x="0" y="149"/>
                  </a:cubicBezTo>
                  <a:lnTo>
                    <a:pt x="0" y="1419"/>
                  </a:lnTo>
                  <a:cubicBezTo>
                    <a:pt x="0" y="1501"/>
                    <a:pt x="67" y="1568"/>
                    <a:pt x="149" y="1568"/>
                  </a:cubicBezTo>
                  <a:lnTo>
                    <a:pt x="1419" y="1568"/>
                  </a:lnTo>
                  <a:cubicBezTo>
                    <a:pt x="1502" y="1568"/>
                    <a:pt x="1568" y="1501"/>
                    <a:pt x="1568" y="1419"/>
                  </a:cubicBezTo>
                  <a:lnTo>
                    <a:pt x="1568" y="149"/>
                  </a:lnTo>
                  <a:cubicBezTo>
                    <a:pt x="1568" y="66"/>
                    <a:pt x="1502" y="0"/>
                    <a:pt x="1419" y="0"/>
                  </a:cubicBezTo>
                  <a:close/>
                  <a:moveTo>
                    <a:pt x="1271" y="1270"/>
                  </a:moveTo>
                  <a:lnTo>
                    <a:pt x="298" y="1270"/>
                  </a:lnTo>
                  <a:lnTo>
                    <a:pt x="298" y="298"/>
                  </a:lnTo>
                  <a:lnTo>
                    <a:pt x="1271" y="298"/>
                  </a:lnTo>
                  <a:lnTo>
                    <a:pt x="1271" y="1270"/>
                  </a:lnTo>
                  <a:close/>
                  <a:moveTo>
                    <a:pt x="1271" y="127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33"/>
            <p:cNvSpPr/>
            <p:nvPr/>
          </p:nvSpPr>
          <p:spPr>
            <a:xfrm>
              <a:off x="2452688" y="1868488"/>
              <a:ext cx="23813" cy="25399"/>
            </a:xfrm>
            <a:custGeom>
              <a:avLst/>
              <a:gdLst/>
              <a:ahLst/>
              <a:cxnLst/>
              <a:rect l="l" t="t" r="r" b="b"/>
              <a:pathLst>
                <a:path w="615" h="615" extrusionOk="0">
                  <a:moveTo>
                    <a:pt x="466" y="158"/>
                  </a:moveTo>
                  <a:lnTo>
                    <a:pt x="456" y="158"/>
                  </a:lnTo>
                  <a:lnTo>
                    <a:pt x="456" y="149"/>
                  </a:lnTo>
                  <a:cubicBezTo>
                    <a:pt x="456" y="66"/>
                    <a:pt x="390" y="0"/>
                    <a:pt x="307" y="0"/>
                  </a:cubicBezTo>
                  <a:cubicBezTo>
                    <a:pt x="225" y="0"/>
                    <a:pt x="158" y="66"/>
                    <a:pt x="158" y="149"/>
                  </a:cubicBezTo>
                  <a:lnTo>
                    <a:pt x="158" y="158"/>
                  </a:lnTo>
                  <a:lnTo>
                    <a:pt x="148" y="158"/>
                  </a:lnTo>
                  <a:cubicBezTo>
                    <a:pt x="66" y="158"/>
                    <a:pt x="0" y="225"/>
                    <a:pt x="0" y="307"/>
                  </a:cubicBezTo>
                  <a:cubicBezTo>
                    <a:pt x="0" y="390"/>
                    <a:pt x="66" y="456"/>
                    <a:pt x="148" y="456"/>
                  </a:cubicBezTo>
                  <a:lnTo>
                    <a:pt x="158" y="456"/>
                  </a:lnTo>
                  <a:lnTo>
                    <a:pt x="158" y="466"/>
                  </a:lnTo>
                  <a:cubicBezTo>
                    <a:pt x="158" y="548"/>
                    <a:pt x="225" y="615"/>
                    <a:pt x="307" y="615"/>
                  </a:cubicBezTo>
                  <a:cubicBezTo>
                    <a:pt x="390" y="615"/>
                    <a:pt x="456" y="548"/>
                    <a:pt x="456" y="466"/>
                  </a:cubicBezTo>
                  <a:lnTo>
                    <a:pt x="456" y="456"/>
                  </a:lnTo>
                  <a:lnTo>
                    <a:pt x="466" y="456"/>
                  </a:lnTo>
                  <a:cubicBezTo>
                    <a:pt x="548" y="456"/>
                    <a:pt x="615" y="389"/>
                    <a:pt x="615" y="307"/>
                  </a:cubicBezTo>
                  <a:cubicBezTo>
                    <a:pt x="615" y="225"/>
                    <a:pt x="548" y="158"/>
                    <a:pt x="466" y="158"/>
                  </a:cubicBezTo>
                  <a:close/>
                  <a:moveTo>
                    <a:pt x="466" y="1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33"/>
            <p:cNvSpPr/>
            <p:nvPr/>
          </p:nvSpPr>
          <p:spPr>
            <a:xfrm>
              <a:off x="2538413" y="1874838"/>
              <a:ext cx="23813" cy="12700"/>
            </a:xfrm>
            <a:custGeom>
              <a:avLst/>
              <a:gdLst/>
              <a:ahLst/>
              <a:cxnLst/>
              <a:rect l="l" t="t" r="r" b="b"/>
              <a:pathLst>
                <a:path w="615" h="298" extrusionOk="0">
                  <a:moveTo>
                    <a:pt x="466" y="0"/>
                  </a:moveTo>
                  <a:lnTo>
                    <a:pt x="149" y="0"/>
                  </a:lnTo>
                  <a:cubicBezTo>
                    <a:pt x="66" y="0"/>
                    <a:pt x="0" y="67"/>
                    <a:pt x="0" y="149"/>
                  </a:cubicBezTo>
                  <a:cubicBezTo>
                    <a:pt x="0" y="232"/>
                    <a:pt x="66" y="298"/>
                    <a:pt x="149" y="298"/>
                  </a:cubicBezTo>
                  <a:lnTo>
                    <a:pt x="466" y="298"/>
                  </a:lnTo>
                  <a:cubicBezTo>
                    <a:pt x="548" y="298"/>
                    <a:pt x="615" y="231"/>
                    <a:pt x="615" y="149"/>
                  </a:cubicBezTo>
                  <a:cubicBezTo>
                    <a:pt x="615" y="67"/>
                    <a:pt x="548" y="0"/>
                    <a:pt x="466" y="0"/>
                  </a:cubicBezTo>
                  <a:close/>
                  <a:moveTo>
                    <a:pt x="466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33"/>
            <p:cNvSpPr/>
            <p:nvPr/>
          </p:nvSpPr>
          <p:spPr>
            <a:xfrm>
              <a:off x="2452688" y="1943100"/>
              <a:ext cx="23813" cy="23812"/>
            </a:xfrm>
            <a:custGeom>
              <a:avLst/>
              <a:gdLst/>
              <a:ahLst/>
              <a:cxnLst/>
              <a:rect l="l" t="t" r="r" b="b"/>
              <a:pathLst>
                <a:path w="645" h="629" extrusionOk="0">
                  <a:moveTo>
                    <a:pt x="533" y="322"/>
                  </a:moveTo>
                  <a:lnTo>
                    <a:pt x="586" y="268"/>
                  </a:lnTo>
                  <a:cubicBezTo>
                    <a:pt x="645" y="210"/>
                    <a:pt x="645" y="116"/>
                    <a:pt x="586" y="58"/>
                  </a:cubicBezTo>
                  <a:cubicBezTo>
                    <a:pt x="528" y="0"/>
                    <a:pt x="434" y="0"/>
                    <a:pt x="376" y="58"/>
                  </a:cubicBezTo>
                  <a:lnTo>
                    <a:pt x="322" y="111"/>
                  </a:lnTo>
                  <a:lnTo>
                    <a:pt x="269" y="58"/>
                  </a:lnTo>
                  <a:cubicBezTo>
                    <a:pt x="211" y="0"/>
                    <a:pt x="116" y="0"/>
                    <a:pt x="58" y="58"/>
                  </a:cubicBezTo>
                  <a:cubicBezTo>
                    <a:pt x="0" y="116"/>
                    <a:pt x="0" y="210"/>
                    <a:pt x="58" y="268"/>
                  </a:cubicBezTo>
                  <a:lnTo>
                    <a:pt x="112" y="322"/>
                  </a:lnTo>
                  <a:lnTo>
                    <a:pt x="58" y="375"/>
                  </a:lnTo>
                  <a:cubicBezTo>
                    <a:pt x="0" y="433"/>
                    <a:pt x="0" y="528"/>
                    <a:pt x="58" y="586"/>
                  </a:cubicBezTo>
                  <a:cubicBezTo>
                    <a:pt x="87" y="615"/>
                    <a:pt x="125" y="629"/>
                    <a:pt x="163" y="629"/>
                  </a:cubicBezTo>
                  <a:cubicBezTo>
                    <a:pt x="202" y="629"/>
                    <a:pt x="240" y="615"/>
                    <a:pt x="269" y="586"/>
                  </a:cubicBezTo>
                  <a:lnTo>
                    <a:pt x="322" y="532"/>
                  </a:lnTo>
                  <a:lnTo>
                    <a:pt x="376" y="586"/>
                  </a:lnTo>
                  <a:cubicBezTo>
                    <a:pt x="405" y="615"/>
                    <a:pt x="443" y="629"/>
                    <a:pt x="481" y="629"/>
                  </a:cubicBezTo>
                  <a:cubicBezTo>
                    <a:pt x="519" y="629"/>
                    <a:pt x="557" y="615"/>
                    <a:pt x="586" y="586"/>
                  </a:cubicBezTo>
                  <a:cubicBezTo>
                    <a:pt x="644" y="528"/>
                    <a:pt x="644" y="433"/>
                    <a:pt x="586" y="375"/>
                  </a:cubicBezTo>
                  <a:lnTo>
                    <a:pt x="533" y="322"/>
                  </a:lnTo>
                  <a:close/>
                  <a:moveTo>
                    <a:pt x="533" y="32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33"/>
            <p:cNvSpPr/>
            <p:nvPr/>
          </p:nvSpPr>
          <p:spPr>
            <a:xfrm>
              <a:off x="2536825" y="1943100"/>
              <a:ext cx="26988" cy="23812"/>
            </a:xfrm>
            <a:custGeom>
              <a:avLst/>
              <a:gdLst/>
              <a:ahLst/>
              <a:cxnLst/>
              <a:rect l="l" t="t" r="r" b="b"/>
              <a:pathLst>
                <a:path w="678" h="629" extrusionOk="0">
                  <a:moveTo>
                    <a:pt x="619" y="58"/>
                  </a:moveTo>
                  <a:cubicBezTo>
                    <a:pt x="561" y="0"/>
                    <a:pt x="467" y="0"/>
                    <a:pt x="409" y="58"/>
                  </a:cubicBezTo>
                  <a:lnTo>
                    <a:pt x="91" y="375"/>
                  </a:lnTo>
                  <a:cubicBezTo>
                    <a:pt x="0" y="467"/>
                    <a:pt x="66" y="629"/>
                    <a:pt x="197" y="629"/>
                  </a:cubicBezTo>
                  <a:cubicBezTo>
                    <a:pt x="235" y="629"/>
                    <a:pt x="273" y="615"/>
                    <a:pt x="302" y="586"/>
                  </a:cubicBezTo>
                  <a:lnTo>
                    <a:pt x="619" y="268"/>
                  </a:lnTo>
                  <a:cubicBezTo>
                    <a:pt x="678" y="210"/>
                    <a:pt x="678" y="116"/>
                    <a:pt x="619" y="58"/>
                  </a:cubicBezTo>
                  <a:close/>
                  <a:moveTo>
                    <a:pt x="619" y="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3" name="Google Shape;2293;p33"/>
          <p:cNvSpPr txBox="1">
            <a:spLocks noGrp="1"/>
          </p:cNvSpPr>
          <p:nvPr>
            <p:ph type="subTitle" idx="1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 and the smallest in the Solar System</a:t>
            </a:r>
            <a:endParaRPr/>
          </a:p>
        </p:txBody>
      </p:sp>
      <p:sp>
        <p:nvSpPr>
          <p:cNvPr id="2294" name="Google Shape;2294;p33"/>
          <p:cNvSpPr txBox="1">
            <a:spLocks noGrp="1"/>
          </p:cNvSpPr>
          <p:nvPr>
            <p:ph type="subTitle" idx="2"/>
          </p:nvPr>
        </p:nvSpPr>
        <p:spPr>
          <a:xfrm>
            <a:off x="3432450" y="3079926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2295" name="Google Shape;2295;p33"/>
          <p:cNvSpPr txBox="1">
            <a:spLocks noGrp="1"/>
          </p:cNvSpPr>
          <p:nvPr>
            <p:ph type="subTitle" idx="3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34"/>
          <p:cNvSpPr txBox="1">
            <a:spLocks noGrp="1"/>
          </p:cNvSpPr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To reinforce the concept, try using an image</a:t>
            </a:r>
            <a:endParaRPr/>
          </a:p>
        </p:txBody>
      </p:sp>
      <p:sp>
        <p:nvSpPr>
          <p:cNvPr id="2301" name="Google Shape;2301;p34"/>
          <p:cNvSpPr txBox="1">
            <a:spLocks noGrp="1"/>
          </p:cNvSpPr>
          <p:nvPr>
            <p:ph type="subTitle" idx="1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a long text. Your audience will appreciate 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1" name="Google Shape;2391;p37"/>
          <p:cNvCxnSpPr>
            <a:stCxn id="2392" idx="3"/>
          </p:cNvCxnSpPr>
          <p:nvPr/>
        </p:nvCxnSpPr>
        <p:spPr>
          <a:xfrm>
            <a:off x="2357900" y="2056529"/>
            <a:ext cx="1818300" cy="3030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3" name="Google Shape;2393;p37"/>
          <p:cNvCxnSpPr>
            <a:stCxn id="2394" idx="3"/>
          </p:cNvCxnSpPr>
          <p:nvPr/>
        </p:nvCxnSpPr>
        <p:spPr>
          <a:xfrm>
            <a:off x="2357900" y="3260779"/>
            <a:ext cx="1237500" cy="317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5" name="Google Shape;2395;p37"/>
          <p:cNvCxnSpPr>
            <a:stCxn id="2396" idx="1"/>
          </p:cNvCxnSpPr>
          <p:nvPr/>
        </p:nvCxnSpPr>
        <p:spPr>
          <a:xfrm flipH="1">
            <a:off x="5213336" y="2056529"/>
            <a:ext cx="1569600" cy="920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7" name="Google Shape;2397;p37"/>
          <p:cNvCxnSpPr>
            <a:stCxn id="2398" idx="1"/>
          </p:cNvCxnSpPr>
          <p:nvPr/>
        </p:nvCxnSpPr>
        <p:spPr>
          <a:xfrm flipH="1">
            <a:off x="5711336" y="3260779"/>
            <a:ext cx="1071600" cy="9873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9" name="Google Shape;2399;p37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</a:pPr>
            <a:r>
              <a:rPr lang="en"/>
              <a:t>This is an infographic</a:t>
            </a:r>
            <a:endParaRPr/>
          </a:p>
        </p:txBody>
      </p:sp>
      <p:sp>
        <p:nvSpPr>
          <p:cNvPr id="2396" name="Google Shape;2396;p37"/>
          <p:cNvSpPr txBox="1"/>
          <p:nvPr/>
        </p:nvSpPr>
        <p:spPr>
          <a:xfrm>
            <a:off x="6782936" y="1792679"/>
            <a:ext cx="163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Neptune</a:t>
            </a:r>
            <a:endParaRPr sz="2400" b="0" i="0" u="none" strike="noStrike" cap="none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400" name="Google Shape;2400;p37"/>
          <p:cNvSpPr txBox="1"/>
          <p:nvPr/>
        </p:nvSpPr>
        <p:spPr>
          <a:xfrm>
            <a:off x="6605626" y="2217549"/>
            <a:ext cx="181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It’s the farthest planet from the Sun</a:t>
            </a:r>
            <a:endParaRPr sz="12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94" name="Google Shape;2394;p37"/>
          <p:cNvSpPr txBox="1"/>
          <p:nvPr/>
        </p:nvSpPr>
        <p:spPr>
          <a:xfrm>
            <a:off x="723800" y="2996929"/>
            <a:ext cx="1634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Mercury</a:t>
            </a:r>
            <a:endParaRPr sz="2400" b="0" i="0" u="none" strike="noStrike" cap="none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401" name="Google Shape;2401;p37"/>
          <p:cNvSpPr txBox="1"/>
          <p:nvPr/>
        </p:nvSpPr>
        <p:spPr>
          <a:xfrm>
            <a:off x="723900" y="2217549"/>
            <a:ext cx="180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Mars is actually a very cold place</a:t>
            </a:r>
            <a:endParaRPr sz="12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02" name="Google Shape;2402;p37"/>
          <p:cNvSpPr txBox="1"/>
          <p:nvPr/>
        </p:nvSpPr>
        <p:spPr>
          <a:xfrm>
            <a:off x="723900" y="3421799"/>
            <a:ext cx="1809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It’s the closest planet to the Sun</a:t>
            </a:r>
            <a:endParaRPr sz="12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98" name="Google Shape;2398;p37"/>
          <p:cNvSpPr txBox="1"/>
          <p:nvPr/>
        </p:nvSpPr>
        <p:spPr>
          <a:xfrm>
            <a:off x="6782936" y="2996929"/>
            <a:ext cx="163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Saturn</a:t>
            </a:r>
            <a:endParaRPr sz="2400" b="0" i="0" u="none" strike="noStrike" cap="none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403" name="Google Shape;2403;p37"/>
          <p:cNvSpPr txBox="1"/>
          <p:nvPr/>
        </p:nvSpPr>
        <p:spPr>
          <a:xfrm>
            <a:off x="6605626" y="3421799"/>
            <a:ext cx="1814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naheim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Saturn is a gas giant with rings</a:t>
            </a:r>
            <a:endParaRPr sz="1200" b="0" i="0" u="none" strike="noStrike" cap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92" name="Google Shape;2392;p37"/>
          <p:cNvSpPr txBox="1"/>
          <p:nvPr/>
        </p:nvSpPr>
        <p:spPr>
          <a:xfrm>
            <a:off x="723800" y="1792679"/>
            <a:ext cx="1634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Mars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37"/>
          <p:cNvSpPr/>
          <p:nvPr/>
        </p:nvSpPr>
        <p:spPr>
          <a:xfrm>
            <a:off x="3749893" y="2568537"/>
            <a:ext cx="1639003" cy="528852"/>
          </a:xfrm>
          <a:custGeom>
            <a:avLst/>
            <a:gdLst/>
            <a:ahLst/>
            <a:cxnLst/>
            <a:rect l="l" t="t" r="r" b="b"/>
            <a:pathLst>
              <a:path w="125546" h="40494" extrusionOk="0">
                <a:moveTo>
                  <a:pt x="22196" y="1"/>
                </a:moveTo>
                <a:lnTo>
                  <a:pt x="8133" y="25661"/>
                </a:lnTo>
                <a:lnTo>
                  <a:pt x="1" y="40494"/>
                </a:lnTo>
                <a:lnTo>
                  <a:pt x="125545" y="40494"/>
                </a:lnTo>
                <a:lnTo>
                  <a:pt x="117413" y="25661"/>
                </a:lnTo>
                <a:lnTo>
                  <a:pt x="1033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37"/>
          <p:cNvSpPr/>
          <p:nvPr/>
        </p:nvSpPr>
        <p:spPr>
          <a:xfrm>
            <a:off x="4058143" y="1514901"/>
            <a:ext cx="1024504" cy="966558"/>
          </a:xfrm>
          <a:custGeom>
            <a:avLst/>
            <a:gdLst/>
            <a:ahLst/>
            <a:cxnLst/>
            <a:rect l="l" t="t" r="r" b="b"/>
            <a:pathLst>
              <a:path w="78476" h="74009" extrusionOk="0">
                <a:moveTo>
                  <a:pt x="39246" y="0"/>
                </a:moveTo>
                <a:lnTo>
                  <a:pt x="1" y="74009"/>
                </a:lnTo>
                <a:lnTo>
                  <a:pt x="78476" y="74009"/>
                </a:lnTo>
                <a:lnTo>
                  <a:pt x="392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37"/>
          <p:cNvSpPr/>
          <p:nvPr/>
        </p:nvSpPr>
        <p:spPr>
          <a:xfrm>
            <a:off x="3066447" y="3797518"/>
            <a:ext cx="3005313" cy="581954"/>
          </a:xfrm>
          <a:custGeom>
            <a:avLst/>
            <a:gdLst/>
            <a:ahLst/>
            <a:cxnLst/>
            <a:rect l="l" t="t" r="r" b="b"/>
            <a:pathLst>
              <a:path w="230204" h="44560" extrusionOk="0">
                <a:moveTo>
                  <a:pt x="25737" y="1"/>
                </a:moveTo>
                <a:lnTo>
                  <a:pt x="0" y="44560"/>
                </a:lnTo>
                <a:lnTo>
                  <a:pt x="230204" y="44560"/>
                </a:lnTo>
                <a:lnTo>
                  <a:pt x="204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37"/>
          <p:cNvSpPr/>
          <p:nvPr/>
        </p:nvSpPr>
        <p:spPr>
          <a:xfrm>
            <a:off x="3429383" y="3184437"/>
            <a:ext cx="2282040" cy="526031"/>
          </a:xfrm>
          <a:custGeom>
            <a:avLst/>
            <a:gdLst/>
            <a:ahLst/>
            <a:cxnLst/>
            <a:rect l="l" t="t" r="r" b="b"/>
            <a:pathLst>
              <a:path w="174802" h="40278" extrusionOk="0">
                <a:moveTo>
                  <a:pt x="22750" y="1"/>
                </a:moveTo>
                <a:lnTo>
                  <a:pt x="0" y="40278"/>
                </a:lnTo>
                <a:lnTo>
                  <a:pt x="174802" y="40278"/>
                </a:lnTo>
                <a:lnTo>
                  <a:pt x="15205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8" name="Google Shape;2408;p37"/>
          <p:cNvGrpSpPr/>
          <p:nvPr/>
        </p:nvGrpSpPr>
        <p:grpSpPr>
          <a:xfrm>
            <a:off x="4379065" y="3928851"/>
            <a:ext cx="393701" cy="319078"/>
            <a:chOff x="6999288" y="1697038"/>
            <a:chExt cx="393701" cy="319078"/>
          </a:xfrm>
        </p:grpSpPr>
        <p:sp>
          <p:nvSpPr>
            <p:cNvPr id="2409" name="Google Shape;2409;p37"/>
            <p:cNvSpPr/>
            <p:nvPr/>
          </p:nvSpPr>
          <p:spPr>
            <a:xfrm>
              <a:off x="6999288" y="1697038"/>
              <a:ext cx="393701" cy="319078"/>
            </a:xfrm>
            <a:custGeom>
              <a:avLst/>
              <a:gdLst/>
              <a:ahLst/>
              <a:cxnLst/>
              <a:rect l="l" t="t" r="r" b="b"/>
              <a:pathLst>
                <a:path w="10143" h="8238" extrusionOk="0">
                  <a:moveTo>
                    <a:pt x="9994" y="0"/>
                  </a:moveTo>
                  <a:lnTo>
                    <a:pt x="1419" y="0"/>
                  </a:lnTo>
                  <a:cubicBezTo>
                    <a:pt x="1337" y="0"/>
                    <a:pt x="1270" y="67"/>
                    <a:pt x="1270" y="149"/>
                  </a:cubicBezTo>
                  <a:lnTo>
                    <a:pt x="1270" y="2541"/>
                  </a:lnTo>
                  <a:lnTo>
                    <a:pt x="148" y="2541"/>
                  </a:lnTo>
                  <a:cubicBezTo>
                    <a:pt x="66" y="2541"/>
                    <a:pt x="0" y="2608"/>
                    <a:pt x="0" y="2690"/>
                  </a:cubicBezTo>
                  <a:lnTo>
                    <a:pt x="0" y="8089"/>
                  </a:lnTo>
                  <a:cubicBezTo>
                    <a:pt x="0" y="8171"/>
                    <a:pt x="66" y="8238"/>
                    <a:pt x="148" y="8238"/>
                  </a:cubicBezTo>
                  <a:lnTo>
                    <a:pt x="8723" y="8238"/>
                  </a:lnTo>
                  <a:cubicBezTo>
                    <a:pt x="8806" y="8238"/>
                    <a:pt x="8872" y="8171"/>
                    <a:pt x="8872" y="8089"/>
                  </a:cubicBezTo>
                  <a:lnTo>
                    <a:pt x="8872" y="6967"/>
                  </a:lnTo>
                  <a:lnTo>
                    <a:pt x="9994" y="6967"/>
                  </a:lnTo>
                  <a:cubicBezTo>
                    <a:pt x="10076" y="6967"/>
                    <a:pt x="10143" y="6901"/>
                    <a:pt x="10143" y="6819"/>
                  </a:cubicBezTo>
                  <a:lnTo>
                    <a:pt x="10143" y="149"/>
                  </a:lnTo>
                  <a:cubicBezTo>
                    <a:pt x="10143" y="67"/>
                    <a:pt x="10076" y="0"/>
                    <a:pt x="9994" y="0"/>
                  </a:cubicBezTo>
                  <a:close/>
                  <a:moveTo>
                    <a:pt x="8575" y="7940"/>
                  </a:moveTo>
                  <a:lnTo>
                    <a:pt x="297" y="7940"/>
                  </a:lnTo>
                  <a:lnTo>
                    <a:pt x="297" y="2839"/>
                  </a:lnTo>
                  <a:lnTo>
                    <a:pt x="6282" y="2839"/>
                  </a:lnTo>
                  <a:cubicBezTo>
                    <a:pt x="6364" y="2839"/>
                    <a:pt x="6431" y="2772"/>
                    <a:pt x="6431" y="2690"/>
                  </a:cubicBezTo>
                  <a:cubicBezTo>
                    <a:pt x="6431" y="2608"/>
                    <a:pt x="6364" y="2541"/>
                    <a:pt x="6282" y="2541"/>
                  </a:cubicBezTo>
                  <a:lnTo>
                    <a:pt x="2861" y="2541"/>
                  </a:lnTo>
                  <a:cubicBezTo>
                    <a:pt x="2924" y="2438"/>
                    <a:pt x="2966" y="2323"/>
                    <a:pt x="2985" y="2204"/>
                  </a:cubicBezTo>
                  <a:lnTo>
                    <a:pt x="8427" y="2204"/>
                  </a:lnTo>
                  <a:cubicBezTo>
                    <a:pt x="8447" y="2325"/>
                    <a:pt x="8490" y="2439"/>
                    <a:pt x="8551" y="2541"/>
                  </a:cubicBezTo>
                  <a:lnTo>
                    <a:pt x="6970" y="2541"/>
                  </a:lnTo>
                  <a:cubicBezTo>
                    <a:pt x="6888" y="2541"/>
                    <a:pt x="6821" y="2608"/>
                    <a:pt x="6821" y="2690"/>
                  </a:cubicBezTo>
                  <a:cubicBezTo>
                    <a:pt x="6821" y="2772"/>
                    <a:pt x="6888" y="2839"/>
                    <a:pt x="6970" y="2839"/>
                  </a:cubicBezTo>
                  <a:lnTo>
                    <a:pt x="8575" y="2839"/>
                  </a:lnTo>
                  <a:lnTo>
                    <a:pt x="8575" y="7940"/>
                  </a:lnTo>
                  <a:close/>
                  <a:moveTo>
                    <a:pt x="9845" y="5548"/>
                  </a:moveTo>
                  <a:lnTo>
                    <a:pt x="9845" y="6670"/>
                  </a:lnTo>
                  <a:lnTo>
                    <a:pt x="8872" y="6670"/>
                  </a:lnTo>
                  <a:lnTo>
                    <a:pt x="8872" y="5760"/>
                  </a:lnTo>
                  <a:cubicBezTo>
                    <a:pt x="8995" y="5619"/>
                    <a:pt x="9171" y="5538"/>
                    <a:pt x="9359" y="5538"/>
                  </a:cubicBezTo>
                  <a:cubicBezTo>
                    <a:pt x="9441" y="5538"/>
                    <a:pt x="9507" y="5472"/>
                    <a:pt x="9507" y="5390"/>
                  </a:cubicBezTo>
                  <a:lnTo>
                    <a:pt x="9507" y="2849"/>
                  </a:lnTo>
                  <a:cubicBezTo>
                    <a:pt x="9507" y="2767"/>
                    <a:pt x="9441" y="2700"/>
                    <a:pt x="9359" y="2700"/>
                  </a:cubicBezTo>
                  <a:cubicBezTo>
                    <a:pt x="9003" y="2700"/>
                    <a:pt x="8713" y="2410"/>
                    <a:pt x="8713" y="2055"/>
                  </a:cubicBezTo>
                  <a:cubicBezTo>
                    <a:pt x="8713" y="1973"/>
                    <a:pt x="8647" y="1906"/>
                    <a:pt x="8565" y="1906"/>
                  </a:cubicBezTo>
                  <a:lnTo>
                    <a:pt x="2848" y="1906"/>
                  </a:lnTo>
                  <a:cubicBezTo>
                    <a:pt x="2766" y="1906"/>
                    <a:pt x="2699" y="1973"/>
                    <a:pt x="2699" y="2055"/>
                  </a:cubicBezTo>
                  <a:cubicBezTo>
                    <a:pt x="2699" y="2236"/>
                    <a:pt x="2622" y="2410"/>
                    <a:pt x="2489" y="2532"/>
                  </a:cubicBezTo>
                  <a:cubicBezTo>
                    <a:pt x="2485" y="2535"/>
                    <a:pt x="2482" y="2538"/>
                    <a:pt x="2479" y="2541"/>
                  </a:cubicBezTo>
                  <a:lnTo>
                    <a:pt x="1568" y="2541"/>
                  </a:lnTo>
                  <a:lnTo>
                    <a:pt x="1568" y="1568"/>
                  </a:lnTo>
                  <a:lnTo>
                    <a:pt x="9845" y="1568"/>
                  </a:lnTo>
                  <a:lnTo>
                    <a:pt x="9845" y="5548"/>
                  </a:lnTo>
                  <a:close/>
                  <a:moveTo>
                    <a:pt x="8872" y="5376"/>
                  </a:moveTo>
                  <a:lnTo>
                    <a:pt x="8872" y="2862"/>
                  </a:lnTo>
                  <a:cubicBezTo>
                    <a:pt x="8974" y="2924"/>
                    <a:pt x="9088" y="2966"/>
                    <a:pt x="9210" y="2986"/>
                  </a:cubicBezTo>
                  <a:lnTo>
                    <a:pt x="9210" y="5252"/>
                  </a:lnTo>
                  <a:cubicBezTo>
                    <a:pt x="9090" y="5271"/>
                    <a:pt x="8975" y="5314"/>
                    <a:pt x="8872" y="5376"/>
                  </a:cubicBezTo>
                  <a:close/>
                  <a:moveTo>
                    <a:pt x="9845" y="1271"/>
                  </a:moveTo>
                  <a:lnTo>
                    <a:pt x="1568" y="1271"/>
                  </a:lnTo>
                  <a:lnTo>
                    <a:pt x="1568" y="933"/>
                  </a:lnTo>
                  <a:lnTo>
                    <a:pt x="9845" y="933"/>
                  </a:lnTo>
                  <a:lnTo>
                    <a:pt x="9845" y="1271"/>
                  </a:lnTo>
                  <a:close/>
                  <a:moveTo>
                    <a:pt x="9845" y="636"/>
                  </a:moveTo>
                  <a:lnTo>
                    <a:pt x="1568" y="636"/>
                  </a:lnTo>
                  <a:lnTo>
                    <a:pt x="1568" y="298"/>
                  </a:lnTo>
                  <a:lnTo>
                    <a:pt x="9845" y="298"/>
                  </a:lnTo>
                  <a:lnTo>
                    <a:pt x="9845" y="636"/>
                  </a:lnTo>
                  <a:close/>
                  <a:moveTo>
                    <a:pt x="9845" y="636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37"/>
            <p:cNvSpPr/>
            <p:nvPr/>
          </p:nvSpPr>
          <p:spPr>
            <a:xfrm>
              <a:off x="7356475" y="177006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297" y="149"/>
                  </a:moveTo>
                  <a:cubicBezTo>
                    <a:pt x="297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7" y="67"/>
                    <a:pt x="297" y="149"/>
                  </a:cubicBezTo>
                  <a:close/>
                  <a:moveTo>
                    <a:pt x="297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37"/>
            <p:cNvSpPr/>
            <p:nvPr/>
          </p:nvSpPr>
          <p:spPr>
            <a:xfrm>
              <a:off x="7356475" y="1930400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297" y="148"/>
                  </a:moveTo>
                  <a:cubicBezTo>
                    <a:pt x="297" y="231"/>
                    <a:pt x="231" y="297"/>
                    <a:pt x="149" y="297"/>
                  </a:cubicBezTo>
                  <a:cubicBezTo>
                    <a:pt x="66" y="297"/>
                    <a:pt x="0" y="231"/>
                    <a:pt x="0" y="148"/>
                  </a:cubicBezTo>
                  <a:cubicBezTo>
                    <a:pt x="0" y="66"/>
                    <a:pt x="66" y="0"/>
                    <a:pt x="149" y="0"/>
                  </a:cubicBezTo>
                  <a:cubicBezTo>
                    <a:pt x="231" y="0"/>
                    <a:pt x="297" y="66"/>
                    <a:pt x="297" y="148"/>
                  </a:cubicBezTo>
                  <a:close/>
                  <a:moveTo>
                    <a:pt x="297" y="148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37"/>
            <p:cNvSpPr/>
            <p:nvPr/>
          </p:nvSpPr>
          <p:spPr>
            <a:xfrm>
              <a:off x="7073900" y="1770063"/>
              <a:ext cx="11113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37"/>
            <p:cNvSpPr/>
            <p:nvPr/>
          </p:nvSpPr>
          <p:spPr>
            <a:xfrm>
              <a:off x="7023100" y="1819275"/>
              <a:ext cx="296858" cy="173040"/>
            </a:xfrm>
            <a:custGeom>
              <a:avLst/>
              <a:gdLst/>
              <a:ahLst/>
              <a:cxnLst/>
              <a:rect l="l" t="t" r="r" b="b"/>
              <a:pathLst>
                <a:path w="7602" h="4427" extrusionOk="0">
                  <a:moveTo>
                    <a:pt x="7453" y="794"/>
                  </a:moveTo>
                  <a:cubicBezTo>
                    <a:pt x="7098" y="794"/>
                    <a:pt x="6808" y="505"/>
                    <a:pt x="6808" y="149"/>
                  </a:cubicBezTo>
                  <a:cubicBezTo>
                    <a:pt x="6808" y="67"/>
                    <a:pt x="6741" y="0"/>
                    <a:pt x="6659" y="0"/>
                  </a:cubicBezTo>
                  <a:lnTo>
                    <a:pt x="943" y="0"/>
                  </a:lnTo>
                  <a:cubicBezTo>
                    <a:pt x="860" y="0"/>
                    <a:pt x="794" y="67"/>
                    <a:pt x="794" y="149"/>
                  </a:cubicBezTo>
                  <a:cubicBezTo>
                    <a:pt x="794" y="505"/>
                    <a:pt x="504" y="794"/>
                    <a:pt x="149" y="794"/>
                  </a:cubicBezTo>
                  <a:cubicBezTo>
                    <a:pt x="66" y="794"/>
                    <a:pt x="0" y="861"/>
                    <a:pt x="0" y="943"/>
                  </a:cubicBezTo>
                  <a:lnTo>
                    <a:pt x="0" y="3484"/>
                  </a:lnTo>
                  <a:cubicBezTo>
                    <a:pt x="0" y="3566"/>
                    <a:pt x="66" y="3633"/>
                    <a:pt x="149" y="3633"/>
                  </a:cubicBezTo>
                  <a:cubicBezTo>
                    <a:pt x="504" y="3633"/>
                    <a:pt x="794" y="3922"/>
                    <a:pt x="794" y="4278"/>
                  </a:cubicBezTo>
                  <a:cubicBezTo>
                    <a:pt x="794" y="4360"/>
                    <a:pt x="860" y="4427"/>
                    <a:pt x="943" y="4427"/>
                  </a:cubicBezTo>
                  <a:lnTo>
                    <a:pt x="6659" y="4427"/>
                  </a:lnTo>
                  <a:cubicBezTo>
                    <a:pt x="6742" y="4427"/>
                    <a:pt x="6808" y="4360"/>
                    <a:pt x="6808" y="4278"/>
                  </a:cubicBezTo>
                  <a:cubicBezTo>
                    <a:pt x="6808" y="3922"/>
                    <a:pt x="7098" y="3633"/>
                    <a:pt x="7453" y="3633"/>
                  </a:cubicBezTo>
                  <a:cubicBezTo>
                    <a:pt x="7536" y="3633"/>
                    <a:pt x="7602" y="3566"/>
                    <a:pt x="7602" y="3484"/>
                  </a:cubicBezTo>
                  <a:lnTo>
                    <a:pt x="7602" y="943"/>
                  </a:lnTo>
                  <a:cubicBezTo>
                    <a:pt x="7602" y="861"/>
                    <a:pt x="7536" y="794"/>
                    <a:pt x="7453" y="794"/>
                  </a:cubicBezTo>
                  <a:close/>
                  <a:moveTo>
                    <a:pt x="7304" y="3347"/>
                  </a:moveTo>
                  <a:cubicBezTo>
                    <a:pt x="6904" y="3411"/>
                    <a:pt x="6586" y="3728"/>
                    <a:pt x="6522" y="4129"/>
                  </a:cubicBezTo>
                  <a:lnTo>
                    <a:pt x="1080" y="4129"/>
                  </a:lnTo>
                  <a:cubicBezTo>
                    <a:pt x="1016" y="3728"/>
                    <a:pt x="698" y="3411"/>
                    <a:pt x="298" y="3347"/>
                  </a:cubicBezTo>
                  <a:lnTo>
                    <a:pt x="298" y="1080"/>
                  </a:lnTo>
                  <a:cubicBezTo>
                    <a:pt x="698" y="1016"/>
                    <a:pt x="1016" y="699"/>
                    <a:pt x="1080" y="298"/>
                  </a:cubicBezTo>
                  <a:lnTo>
                    <a:pt x="6522" y="298"/>
                  </a:lnTo>
                  <a:cubicBezTo>
                    <a:pt x="6586" y="699"/>
                    <a:pt x="6904" y="1016"/>
                    <a:pt x="7304" y="1080"/>
                  </a:cubicBezTo>
                  <a:lnTo>
                    <a:pt x="7304" y="3347"/>
                  </a:lnTo>
                  <a:close/>
                  <a:moveTo>
                    <a:pt x="7304" y="3347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37"/>
            <p:cNvSpPr/>
            <p:nvPr/>
          </p:nvSpPr>
          <p:spPr>
            <a:xfrm>
              <a:off x="7140575" y="1844675"/>
              <a:ext cx="61912" cy="122240"/>
            </a:xfrm>
            <a:custGeom>
              <a:avLst/>
              <a:gdLst/>
              <a:ahLst/>
              <a:cxnLst/>
              <a:rect l="l" t="t" r="r" b="b"/>
              <a:pathLst>
                <a:path w="1568" h="3156" extrusionOk="0">
                  <a:moveTo>
                    <a:pt x="1419" y="1251"/>
                  </a:moveTo>
                  <a:cubicBezTo>
                    <a:pt x="1501" y="1251"/>
                    <a:pt x="1568" y="1184"/>
                    <a:pt x="1568" y="1102"/>
                  </a:cubicBezTo>
                  <a:lnTo>
                    <a:pt x="1568" y="943"/>
                  </a:lnTo>
                  <a:cubicBezTo>
                    <a:pt x="1568" y="598"/>
                    <a:pt x="1287" y="318"/>
                    <a:pt x="943" y="318"/>
                  </a:cubicBezTo>
                  <a:lnTo>
                    <a:pt x="933" y="318"/>
                  </a:ln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ubicBezTo>
                    <a:pt x="702" y="0"/>
                    <a:pt x="635" y="67"/>
                    <a:pt x="635" y="149"/>
                  </a:cubicBezTo>
                  <a:lnTo>
                    <a:pt x="635" y="321"/>
                  </a:lnTo>
                  <a:cubicBezTo>
                    <a:pt x="279" y="356"/>
                    <a:pt x="0" y="658"/>
                    <a:pt x="0" y="1023"/>
                  </a:cubicBezTo>
                  <a:cubicBezTo>
                    <a:pt x="0" y="1411"/>
                    <a:pt x="316" y="1727"/>
                    <a:pt x="705" y="1727"/>
                  </a:cubicBezTo>
                  <a:lnTo>
                    <a:pt x="863" y="1727"/>
                  </a:lnTo>
                  <a:cubicBezTo>
                    <a:pt x="1088" y="1727"/>
                    <a:pt x="1270" y="1910"/>
                    <a:pt x="1270" y="2134"/>
                  </a:cubicBezTo>
                  <a:cubicBezTo>
                    <a:pt x="1270" y="2359"/>
                    <a:pt x="1088" y="2541"/>
                    <a:pt x="863" y="2541"/>
                  </a:cubicBezTo>
                  <a:lnTo>
                    <a:pt x="625" y="2541"/>
                  </a:lnTo>
                  <a:cubicBezTo>
                    <a:pt x="445" y="2541"/>
                    <a:pt x="298" y="2394"/>
                    <a:pt x="298" y="2214"/>
                  </a:cubicBezTo>
                  <a:cubicBezTo>
                    <a:pt x="298" y="2131"/>
                    <a:pt x="231" y="2065"/>
                    <a:pt x="149" y="2065"/>
                  </a:cubicBezTo>
                  <a:cubicBezTo>
                    <a:pt x="67" y="2065"/>
                    <a:pt x="0" y="2131"/>
                    <a:pt x="0" y="2214"/>
                  </a:cubicBezTo>
                  <a:cubicBezTo>
                    <a:pt x="0" y="2558"/>
                    <a:pt x="280" y="2839"/>
                    <a:pt x="625" y="2839"/>
                  </a:cubicBezTo>
                  <a:lnTo>
                    <a:pt x="635" y="2839"/>
                  </a:lnTo>
                  <a:lnTo>
                    <a:pt x="635" y="3008"/>
                  </a:lnTo>
                  <a:cubicBezTo>
                    <a:pt x="635" y="3090"/>
                    <a:pt x="702" y="3156"/>
                    <a:pt x="784" y="3156"/>
                  </a:cubicBezTo>
                  <a:cubicBezTo>
                    <a:pt x="866" y="3156"/>
                    <a:pt x="933" y="3090"/>
                    <a:pt x="933" y="3008"/>
                  </a:cubicBezTo>
                  <a:lnTo>
                    <a:pt x="933" y="2835"/>
                  </a:lnTo>
                  <a:cubicBezTo>
                    <a:pt x="1289" y="2800"/>
                    <a:pt x="1568" y="2499"/>
                    <a:pt x="1568" y="2134"/>
                  </a:cubicBezTo>
                  <a:cubicBezTo>
                    <a:pt x="1568" y="1746"/>
                    <a:pt x="1252" y="1430"/>
                    <a:pt x="863" y="1430"/>
                  </a:cubicBezTo>
                  <a:lnTo>
                    <a:pt x="705" y="1430"/>
                  </a:lnTo>
                  <a:cubicBezTo>
                    <a:pt x="480" y="1430"/>
                    <a:pt x="298" y="1247"/>
                    <a:pt x="298" y="1023"/>
                  </a:cubicBezTo>
                  <a:cubicBezTo>
                    <a:pt x="298" y="798"/>
                    <a:pt x="480" y="616"/>
                    <a:pt x="705" y="616"/>
                  </a:cubicBezTo>
                  <a:lnTo>
                    <a:pt x="943" y="616"/>
                  </a:lnTo>
                  <a:cubicBezTo>
                    <a:pt x="1123" y="616"/>
                    <a:pt x="1270" y="763"/>
                    <a:pt x="1270" y="943"/>
                  </a:cubicBezTo>
                  <a:lnTo>
                    <a:pt x="1270" y="1102"/>
                  </a:lnTo>
                  <a:cubicBezTo>
                    <a:pt x="1270" y="1184"/>
                    <a:pt x="1337" y="1251"/>
                    <a:pt x="1419" y="1251"/>
                  </a:cubicBezTo>
                  <a:close/>
                  <a:moveTo>
                    <a:pt x="1419" y="125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37"/>
            <p:cNvSpPr/>
            <p:nvPr/>
          </p:nvSpPr>
          <p:spPr>
            <a:xfrm>
              <a:off x="7307263" y="181927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37"/>
            <p:cNvSpPr/>
            <p:nvPr/>
          </p:nvSpPr>
          <p:spPr>
            <a:xfrm>
              <a:off x="7307263" y="197961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37"/>
            <p:cNvSpPr/>
            <p:nvPr/>
          </p:nvSpPr>
          <p:spPr>
            <a:xfrm>
              <a:off x="7023100" y="181927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37"/>
            <p:cNvSpPr/>
            <p:nvPr/>
          </p:nvSpPr>
          <p:spPr>
            <a:xfrm>
              <a:off x="7023100" y="197961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9" name="Google Shape;2419;p37"/>
          <p:cNvGrpSpPr/>
          <p:nvPr/>
        </p:nvGrpSpPr>
        <p:grpSpPr>
          <a:xfrm>
            <a:off x="4389419" y="3255105"/>
            <a:ext cx="377824" cy="393694"/>
            <a:chOff x="6229350" y="1658938"/>
            <a:chExt cx="377824" cy="393694"/>
          </a:xfrm>
        </p:grpSpPr>
        <p:sp>
          <p:nvSpPr>
            <p:cNvPr id="2420" name="Google Shape;2420;p37"/>
            <p:cNvSpPr/>
            <p:nvPr/>
          </p:nvSpPr>
          <p:spPr>
            <a:xfrm>
              <a:off x="6251575" y="1754188"/>
              <a:ext cx="333365" cy="298444"/>
            </a:xfrm>
            <a:custGeom>
              <a:avLst/>
              <a:gdLst/>
              <a:ahLst/>
              <a:cxnLst/>
              <a:rect l="l" t="t" r="r" b="b"/>
              <a:pathLst>
                <a:path w="8572" h="7678" extrusionOk="0">
                  <a:moveTo>
                    <a:pt x="8493" y="6962"/>
                  </a:moveTo>
                  <a:cubicBezTo>
                    <a:pt x="8470" y="6899"/>
                    <a:pt x="8432" y="6841"/>
                    <a:pt x="8385" y="6793"/>
                  </a:cubicBezTo>
                  <a:lnTo>
                    <a:pt x="7509" y="5918"/>
                  </a:lnTo>
                  <a:cubicBezTo>
                    <a:pt x="7897" y="5318"/>
                    <a:pt x="8122" y="4604"/>
                    <a:pt x="8122" y="3839"/>
                  </a:cubicBezTo>
                  <a:cubicBezTo>
                    <a:pt x="8122" y="1722"/>
                    <a:pt x="6400" y="0"/>
                    <a:pt x="4283" y="0"/>
                  </a:cubicBezTo>
                  <a:cubicBezTo>
                    <a:pt x="2166" y="0"/>
                    <a:pt x="444" y="1722"/>
                    <a:pt x="444" y="3839"/>
                  </a:cubicBezTo>
                  <a:cubicBezTo>
                    <a:pt x="444" y="4604"/>
                    <a:pt x="670" y="5318"/>
                    <a:pt x="1057" y="5918"/>
                  </a:cubicBezTo>
                  <a:lnTo>
                    <a:pt x="181" y="6793"/>
                  </a:lnTo>
                  <a:cubicBezTo>
                    <a:pt x="16" y="6959"/>
                    <a:pt x="0" y="7227"/>
                    <a:pt x="141" y="7412"/>
                  </a:cubicBezTo>
                  <a:cubicBezTo>
                    <a:pt x="178" y="7461"/>
                    <a:pt x="225" y="7503"/>
                    <a:pt x="278" y="7534"/>
                  </a:cubicBezTo>
                  <a:cubicBezTo>
                    <a:pt x="460" y="7640"/>
                    <a:pt x="698" y="7609"/>
                    <a:pt x="848" y="7460"/>
                  </a:cubicBezTo>
                  <a:lnTo>
                    <a:pt x="1664" y="6643"/>
                  </a:lnTo>
                  <a:cubicBezTo>
                    <a:pt x="2351" y="7284"/>
                    <a:pt x="3272" y="7678"/>
                    <a:pt x="4283" y="7678"/>
                  </a:cubicBezTo>
                  <a:cubicBezTo>
                    <a:pt x="5295" y="7678"/>
                    <a:pt x="6216" y="7284"/>
                    <a:pt x="6902" y="6643"/>
                  </a:cubicBezTo>
                  <a:lnTo>
                    <a:pt x="7719" y="7460"/>
                  </a:lnTo>
                  <a:cubicBezTo>
                    <a:pt x="7868" y="7609"/>
                    <a:pt x="8106" y="7640"/>
                    <a:pt x="8289" y="7534"/>
                  </a:cubicBezTo>
                  <a:cubicBezTo>
                    <a:pt x="8484" y="7420"/>
                    <a:pt x="8572" y="7173"/>
                    <a:pt x="8493" y="6962"/>
                  </a:cubicBezTo>
                  <a:close/>
                  <a:moveTo>
                    <a:pt x="635" y="7247"/>
                  </a:moveTo>
                  <a:cubicBezTo>
                    <a:pt x="581" y="7301"/>
                    <a:pt x="494" y="7312"/>
                    <a:pt x="429" y="7274"/>
                  </a:cubicBezTo>
                  <a:cubicBezTo>
                    <a:pt x="334" y="7219"/>
                    <a:pt x="316" y="7084"/>
                    <a:pt x="394" y="7006"/>
                  </a:cubicBezTo>
                  <a:lnTo>
                    <a:pt x="1233" y="6167"/>
                  </a:lnTo>
                  <a:cubicBezTo>
                    <a:pt x="1302" y="6258"/>
                    <a:pt x="1376" y="6345"/>
                    <a:pt x="1453" y="6429"/>
                  </a:cubicBezTo>
                  <a:lnTo>
                    <a:pt x="635" y="7247"/>
                  </a:lnTo>
                  <a:close/>
                  <a:moveTo>
                    <a:pt x="4283" y="7377"/>
                  </a:moveTo>
                  <a:cubicBezTo>
                    <a:pt x="2332" y="7377"/>
                    <a:pt x="745" y="5790"/>
                    <a:pt x="745" y="3839"/>
                  </a:cubicBezTo>
                  <a:cubicBezTo>
                    <a:pt x="745" y="1888"/>
                    <a:pt x="2332" y="301"/>
                    <a:pt x="4283" y="301"/>
                  </a:cubicBezTo>
                  <a:cubicBezTo>
                    <a:pt x="6234" y="301"/>
                    <a:pt x="7821" y="1888"/>
                    <a:pt x="7821" y="3839"/>
                  </a:cubicBezTo>
                  <a:cubicBezTo>
                    <a:pt x="7821" y="5790"/>
                    <a:pt x="6234" y="7377"/>
                    <a:pt x="4283" y="7377"/>
                  </a:cubicBezTo>
                  <a:close/>
                  <a:moveTo>
                    <a:pt x="8137" y="7274"/>
                  </a:moveTo>
                  <a:cubicBezTo>
                    <a:pt x="8072" y="7312"/>
                    <a:pt x="7985" y="7301"/>
                    <a:pt x="7931" y="7247"/>
                  </a:cubicBezTo>
                  <a:lnTo>
                    <a:pt x="7114" y="6429"/>
                  </a:lnTo>
                  <a:cubicBezTo>
                    <a:pt x="7191" y="6345"/>
                    <a:pt x="7264" y="6258"/>
                    <a:pt x="7333" y="6167"/>
                  </a:cubicBezTo>
                  <a:lnTo>
                    <a:pt x="8172" y="7006"/>
                  </a:lnTo>
                  <a:cubicBezTo>
                    <a:pt x="8250" y="7084"/>
                    <a:pt x="8232" y="7219"/>
                    <a:pt x="8137" y="7274"/>
                  </a:cubicBezTo>
                  <a:close/>
                  <a:moveTo>
                    <a:pt x="8137" y="7274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37"/>
            <p:cNvSpPr/>
            <p:nvPr/>
          </p:nvSpPr>
          <p:spPr>
            <a:xfrm>
              <a:off x="6300788" y="1785938"/>
              <a:ext cx="234958" cy="236537"/>
            </a:xfrm>
            <a:custGeom>
              <a:avLst/>
              <a:gdLst/>
              <a:ahLst/>
              <a:cxnLst/>
              <a:rect l="l" t="t" r="r" b="b"/>
              <a:pathLst>
                <a:path w="6074" h="6074" extrusionOk="0">
                  <a:moveTo>
                    <a:pt x="4732" y="517"/>
                  </a:moveTo>
                  <a:cubicBezTo>
                    <a:pt x="4664" y="470"/>
                    <a:pt x="4570" y="488"/>
                    <a:pt x="4524" y="557"/>
                  </a:cubicBezTo>
                  <a:cubicBezTo>
                    <a:pt x="4477" y="626"/>
                    <a:pt x="4496" y="720"/>
                    <a:pt x="4564" y="766"/>
                  </a:cubicBezTo>
                  <a:cubicBezTo>
                    <a:pt x="5321" y="1276"/>
                    <a:pt x="5773" y="2125"/>
                    <a:pt x="5773" y="3037"/>
                  </a:cubicBezTo>
                  <a:cubicBezTo>
                    <a:pt x="5773" y="4546"/>
                    <a:pt x="4546" y="5773"/>
                    <a:pt x="3037" y="5773"/>
                  </a:cubicBezTo>
                  <a:cubicBezTo>
                    <a:pt x="1528" y="5773"/>
                    <a:pt x="301" y="4546"/>
                    <a:pt x="301" y="3037"/>
                  </a:cubicBezTo>
                  <a:cubicBezTo>
                    <a:pt x="301" y="1528"/>
                    <a:pt x="1528" y="301"/>
                    <a:pt x="3037" y="301"/>
                  </a:cubicBezTo>
                  <a:cubicBezTo>
                    <a:pt x="3355" y="301"/>
                    <a:pt x="3666" y="355"/>
                    <a:pt x="3962" y="461"/>
                  </a:cubicBezTo>
                  <a:cubicBezTo>
                    <a:pt x="4040" y="489"/>
                    <a:pt x="4126" y="448"/>
                    <a:pt x="4155" y="370"/>
                  </a:cubicBezTo>
                  <a:cubicBezTo>
                    <a:pt x="4183" y="292"/>
                    <a:pt x="4142" y="206"/>
                    <a:pt x="4064" y="178"/>
                  </a:cubicBezTo>
                  <a:cubicBezTo>
                    <a:pt x="3735" y="60"/>
                    <a:pt x="3390" y="0"/>
                    <a:pt x="3037" y="0"/>
                  </a:cubicBezTo>
                  <a:cubicBezTo>
                    <a:pt x="1363" y="0"/>
                    <a:pt x="0" y="1362"/>
                    <a:pt x="0" y="3037"/>
                  </a:cubicBezTo>
                  <a:cubicBezTo>
                    <a:pt x="0" y="4711"/>
                    <a:pt x="1363" y="6074"/>
                    <a:pt x="3037" y="6074"/>
                  </a:cubicBezTo>
                  <a:cubicBezTo>
                    <a:pt x="4712" y="6074"/>
                    <a:pt x="6074" y="4711"/>
                    <a:pt x="6074" y="3037"/>
                  </a:cubicBezTo>
                  <a:cubicBezTo>
                    <a:pt x="6074" y="2025"/>
                    <a:pt x="5573" y="1083"/>
                    <a:pt x="4732" y="517"/>
                  </a:cubicBezTo>
                  <a:close/>
                  <a:moveTo>
                    <a:pt x="4732" y="517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37"/>
            <p:cNvSpPr/>
            <p:nvPr/>
          </p:nvSpPr>
          <p:spPr>
            <a:xfrm>
              <a:off x="6388100" y="1835150"/>
              <a:ext cx="60327" cy="136523"/>
            </a:xfrm>
            <a:custGeom>
              <a:avLst/>
              <a:gdLst/>
              <a:ahLst/>
              <a:cxnLst/>
              <a:rect l="l" t="t" r="r" b="b"/>
              <a:pathLst>
                <a:path w="1584" h="3508" extrusionOk="0">
                  <a:moveTo>
                    <a:pt x="1434" y="1423"/>
                  </a:moveTo>
                  <a:cubicBezTo>
                    <a:pt x="1517" y="1423"/>
                    <a:pt x="1584" y="1356"/>
                    <a:pt x="1584" y="1273"/>
                  </a:cubicBezTo>
                  <a:lnTo>
                    <a:pt x="1584" y="1112"/>
                  </a:lnTo>
                  <a:cubicBezTo>
                    <a:pt x="1584" y="764"/>
                    <a:pt x="1301" y="481"/>
                    <a:pt x="952" y="481"/>
                  </a:cubicBezTo>
                  <a:lnTo>
                    <a:pt x="942" y="481"/>
                  </a:lnTo>
                  <a:lnTo>
                    <a:pt x="942" y="150"/>
                  </a:lnTo>
                  <a:cubicBezTo>
                    <a:pt x="942" y="67"/>
                    <a:pt x="875" y="0"/>
                    <a:pt x="792" y="0"/>
                  </a:cubicBezTo>
                  <a:cubicBezTo>
                    <a:pt x="709" y="0"/>
                    <a:pt x="642" y="67"/>
                    <a:pt x="642" y="150"/>
                  </a:cubicBezTo>
                  <a:lnTo>
                    <a:pt x="642" y="484"/>
                  </a:lnTo>
                  <a:cubicBezTo>
                    <a:pt x="282" y="520"/>
                    <a:pt x="0" y="824"/>
                    <a:pt x="0" y="1193"/>
                  </a:cubicBezTo>
                  <a:cubicBezTo>
                    <a:pt x="0" y="1585"/>
                    <a:pt x="320" y="1904"/>
                    <a:pt x="712" y="1904"/>
                  </a:cubicBezTo>
                  <a:lnTo>
                    <a:pt x="872" y="1904"/>
                  </a:lnTo>
                  <a:cubicBezTo>
                    <a:pt x="1099" y="1904"/>
                    <a:pt x="1283" y="2089"/>
                    <a:pt x="1283" y="2315"/>
                  </a:cubicBezTo>
                  <a:cubicBezTo>
                    <a:pt x="1283" y="2542"/>
                    <a:pt x="1099" y="2726"/>
                    <a:pt x="872" y="2726"/>
                  </a:cubicBezTo>
                  <a:lnTo>
                    <a:pt x="632" y="2726"/>
                  </a:lnTo>
                  <a:cubicBezTo>
                    <a:pt x="449" y="2726"/>
                    <a:pt x="301" y="2578"/>
                    <a:pt x="301" y="2395"/>
                  </a:cubicBezTo>
                  <a:cubicBezTo>
                    <a:pt x="301" y="2312"/>
                    <a:pt x="234" y="2245"/>
                    <a:pt x="151" y="2245"/>
                  </a:cubicBezTo>
                  <a:cubicBezTo>
                    <a:pt x="68" y="2245"/>
                    <a:pt x="0" y="2312"/>
                    <a:pt x="0" y="2395"/>
                  </a:cubicBezTo>
                  <a:cubicBezTo>
                    <a:pt x="0" y="2744"/>
                    <a:pt x="284" y="3027"/>
                    <a:pt x="632" y="3027"/>
                  </a:cubicBezTo>
                  <a:lnTo>
                    <a:pt x="642" y="3027"/>
                  </a:lnTo>
                  <a:lnTo>
                    <a:pt x="642" y="3358"/>
                  </a:lnTo>
                  <a:cubicBezTo>
                    <a:pt x="642" y="3441"/>
                    <a:pt x="709" y="3508"/>
                    <a:pt x="792" y="3508"/>
                  </a:cubicBezTo>
                  <a:cubicBezTo>
                    <a:pt x="875" y="3508"/>
                    <a:pt x="942" y="3441"/>
                    <a:pt x="942" y="3358"/>
                  </a:cubicBezTo>
                  <a:lnTo>
                    <a:pt x="942" y="3023"/>
                  </a:lnTo>
                  <a:cubicBezTo>
                    <a:pt x="1302" y="2988"/>
                    <a:pt x="1584" y="2684"/>
                    <a:pt x="1584" y="2315"/>
                  </a:cubicBezTo>
                  <a:cubicBezTo>
                    <a:pt x="1584" y="1923"/>
                    <a:pt x="1265" y="1604"/>
                    <a:pt x="872" y="1604"/>
                  </a:cubicBezTo>
                  <a:lnTo>
                    <a:pt x="712" y="1604"/>
                  </a:lnTo>
                  <a:cubicBezTo>
                    <a:pt x="485" y="1604"/>
                    <a:pt x="301" y="1419"/>
                    <a:pt x="301" y="1193"/>
                  </a:cubicBezTo>
                  <a:cubicBezTo>
                    <a:pt x="301" y="966"/>
                    <a:pt x="485" y="782"/>
                    <a:pt x="712" y="782"/>
                  </a:cubicBezTo>
                  <a:lnTo>
                    <a:pt x="953" y="782"/>
                  </a:lnTo>
                  <a:cubicBezTo>
                    <a:pt x="1135" y="782"/>
                    <a:pt x="1283" y="930"/>
                    <a:pt x="1283" y="1112"/>
                  </a:cubicBezTo>
                  <a:lnTo>
                    <a:pt x="1283" y="1273"/>
                  </a:lnTo>
                  <a:cubicBezTo>
                    <a:pt x="1283" y="1356"/>
                    <a:pt x="1351" y="1423"/>
                    <a:pt x="1434" y="1423"/>
                  </a:cubicBezTo>
                  <a:close/>
                  <a:moveTo>
                    <a:pt x="1434" y="1423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37"/>
            <p:cNvSpPr/>
            <p:nvPr/>
          </p:nvSpPr>
          <p:spPr>
            <a:xfrm>
              <a:off x="6480175" y="1703388"/>
              <a:ext cx="88900" cy="82549"/>
            </a:xfrm>
            <a:custGeom>
              <a:avLst/>
              <a:gdLst/>
              <a:ahLst/>
              <a:cxnLst/>
              <a:rect l="l" t="t" r="r" b="b"/>
              <a:pathLst>
                <a:path w="2277" h="2127" extrusionOk="0">
                  <a:moveTo>
                    <a:pt x="1705" y="182"/>
                  </a:moveTo>
                  <a:cubicBezTo>
                    <a:pt x="1490" y="45"/>
                    <a:pt x="1236" y="0"/>
                    <a:pt x="987" y="54"/>
                  </a:cubicBezTo>
                  <a:cubicBezTo>
                    <a:pt x="739" y="109"/>
                    <a:pt x="527" y="258"/>
                    <a:pt x="390" y="472"/>
                  </a:cubicBezTo>
                  <a:lnTo>
                    <a:pt x="45" y="1013"/>
                  </a:lnTo>
                  <a:cubicBezTo>
                    <a:pt x="0" y="1082"/>
                    <a:pt x="21" y="1176"/>
                    <a:pt x="90" y="1220"/>
                  </a:cubicBezTo>
                  <a:lnTo>
                    <a:pt x="1442" y="2083"/>
                  </a:lnTo>
                  <a:cubicBezTo>
                    <a:pt x="1511" y="2127"/>
                    <a:pt x="1606" y="2106"/>
                    <a:pt x="1650" y="2037"/>
                  </a:cubicBezTo>
                  <a:lnTo>
                    <a:pt x="1995" y="1497"/>
                  </a:lnTo>
                  <a:cubicBezTo>
                    <a:pt x="2277" y="1054"/>
                    <a:pt x="2147" y="464"/>
                    <a:pt x="1705" y="182"/>
                  </a:cubicBezTo>
                  <a:close/>
                  <a:moveTo>
                    <a:pt x="1741" y="1335"/>
                  </a:moveTo>
                  <a:lnTo>
                    <a:pt x="1477" y="1749"/>
                  </a:lnTo>
                  <a:lnTo>
                    <a:pt x="379" y="1048"/>
                  </a:lnTo>
                  <a:lnTo>
                    <a:pt x="643" y="634"/>
                  </a:lnTo>
                  <a:cubicBezTo>
                    <a:pt x="737" y="487"/>
                    <a:pt x="882" y="386"/>
                    <a:pt x="1052" y="348"/>
                  </a:cubicBezTo>
                  <a:cubicBezTo>
                    <a:pt x="1222" y="311"/>
                    <a:pt x="1396" y="342"/>
                    <a:pt x="1543" y="435"/>
                  </a:cubicBezTo>
                  <a:cubicBezTo>
                    <a:pt x="1846" y="629"/>
                    <a:pt x="1935" y="1032"/>
                    <a:pt x="1741" y="1335"/>
                  </a:cubicBezTo>
                  <a:close/>
                  <a:moveTo>
                    <a:pt x="1741" y="1335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37"/>
            <p:cNvSpPr/>
            <p:nvPr/>
          </p:nvSpPr>
          <p:spPr>
            <a:xfrm>
              <a:off x="6267450" y="1703388"/>
              <a:ext cx="88900" cy="82549"/>
            </a:xfrm>
            <a:custGeom>
              <a:avLst/>
              <a:gdLst/>
              <a:ahLst/>
              <a:cxnLst/>
              <a:rect l="l" t="t" r="r" b="b"/>
              <a:pathLst>
                <a:path w="2277" h="2127" extrusionOk="0">
                  <a:moveTo>
                    <a:pt x="2233" y="1013"/>
                  </a:moveTo>
                  <a:lnTo>
                    <a:pt x="1888" y="472"/>
                  </a:lnTo>
                  <a:cubicBezTo>
                    <a:pt x="1751" y="258"/>
                    <a:pt x="1539" y="109"/>
                    <a:pt x="1290" y="54"/>
                  </a:cubicBezTo>
                  <a:cubicBezTo>
                    <a:pt x="1042" y="0"/>
                    <a:pt x="787" y="45"/>
                    <a:pt x="573" y="182"/>
                  </a:cubicBezTo>
                  <a:cubicBezTo>
                    <a:pt x="130" y="464"/>
                    <a:pt x="0" y="1054"/>
                    <a:pt x="282" y="1497"/>
                  </a:cubicBezTo>
                  <a:lnTo>
                    <a:pt x="628" y="2037"/>
                  </a:lnTo>
                  <a:cubicBezTo>
                    <a:pt x="672" y="2106"/>
                    <a:pt x="766" y="2127"/>
                    <a:pt x="835" y="2083"/>
                  </a:cubicBezTo>
                  <a:lnTo>
                    <a:pt x="2187" y="1220"/>
                  </a:lnTo>
                  <a:cubicBezTo>
                    <a:pt x="2256" y="1176"/>
                    <a:pt x="2277" y="1082"/>
                    <a:pt x="2233" y="1013"/>
                  </a:cubicBezTo>
                  <a:close/>
                  <a:moveTo>
                    <a:pt x="800" y="1749"/>
                  </a:moveTo>
                  <a:lnTo>
                    <a:pt x="536" y="1335"/>
                  </a:lnTo>
                  <a:cubicBezTo>
                    <a:pt x="343" y="1032"/>
                    <a:pt x="432" y="629"/>
                    <a:pt x="734" y="435"/>
                  </a:cubicBezTo>
                  <a:cubicBezTo>
                    <a:pt x="840" y="368"/>
                    <a:pt x="961" y="333"/>
                    <a:pt x="1084" y="333"/>
                  </a:cubicBezTo>
                  <a:cubicBezTo>
                    <a:pt x="1131" y="333"/>
                    <a:pt x="1178" y="338"/>
                    <a:pt x="1225" y="348"/>
                  </a:cubicBezTo>
                  <a:cubicBezTo>
                    <a:pt x="1395" y="386"/>
                    <a:pt x="1540" y="487"/>
                    <a:pt x="1634" y="634"/>
                  </a:cubicBezTo>
                  <a:lnTo>
                    <a:pt x="1898" y="1048"/>
                  </a:lnTo>
                  <a:lnTo>
                    <a:pt x="800" y="1749"/>
                  </a:lnTo>
                  <a:close/>
                  <a:moveTo>
                    <a:pt x="800" y="1749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37"/>
            <p:cNvSpPr/>
            <p:nvPr/>
          </p:nvSpPr>
          <p:spPr>
            <a:xfrm>
              <a:off x="6546850" y="1658938"/>
              <a:ext cx="60324" cy="47625"/>
            </a:xfrm>
            <a:custGeom>
              <a:avLst/>
              <a:gdLst/>
              <a:ahLst/>
              <a:cxnLst/>
              <a:rect l="l" t="t" r="r" b="b"/>
              <a:pathLst>
                <a:path w="1527" h="1250" extrusionOk="0">
                  <a:moveTo>
                    <a:pt x="1492" y="1007"/>
                  </a:moveTo>
                  <a:cubicBezTo>
                    <a:pt x="1361" y="756"/>
                    <a:pt x="1181" y="540"/>
                    <a:pt x="954" y="367"/>
                  </a:cubicBezTo>
                  <a:cubicBezTo>
                    <a:pt x="728" y="194"/>
                    <a:pt x="473" y="77"/>
                    <a:pt x="196" y="17"/>
                  </a:cubicBezTo>
                  <a:cubicBezTo>
                    <a:pt x="115" y="0"/>
                    <a:pt x="35" y="51"/>
                    <a:pt x="17" y="132"/>
                  </a:cubicBezTo>
                  <a:cubicBezTo>
                    <a:pt x="0" y="214"/>
                    <a:pt x="51" y="294"/>
                    <a:pt x="133" y="311"/>
                  </a:cubicBezTo>
                  <a:cubicBezTo>
                    <a:pt x="366" y="361"/>
                    <a:pt x="581" y="461"/>
                    <a:pt x="772" y="606"/>
                  </a:cubicBezTo>
                  <a:cubicBezTo>
                    <a:pt x="963" y="752"/>
                    <a:pt x="1115" y="934"/>
                    <a:pt x="1225" y="1145"/>
                  </a:cubicBezTo>
                  <a:cubicBezTo>
                    <a:pt x="1265" y="1223"/>
                    <a:pt x="1366" y="1250"/>
                    <a:pt x="1439" y="1203"/>
                  </a:cubicBezTo>
                  <a:cubicBezTo>
                    <a:pt x="1504" y="1161"/>
                    <a:pt x="1527" y="1075"/>
                    <a:pt x="1492" y="1007"/>
                  </a:cubicBezTo>
                  <a:close/>
                  <a:moveTo>
                    <a:pt x="1492" y="1007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37"/>
            <p:cNvSpPr/>
            <p:nvPr/>
          </p:nvSpPr>
          <p:spPr>
            <a:xfrm>
              <a:off x="6542088" y="1682750"/>
              <a:ext cx="42862" cy="36511"/>
            </a:xfrm>
            <a:custGeom>
              <a:avLst/>
              <a:gdLst/>
              <a:ahLst/>
              <a:cxnLst/>
              <a:rect l="l" t="t" r="r" b="b"/>
              <a:pathLst>
                <a:path w="1093" h="918" extrusionOk="0">
                  <a:moveTo>
                    <a:pt x="1058" y="676"/>
                  </a:moveTo>
                  <a:cubicBezTo>
                    <a:pt x="971" y="508"/>
                    <a:pt x="851" y="365"/>
                    <a:pt x="701" y="250"/>
                  </a:cubicBezTo>
                  <a:cubicBezTo>
                    <a:pt x="550" y="135"/>
                    <a:pt x="381" y="57"/>
                    <a:pt x="196" y="17"/>
                  </a:cubicBezTo>
                  <a:cubicBezTo>
                    <a:pt x="115" y="0"/>
                    <a:pt x="35" y="52"/>
                    <a:pt x="18" y="133"/>
                  </a:cubicBezTo>
                  <a:cubicBezTo>
                    <a:pt x="0" y="214"/>
                    <a:pt x="52" y="294"/>
                    <a:pt x="133" y="311"/>
                  </a:cubicBezTo>
                  <a:cubicBezTo>
                    <a:pt x="274" y="342"/>
                    <a:pt x="403" y="401"/>
                    <a:pt x="518" y="489"/>
                  </a:cubicBezTo>
                  <a:cubicBezTo>
                    <a:pt x="633" y="577"/>
                    <a:pt x="725" y="686"/>
                    <a:pt x="791" y="814"/>
                  </a:cubicBezTo>
                  <a:cubicBezTo>
                    <a:pt x="831" y="891"/>
                    <a:pt x="932" y="918"/>
                    <a:pt x="1006" y="871"/>
                  </a:cubicBezTo>
                  <a:cubicBezTo>
                    <a:pt x="1070" y="830"/>
                    <a:pt x="1093" y="744"/>
                    <a:pt x="1058" y="676"/>
                  </a:cubicBezTo>
                  <a:close/>
                  <a:moveTo>
                    <a:pt x="1058" y="676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37"/>
            <p:cNvSpPr/>
            <p:nvPr/>
          </p:nvSpPr>
          <p:spPr>
            <a:xfrm>
              <a:off x="6229350" y="1658938"/>
              <a:ext cx="60325" cy="47625"/>
            </a:xfrm>
            <a:custGeom>
              <a:avLst/>
              <a:gdLst/>
              <a:ahLst/>
              <a:cxnLst/>
              <a:rect l="l" t="t" r="r" b="b"/>
              <a:pathLst>
                <a:path w="1528" h="1250" extrusionOk="0">
                  <a:moveTo>
                    <a:pt x="1510" y="132"/>
                  </a:moveTo>
                  <a:cubicBezTo>
                    <a:pt x="1493" y="51"/>
                    <a:pt x="1413" y="0"/>
                    <a:pt x="1332" y="17"/>
                  </a:cubicBezTo>
                  <a:cubicBezTo>
                    <a:pt x="1055" y="77"/>
                    <a:pt x="800" y="194"/>
                    <a:pt x="573" y="367"/>
                  </a:cubicBezTo>
                  <a:cubicBezTo>
                    <a:pt x="347" y="540"/>
                    <a:pt x="166" y="756"/>
                    <a:pt x="36" y="1007"/>
                  </a:cubicBezTo>
                  <a:cubicBezTo>
                    <a:pt x="0" y="1075"/>
                    <a:pt x="23" y="1161"/>
                    <a:pt x="88" y="1203"/>
                  </a:cubicBezTo>
                  <a:cubicBezTo>
                    <a:pt x="161" y="1250"/>
                    <a:pt x="262" y="1223"/>
                    <a:pt x="303" y="1145"/>
                  </a:cubicBezTo>
                  <a:cubicBezTo>
                    <a:pt x="412" y="934"/>
                    <a:pt x="565" y="752"/>
                    <a:pt x="756" y="606"/>
                  </a:cubicBezTo>
                  <a:cubicBezTo>
                    <a:pt x="946" y="460"/>
                    <a:pt x="1161" y="361"/>
                    <a:pt x="1395" y="311"/>
                  </a:cubicBezTo>
                  <a:cubicBezTo>
                    <a:pt x="1476" y="294"/>
                    <a:pt x="1528" y="214"/>
                    <a:pt x="1510" y="132"/>
                  </a:cubicBezTo>
                  <a:close/>
                  <a:moveTo>
                    <a:pt x="1510" y="132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37"/>
            <p:cNvSpPr/>
            <p:nvPr/>
          </p:nvSpPr>
          <p:spPr>
            <a:xfrm>
              <a:off x="6251575" y="1682750"/>
              <a:ext cx="42862" cy="34925"/>
            </a:xfrm>
            <a:custGeom>
              <a:avLst/>
              <a:gdLst/>
              <a:ahLst/>
              <a:cxnLst/>
              <a:rect l="l" t="t" r="r" b="b"/>
              <a:pathLst>
                <a:path w="1096" h="916" extrusionOk="0">
                  <a:moveTo>
                    <a:pt x="1078" y="133"/>
                  </a:moveTo>
                  <a:cubicBezTo>
                    <a:pt x="1061" y="52"/>
                    <a:pt x="981" y="0"/>
                    <a:pt x="900" y="17"/>
                  </a:cubicBezTo>
                  <a:cubicBezTo>
                    <a:pt x="716" y="57"/>
                    <a:pt x="546" y="135"/>
                    <a:pt x="396" y="250"/>
                  </a:cubicBezTo>
                  <a:cubicBezTo>
                    <a:pt x="245" y="365"/>
                    <a:pt x="125" y="508"/>
                    <a:pt x="38" y="676"/>
                  </a:cubicBezTo>
                  <a:cubicBezTo>
                    <a:pt x="0" y="749"/>
                    <a:pt x="29" y="840"/>
                    <a:pt x="103" y="878"/>
                  </a:cubicBezTo>
                  <a:cubicBezTo>
                    <a:pt x="175" y="916"/>
                    <a:pt x="268" y="887"/>
                    <a:pt x="305" y="814"/>
                  </a:cubicBezTo>
                  <a:cubicBezTo>
                    <a:pt x="371" y="686"/>
                    <a:pt x="463" y="577"/>
                    <a:pt x="578" y="489"/>
                  </a:cubicBezTo>
                  <a:cubicBezTo>
                    <a:pt x="693" y="401"/>
                    <a:pt x="822" y="342"/>
                    <a:pt x="963" y="311"/>
                  </a:cubicBezTo>
                  <a:cubicBezTo>
                    <a:pt x="1044" y="294"/>
                    <a:pt x="1096" y="214"/>
                    <a:pt x="1078" y="133"/>
                  </a:cubicBezTo>
                  <a:close/>
                  <a:moveTo>
                    <a:pt x="1078" y="133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9" name="Google Shape;2429;p37"/>
          <p:cNvGrpSpPr/>
          <p:nvPr/>
        </p:nvGrpSpPr>
        <p:grpSpPr>
          <a:xfrm>
            <a:off x="4414476" y="2630478"/>
            <a:ext cx="325447" cy="395298"/>
            <a:chOff x="5511800" y="1658938"/>
            <a:chExt cx="325447" cy="395298"/>
          </a:xfrm>
        </p:grpSpPr>
        <p:sp>
          <p:nvSpPr>
            <p:cNvPr id="2430" name="Google Shape;2430;p37"/>
            <p:cNvSpPr/>
            <p:nvPr/>
          </p:nvSpPr>
          <p:spPr>
            <a:xfrm>
              <a:off x="5610225" y="2005013"/>
              <a:ext cx="36513" cy="30163"/>
            </a:xfrm>
            <a:custGeom>
              <a:avLst/>
              <a:gdLst/>
              <a:ahLst/>
              <a:cxnLst/>
              <a:rect l="l" t="t" r="r" b="b"/>
              <a:pathLst>
                <a:path w="933" h="774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lnTo>
                    <a:pt x="0" y="625"/>
                  </a:lnTo>
                  <a:cubicBezTo>
                    <a:pt x="0" y="708"/>
                    <a:pt x="67" y="774"/>
                    <a:pt x="149" y="774"/>
                  </a:cubicBezTo>
                  <a:lnTo>
                    <a:pt x="784" y="774"/>
                  </a:lnTo>
                  <a:cubicBezTo>
                    <a:pt x="866" y="774"/>
                    <a:pt x="933" y="708"/>
                    <a:pt x="933" y="625"/>
                  </a:cubicBez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lose/>
                  <a:moveTo>
                    <a:pt x="635" y="477"/>
                  </a:moveTo>
                  <a:lnTo>
                    <a:pt x="298" y="477"/>
                  </a:lnTo>
                  <a:lnTo>
                    <a:pt x="298" y="298"/>
                  </a:lnTo>
                  <a:lnTo>
                    <a:pt x="635" y="298"/>
                  </a:lnTo>
                  <a:lnTo>
                    <a:pt x="635" y="477"/>
                  </a:lnTo>
                  <a:close/>
                  <a:moveTo>
                    <a:pt x="635" y="477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37"/>
            <p:cNvSpPr/>
            <p:nvPr/>
          </p:nvSpPr>
          <p:spPr>
            <a:xfrm>
              <a:off x="5610225" y="1684338"/>
              <a:ext cx="36513" cy="11112"/>
            </a:xfrm>
            <a:custGeom>
              <a:avLst/>
              <a:gdLst/>
              <a:ahLst/>
              <a:cxnLst/>
              <a:rect l="l" t="t" r="r" b="b"/>
              <a:pathLst>
                <a:path w="933" h="298" extrusionOk="0">
                  <a:moveTo>
                    <a:pt x="784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1"/>
                    <a:pt x="67" y="298"/>
                    <a:pt x="149" y="298"/>
                  </a:cubicBezTo>
                  <a:lnTo>
                    <a:pt x="784" y="298"/>
                  </a:lnTo>
                  <a:cubicBezTo>
                    <a:pt x="866" y="298"/>
                    <a:pt x="933" y="231"/>
                    <a:pt x="933" y="149"/>
                  </a:cubicBezTo>
                  <a:cubicBezTo>
                    <a:pt x="933" y="66"/>
                    <a:pt x="866" y="0"/>
                    <a:pt x="784" y="0"/>
                  </a:cubicBezTo>
                  <a:close/>
                  <a:moveTo>
                    <a:pt x="784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37"/>
            <p:cNvSpPr/>
            <p:nvPr/>
          </p:nvSpPr>
          <p:spPr>
            <a:xfrm>
              <a:off x="5578475" y="1782763"/>
              <a:ext cx="49214" cy="11112"/>
            </a:xfrm>
            <a:custGeom>
              <a:avLst/>
              <a:gdLst/>
              <a:ahLst/>
              <a:cxnLst/>
              <a:rect l="l" t="t" r="r" b="b"/>
              <a:pathLst>
                <a:path w="1251" h="297" extrusionOk="0">
                  <a:moveTo>
                    <a:pt x="1102" y="0"/>
                  </a:moveTo>
                  <a:lnTo>
                    <a:pt x="149" y="0"/>
                  </a:lnTo>
                  <a:cubicBezTo>
                    <a:pt x="67" y="0"/>
                    <a:pt x="0" y="66"/>
                    <a:pt x="0" y="148"/>
                  </a:cubicBezTo>
                  <a:cubicBezTo>
                    <a:pt x="0" y="231"/>
                    <a:pt x="67" y="297"/>
                    <a:pt x="149" y="297"/>
                  </a:cubicBezTo>
                  <a:lnTo>
                    <a:pt x="1102" y="297"/>
                  </a:lnTo>
                  <a:cubicBezTo>
                    <a:pt x="1184" y="297"/>
                    <a:pt x="1251" y="231"/>
                    <a:pt x="1251" y="148"/>
                  </a:cubicBezTo>
                  <a:cubicBezTo>
                    <a:pt x="1251" y="66"/>
                    <a:pt x="1184" y="0"/>
                    <a:pt x="1102" y="0"/>
                  </a:cubicBezTo>
                  <a:close/>
                  <a:moveTo>
                    <a:pt x="1102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37"/>
            <p:cNvSpPr/>
            <p:nvPr/>
          </p:nvSpPr>
          <p:spPr>
            <a:xfrm>
              <a:off x="5578475" y="1844675"/>
              <a:ext cx="55564" cy="11112"/>
            </a:xfrm>
            <a:custGeom>
              <a:avLst/>
              <a:gdLst/>
              <a:ahLst/>
              <a:cxnLst/>
              <a:rect l="l" t="t" r="r" b="b"/>
              <a:pathLst>
                <a:path w="1409" h="298" extrusionOk="0">
                  <a:moveTo>
                    <a:pt x="1261" y="0"/>
                  </a:moveTo>
                  <a:lnTo>
                    <a:pt x="149" y="0"/>
                  </a:lnTo>
                  <a:cubicBezTo>
                    <a:pt x="67" y="0"/>
                    <a:pt x="0" y="67"/>
                    <a:pt x="0" y="149"/>
                  </a:cubicBezTo>
                  <a:cubicBezTo>
                    <a:pt x="0" y="232"/>
                    <a:pt x="67" y="298"/>
                    <a:pt x="149" y="298"/>
                  </a:cubicBezTo>
                  <a:lnTo>
                    <a:pt x="1261" y="298"/>
                  </a:lnTo>
                  <a:cubicBezTo>
                    <a:pt x="1343" y="298"/>
                    <a:pt x="1409" y="232"/>
                    <a:pt x="1409" y="149"/>
                  </a:cubicBezTo>
                  <a:cubicBezTo>
                    <a:pt x="1409" y="67"/>
                    <a:pt x="1343" y="0"/>
                    <a:pt x="1261" y="0"/>
                  </a:cubicBezTo>
                  <a:close/>
                  <a:moveTo>
                    <a:pt x="1261" y="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37"/>
            <p:cNvSpPr/>
            <p:nvPr/>
          </p:nvSpPr>
          <p:spPr>
            <a:xfrm>
              <a:off x="5511800" y="1658938"/>
              <a:ext cx="325447" cy="395298"/>
            </a:xfrm>
            <a:custGeom>
              <a:avLst/>
              <a:gdLst/>
              <a:ahLst/>
              <a:cxnLst/>
              <a:rect l="l" t="t" r="r" b="b"/>
              <a:pathLst>
                <a:path w="8397" h="10143" extrusionOk="0">
                  <a:moveTo>
                    <a:pt x="6015" y="2703"/>
                  </a:moveTo>
                  <a:lnTo>
                    <a:pt x="6015" y="784"/>
                  </a:lnTo>
                  <a:cubicBezTo>
                    <a:pt x="6015" y="351"/>
                    <a:pt x="5663" y="0"/>
                    <a:pt x="5231" y="0"/>
                  </a:cubicBezTo>
                  <a:lnTo>
                    <a:pt x="784" y="0"/>
                  </a:lnTo>
                  <a:cubicBezTo>
                    <a:pt x="352" y="0"/>
                    <a:pt x="0" y="351"/>
                    <a:pt x="0" y="784"/>
                  </a:cubicBezTo>
                  <a:lnTo>
                    <a:pt x="0" y="6818"/>
                  </a:lnTo>
                  <a:cubicBezTo>
                    <a:pt x="0" y="6900"/>
                    <a:pt x="67" y="6967"/>
                    <a:pt x="149" y="6967"/>
                  </a:cubicBezTo>
                  <a:cubicBezTo>
                    <a:pt x="231" y="6967"/>
                    <a:pt x="298" y="6900"/>
                    <a:pt x="298" y="6818"/>
                  </a:cubicBezTo>
                  <a:lnTo>
                    <a:pt x="298" y="1568"/>
                  </a:lnTo>
                  <a:lnTo>
                    <a:pt x="5717" y="1568"/>
                  </a:lnTo>
                  <a:lnTo>
                    <a:pt x="5717" y="2703"/>
                  </a:lnTo>
                  <a:cubicBezTo>
                    <a:pt x="5489" y="2716"/>
                    <a:pt x="5270" y="2756"/>
                    <a:pt x="5062" y="2822"/>
                  </a:cubicBezTo>
                  <a:lnTo>
                    <a:pt x="5062" y="2213"/>
                  </a:lnTo>
                  <a:cubicBezTo>
                    <a:pt x="5062" y="2131"/>
                    <a:pt x="4995" y="2064"/>
                    <a:pt x="4913" y="2064"/>
                  </a:cubicBezTo>
                  <a:lnTo>
                    <a:pt x="1102" y="2064"/>
                  </a:lnTo>
                  <a:cubicBezTo>
                    <a:pt x="1020" y="2064"/>
                    <a:pt x="953" y="2131"/>
                    <a:pt x="953" y="2213"/>
                  </a:cubicBezTo>
                  <a:lnTo>
                    <a:pt x="953" y="5468"/>
                  </a:lnTo>
                  <a:cubicBezTo>
                    <a:pt x="953" y="5507"/>
                    <a:pt x="969" y="5546"/>
                    <a:pt x="997" y="5573"/>
                  </a:cubicBezTo>
                  <a:lnTo>
                    <a:pt x="2188" y="6764"/>
                  </a:lnTo>
                  <a:cubicBezTo>
                    <a:pt x="2215" y="6792"/>
                    <a:pt x="2254" y="6808"/>
                    <a:pt x="2293" y="6808"/>
                  </a:cubicBezTo>
                  <a:lnTo>
                    <a:pt x="3993" y="6808"/>
                  </a:lnTo>
                  <a:lnTo>
                    <a:pt x="3662" y="7720"/>
                  </a:lnTo>
                  <a:cubicBezTo>
                    <a:pt x="3616" y="7846"/>
                    <a:pt x="3755" y="7966"/>
                    <a:pt x="3873" y="7901"/>
                  </a:cubicBezTo>
                  <a:lnTo>
                    <a:pt x="4984" y="7295"/>
                  </a:lnTo>
                  <a:cubicBezTo>
                    <a:pt x="5220" y="7377"/>
                    <a:pt x="5465" y="7425"/>
                    <a:pt x="5717" y="7439"/>
                  </a:cubicBezTo>
                  <a:lnTo>
                    <a:pt x="5717" y="8416"/>
                  </a:lnTo>
                  <a:lnTo>
                    <a:pt x="298" y="8416"/>
                  </a:lnTo>
                  <a:lnTo>
                    <a:pt x="298" y="7523"/>
                  </a:lnTo>
                  <a:cubicBezTo>
                    <a:pt x="298" y="7440"/>
                    <a:pt x="231" y="7374"/>
                    <a:pt x="149" y="7374"/>
                  </a:cubicBezTo>
                  <a:cubicBezTo>
                    <a:pt x="67" y="7374"/>
                    <a:pt x="0" y="7440"/>
                    <a:pt x="0" y="7523"/>
                  </a:cubicBezTo>
                  <a:lnTo>
                    <a:pt x="0" y="9359"/>
                  </a:lnTo>
                  <a:cubicBezTo>
                    <a:pt x="0" y="9791"/>
                    <a:pt x="352" y="10143"/>
                    <a:pt x="784" y="10143"/>
                  </a:cubicBezTo>
                  <a:lnTo>
                    <a:pt x="5231" y="10143"/>
                  </a:lnTo>
                  <a:cubicBezTo>
                    <a:pt x="5663" y="10143"/>
                    <a:pt x="6015" y="9791"/>
                    <a:pt x="6015" y="9359"/>
                  </a:cubicBezTo>
                  <a:lnTo>
                    <a:pt x="6015" y="7439"/>
                  </a:lnTo>
                  <a:cubicBezTo>
                    <a:pt x="7341" y="7366"/>
                    <a:pt x="8397" y="6332"/>
                    <a:pt x="8397" y="5071"/>
                  </a:cubicBezTo>
                  <a:cubicBezTo>
                    <a:pt x="8397" y="3810"/>
                    <a:pt x="7341" y="2776"/>
                    <a:pt x="6015" y="2703"/>
                  </a:cubicBezTo>
                  <a:close/>
                  <a:moveTo>
                    <a:pt x="5717" y="9359"/>
                  </a:moveTo>
                  <a:cubicBezTo>
                    <a:pt x="5717" y="9627"/>
                    <a:pt x="5499" y="9845"/>
                    <a:pt x="5231" y="9845"/>
                  </a:cubicBezTo>
                  <a:lnTo>
                    <a:pt x="784" y="9845"/>
                  </a:lnTo>
                  <a:cubicBezTo>
                    <a:pt x="516" y="9845"/>
                    <a:pt x="298" y="9627"/>
                    <a:pt x="298" y="9359"/>
                  </a:cubicBezTo>
                  <a:lnTo>
                    <a:pt x="298" y="8714"/>
                  </a:lnTo>
                  <a:lnTo>
                    <a:pt x="5717" y="8714"/>
                  </a:lnTo>
                  <a:lnTo>
                    <a:pt x="5717" y="9359"/>
                  </a:lnTo>
                  <a:close/>
                  <a:moveTo>
                    <a:pt x="298" y="1270"/>
                  </a:moveTo>
                  <a:lnTo>
                    <a:pt x="298" y="784"/>
                  </a:lnTo>
                  <a:cubicBezTo>
                    <a:pt x="298" y="515"/>
                    <a:pt x="516" y="297"/>
                    <a:pt x="784" y="297"/>
                  </a:cubicBezTo>
                  <a:lnTo>
                    <a:pt x="5231" y="297"/>
                  </a:lnTo>
                  <a:cubicBezTo>
                    <a:pt x="5499" y="297"/>
                    <a:pt x="5717" y="515"/>
                    <a:pt x="5717" y="784"/>
                  </a:cubicBezTo>
                  <a:lnTo>
                    <a:pt x="5717" y="1270"/>
                  </a:lnTo>
                  <a:lnTo>
                    <a:pt x="298" y="1270"/>
                  </a:lnTo>
                  <a:close/>
                  <a:moveTo>
                    <a:pt x="2144" y="6300"/>
                  </a:moveTo>
                  <a:lnTo>
                    <a:pt x="1461" y="5617"/>
                  </a:lnTo>
                  <a:lnTo>
                    <a:pt x="2144" y="5617"/>
                  </a:lnTo>
                  <a:lnTo>
                    <a:pt x="2144" y="6300"/>
                  </a:lnTo>
                  <a:close/>
                  <a:moveTo>
                    <a:pt x="2442" y="6510"/>
                  </a:moveTo>
                  <a:lnTo>
                    <a:pt x="2442" y="5468"/>
                  </a:lnTo>
                  <a:cubicBezTo>
                    <a:pt x="2442" y="5386"/>
                    <a:pt x="2375" y="5319"/>
                    <a:pt x="2293" y="5319"/>
                  </a:cubicBezTo>
                  <a:lnTo>
                    <a:pt x="1251" y="5319"/>
                  </a:lnTo>
                  <a:lnTo>
                    <a:pt x="1251" y="2362"/>
                  </a:lnTo>
                  <a:lnTo>
                    <a:pt x="4764" y="2362"/>
                  </a:lnTo>
                  <a:lnTo>
                    <a:pt x="4764" y="2936"/>
                  </a:lnTo>
                  <a:cubicBezTo>
                    <a:pt x="4611" y="3006"/>
                    <a:pt x="4466" y="3090"/>
                    <a:pt x="4332" y="3186"/>
                  </a:cubicBezTo>
                  <a:cubicBezTo>
                    <a:pt x="4315" y="3179"/>
                    <a:pt x="4297" y="3176"/>
                    <a:pt x="4278" y="3176"/>
                  </a:cubicBezTo>
                  <a:lnTo>
                    <a:pt x="3484" y="3176"/>
                  </a:lnTo>
                  <a:cubicBezTo>
                    <a:pt x="3402" y="3176"/>
                    <a:pt x="3335" y="3242"/>
                    <a:pt x="3335" y="3324"/>
                  </a:cubicBezTo>
                  <a:cubicBezTo>
                    <a:pt x="3335" y="3407"/>
                    <a:pt x="3402" y="3473"/>
                    <a:pt x="3484" y="3473"/>
                  </a:cubicBezTo>
                  <a:lnTo>
                    <a:pt x="3997" y="3473"/>
                  </a:lnTo>
                  <a:cubicBezTo>
                    <a:pt x="3852" y="3623"/>
                    <a:pt x="3727" y="3789"/>
                    <a:pt x="3625" y="3970"/>
                  </a:cubicBezTo>
                  <a:lnTo>
                    <a:pt x="1896" y="3970"/>
                  </a:lnTo>
                  <a:cubicBezTo>
                    <a:pt x="1814" y="3970"/>
                    <a:pt x="1747" y="4036"/>
                    <a:pt x="1747" y="4118"/>
                  </a:cubicBezTo>
                  <a:cubicBezTo>
                    <a:pt x="1747" y="4201"/>
                    <a:pt x="1814" y="4267"/>
                    <a:pt x="1896" y="4267"/>
                  </a:cubicBezTo>
                  <a:lnTo>
                    <a:pt x="3485" y="4267"/>
                  </a:lnTo>
                  <a:cubicBezTo>
                    <a:pt x="3388" y="4518"/>
                    <a:pt x="3335" y="4789"/>
                    <a:pt x="3335" y="5071"/>
                  </a:cubicBezTo>
                  <a:cubicBezTo>
                    <a:pt x="3335" y="5599"/>
                    <a:pt x="3517" y="6099"/>
                    <a:pt x="3854" y="6510"/>
                  </a:cubicBezTo>
                  <a:lnTo>
                    <a:pt x="2442" y="6510"/>
                  </a:lnTo>
                  <a:close/>
                  <a:moveTo>
                    <a:pt x="5866" y="7145"/>
                  </a:moveTo>
                  <a:cubicBezTo>
                    <a:pt x="5575" y="7145"/>
                    <a:pt x="5292" y="7094"/>
                    <a:pt x="5025" y="6993"/>
                  </a:cubicBezTo>
                  <a:cubicBezTo>
                    <a:pt x="4984" y="6978"/>
                    <a:pt x="4939" y="6981"/>
                    <a:pt x="4901" y="7002"/>
                  </a:cubicBezTo>
                  <a:lnTo>
                    <a:pt x="4076" y="7451"/>
                  </a:lnTo>
                  <a:lnTo>
                    <a:pt x="4344" y="6714"/>
                  </a:lnTo>
                  <a:cubicBezTo>
                    <a:pt x="4365" y="6658"/>
                    <a:pt x="4349" y="6594"/>
                    <a:pt x="4304" y="6553"/>
                  </a:cubicBezTo>
                  <a:cubicBezTo>
                    <a:pt x="3871" y="6160"/>
                    <a:pt x="3633" y="5633"/>
                    <a:pt x="3633" y="5071"/>
                  </a:cubicBezTo>
                  <a:cubicBezTo>
                    <a:pt x="3633" y="3927"/>
                    <a:pt x="4635" y="2997"/>
                    <a:pt x="5866" y="2997"/>
                  </a:cubicBezTo>
                  <a:cubicBezTo>
                    <a:pt x="7097" y="2997"/>
                    <a:pt x="8099" y="3927"/>
                    <a:pt x="8099" y="5071"/>
                  </a:cubicBezTo>
                  <a:cubicBezTo>
                    <a:pt x="8099" y="6215"/>
                    <a:pt x="7097" y="7145"/>
                    <a:pt x="5866" y="7145"/>
                  </a:cubicBezTo>
                  <a:close/>
                  <a:moveTo>
                    <a:pt x="5866" y="7145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37"/>
            <p:cNvSpPr/>
            <p:nvPr/>
          </p:nvSpPr>
          <p:spPr>
            <a:xfrm>
              <a:off x="5708650" y="1789113"/>
              <a:ext cx="60325" cy="134939"/>
            </a:xfrm>
            <a:custGeom>
              <a:avLst/>
              <a:gdLst/>
              <a:ahLst/>
              <a:cxnLst/>
              <a:rect l="l" t="t" r="r" b="b"/>
              <a:pathLst>
                <a:path w="1568" h="3474" extrusionOk="0">
                  <a:moveTo>
                    <a:pt x="1419" y="1410"/>
                  </a:moveTo>
                  <a:cubicBezTo>
                    <a:pt x="1501" y="1410"/>
                    <a:pt x="1568" y="1343"/>
                    <a:pt x="1568" y="1261"/>
                  </a:cubicBezTo>
                  <a:lnTo>
                    <a:pt x="1568" y="1102"/>
                  </a:lnTo>
                  <a:cubicBezTo>
                    <a:pt x="1568" y="757"/>
                    <a:pt x="1287" y="477"/>
                    <a:pt x="943" y="477"/>
                  </a:cubicBezTo>
                  <a:lnTo>
                    <a:pt x="933" y="477"/>
                  </a:lnTo>
                  <a:lnTo>
                    <a:pt x="933" y="149"/>
                  </a:lnTo>
                  <a:cubicBezTo>
                    <a:pt x="933" y="67"/>
                    <a:pt x="866" y="0"/>
                    <a:pt x="784" y="0"/>
                  </a:cubicBezTo>
                  <a:cubicBezTo>
                    <a:pt x="702" y="0"/>
                    <a:pt x="635" y="67"/>
                    <a:pt x="635" y="149"/>
                  </a:cubicBezTo>
                  <a:lnTo>
                    <a:pt x="635" y="480"/>
                  </a:lnTo>
                  <a:cubicBezTo>
                    <a:pt x="279" y="515"/>
                    <a:pt x="0" y="816"/>
                    <a:pt x="0" y="1181"/>
                  </a:cubicBezTo>
                  <a:cubicBezTo>
                    <a:pt x="0" y="1570"/>
                    <a:pt x="316" y="1886"/>
                    <a:pt x="705" y="1886"/>
                  </a:cubicBezTo>
                  <a:lnTo>
                    <a:pt x="863" y="1886"/>
                  </a:lnTo>
                  <a:cubicBezTo>
                    <a:pt x="1088" y="1886"/>
                    <a:pt x="1270" y="2069"/>
                    <a:pt x="1270" y="2293"/>
                  </a:cubicBezTo>
                  <a:cubicBezTo>
                    <a:pt x="1270" y="2517"/>
                    <a:pt x="1088" y="2700"/>
                    <a:pt x="863" y="2700"/>
                  </a:cubicBezTo>
                  <a:lnTo>
                    <a:pt x="625" y="2700"/>
                  </a:lnTo>
                  <a:cubicBezTo>
                    <a:pt x="445" y="2700"/>
                    <a:pt x="298" y="2553"/>
                    <a:pt x="298" y="2372"/>
                  </a:cubicBezTo>
                  <a:cubicBezTo>
                    <a:pt x="298" y="2290"/>
                    <a:pt x="231" y="2223"/>
                    <a:pt x="149" y="2223"/>
                  </a:cubicBezTo>
                  <a:cubicBezTo>
                    <a:pt x="66" y="2223"/>
                    <a:pt x="0" y="2290"/>
                    <a:pt x="0" y="2372"/>
                  </a:cubicBezTo>
                  <a:cubicBezTo>
                    <a:pt x="0" y="2717"/>
                    <a:pt x="280" y="2998"/>
                    <a:pt x="625" y="2998"/>
                  </a:cubicBezTo>
                  <a:lnTo>
                    <a:pt x="635" y="2998"/>
                  </a:lnTo>
                  <a:lnTo>
                    <a:pt x="635" y="3325"/>
                  </a:lnTo>
                  <a:cubicBezTo>
                    <a:pt x="635" y="3407"/>
                    <a:pt x="702" y="3474"/>
                    <a:pt x="784" y="3474"/>
                  </a:cubicBezTo>
                  <a:cubicBezTo>
                    <a:pt x="866" y="3474"/>
                    <a:pt x="933" y="3407"/>
                    <a:pt x="933" y="3325"/>
                  </a:cubicBezTo>
                  <a:lnTo>
                    <a:pt x="933" y="2994"/>
                  </a:lnTo>
                  <a:cubicBezTo>
                    <a:pt x="1289" y="2959"/>
                    <a:pt x="1568" y="2658"/>
                    <a:pt x="1568" y="2293"/>
                  </a:cubicBezTo>
                  <a:cubicBezTo>
                    <a:pt x="1568" y="1904"/>
                    <a:pt x="1252" y="1588"/>
                    <a:pt x="863" y="1588"/>
                  </a:cubicBezTo>
                  <a:lnTo>
                    <a:pt x="705" y="1588"/>
                  </a:lnTo>
                  <a:cubicBezTo>
                    <a:pt x="480" y="1588"/>
                    <a:pt x="298" y="1406"/>
                    <a:pt x="298" y="1181"/>
                  </a:cubicBezTo>
                  <a:cubicBezTo>
                    <a:pt x="298" y="957"/>
                    <a:pt x="480" y="774"/>
                    <a:pt x="705" y="774"/>
                  </a:cubicBezTo>
                  <a:lnTo>
                    <a:pt x="943" y="774"/>
                  </a:lnTo>
                  <a:cubicBezTo>
                    <a:pt x="1123" y="774"/>
                    <a:pt x="1270" y="921"/>
                    <a:pt x="1270" y="1102"/>
                  </a:cubicBezTo>
                  <a:lnTo>
                    <a:pt x="1270" y="1261"/>
                  </a:lnTo>
                  <a:cubicBezTo>
                    <a:pt x="1270" y="1343"/>
                    <a:pt x="1337" y="1410"/>
                    <a:pt x="1419" y="1410"/>
                  </a:cubicBezTo>
                  <a:close/>
                  <a:moveTo>
                    <a:pt x="1419" y="141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6" name="Google Shape;2436;p37"/>
          <p:cNvGrpSpPr/>
          <p:nvPr/>
        </p:nvGrpSpPr>
        <p:grpSpPr>
          <a:xfrm>
            <a:off x="4403209" y="1964343"/>
            <a:ext cx="346076" cy="395287"/>
            <a:chOff x="4772025" y="1658938"/>
            <a:chExt cx="346076" cy="395287"/>
          </a:xfrm>
        </p:grpSpPr>
        <p:sp>
          <p:nvSpPr>
            <p:cNvPr id="2437" name="Google Shape;2437;p37"/>
            <p:cNvSpPr/>
            <p:nvPr/>
          </p:nvSpPr>
          <p:spPr>
            <a:xfrm>
              <a:off x="4772025" y="1795463"/>
              <a:ext cx="42863" cy="92078"/>
            </a:xfrm>
            <a:custGeom>
              <a:avLst/>
              <a:gdLst/>
              <a:ahLst/>
              <a:cxnLst/>
              <a:rect l="l" t="t" r="r" b="b"/>
              <a:pathLst>
                <a:path w="1122" h="2359" extrusionOk="0">
                  <a:moveTo>
                    <a:pt x="974" y="1019"/>
                  </a:moveTo>
                  <a:cubicBezTo>
                    <a:pt x="1056" y="1019"/>
                    <a:pt x="1122" y="952"/>
                    <a:pt x="1122" y="870"/>
                  </a:cubicBezTo>
                  <a:lnTo>
                    <a:pt x="1122" y="767"/>
                  </a:lnTo>
                  <a:cubicBezTo>
                    <a:pt x="1122" y="530"/>
                    <a:pt x="941" y="334"/>
                    <a:pt x="710" y="311"/>
                  </a:cubicBezTo>
                  <a:lnTo>
                    <a:pt x="710" y="148"/>
                  </a:lnTo>
                  <a:cubicBezTo>
                    <a:pt x="710" y="66"/>
                    <a:pt x="643" y="0"/>
                    <a:pt x="561" y="0"/>
                  </a:cubicBezTo>
                  <a:cubicBezTo>
                    <a:pt x="479" y="0"/>
                    <a:pt x="413" y="66"/>
                    <a:pt x="413" y="148"/>
                  </a:cubicBezTo>
                  <a:lnTo>
                    <a:pt x="413" y="318"/>
                  </a:lnTo>
                  <a:cubicBezTo>
                    <a:pt x="178" y="364"/>
                    <a:pt x="0" y="571"/>
                    <a:pt x="0" y="819"/>
                  </a:cubicBezTo>
                  <a:cubicBezTo>
                    <a:pt x="0" y="1100"/>
                    <a:pt x="229" y="1328"/>
                    <a:pt x="510" y="1328"/>
                  </a:cubicBezTo>
                  <a:lnTo>
                    <a:pt x="613" y="1328"/>
                  </a:lnTo>
                  <a:cubicBezTo>
                    <a:pt x="730" y="1328"/>
                    <a:pt x="825" y="1423"/>
                    <a:pt x="825" y="1540"/>
                  </a:cubicBezTo>
                  <a:cubicBezTo>
                    <a:pt x="825" y="1657"/>
                    <a:pt x="730" y="1753"/>
                    <a:pt x="613" y="1753"/>
                  </a:cubicBezTo>
                  <a:lnTo>
                    <a:pt x="458" y="1753"/>
                  </a:lnTo>
                  <a:cubicBezTo>
                    <a:pt x="370" y="1753"/>
                    <a:pt x="297" y="1680"/>
                    <a:pt x="297" y="1592"/>
                  </a:cubicBezTo>
                  <a:cubicBezTo>
                    <a:pt x="297" y="1510"/>
                    <a:pt x="231" y="1443"/>
                    <a:pt x="149" y="1443"/>
                  </a:cubicBezTo>
                  <a:cubicBezTo>
                    <a:pt x="67" y="1443"/>
                    <a:pt x="0" y="1510"/>
                    <a:pt x="0" y="1592"/>
                  </a:cubicBezTo>
                  <a:cubicBezTo>
                    <a:pt x="0" y="1829"/>
                    <a:pt x="181" y="2025"/>
                    <a:pt x="413" y="2048"/>
                  </a:cubicBezTo>
                  <a:lnTo>
                    <a:pt x="413" y="2211"/>
                  </a:lnTo>
                  <a:cubicBezTo>
                    <a:pt x="413" y="2293"/>
                    <a:pt x="479" y="2359"/>
                    <a:pt x="561" y="2359"/>
                  </a:cubicBezTo>
                  <a:cubicBezTo>
                    <a:pt x="643" y="2359"/>
                    <a:pt x="710" y="2293"/>
                    <a:pt x="710" y="2211"/>
                  </a:cubicBezTo>
                  <a:lnTo>
                    <a:pt x="710" y="2041"/>
                  </a:lnTo>
                  <a:cubicBezTo>
                    <a:pt x="945" y="1995"/>
                    <a:pt x="1122" y="1788"/>
                    <a:pt x="1122" y="1540"/>
                  </a:cubicBezTo>
                  <a:cubicBezTo>
                    <a:pt x="1122" y="1259"/>
                    <a:pt x="894" y="1031"/>
                    <a:pt x="613" y="1031"/>
                  </a:cubicBezTo>
                  <a:lnTo>
                    <a:pt x="510" y="1031"/>
                  </a:lnTo>
                  <a:cubicBezTo>
                    <a:pt x="393" y="1031"/>
                    <a:pt x="298" y="936"/>
                    <a:pt x="298" y="819"/>
                  </a:cubicBezTo>
                  <a:cubicBezTo>
                    <a:pt x="298" y="702"/>
                    <a:pt x="393" y="606"/>
                    <a:pt x="510" y="606"/>
                  </a:cubicBezTo>
                  <a:lnTo>
                    <a:pt x="664" y="606"/>
                  </a:lnTo>
                  <a:cubicBezTo>
                    <a:pt x="753" y="606"/>
                    <a:pt x="825" y="679"/>
                    <a:pt x="825" y="767"/>
                  </a:cubicBezTo>
                  <a:lnTo>
                    <a:pt x="825" y="870"/>
                  </a:lnTo>
                  <a:cubicBezTo>
                    <a:pt x="825" y="952"/>
                    <a:pt x="892" y="1019"/>
                    <a:pt x="974" y="1019"/>
                  </a:cubicBezTo>
                  <a:close/>
                  <a:moveTo>
                    <a:pt x="974" y="101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37"/>
            <p:cNvSpPr/>
            <p:nvPr/>
          </p:nvSpPr>
          <p:spPr>
            <a:xfrm>
              <a:off x="5030788" y="1665288"/>
              <a:ext cx="44451" cy="92075"/>
            </a:xfrm>
            <a:custGeom>
              <a:avLst/>
              <a:gdLst/>
              <a:ahLst/>
              <a:cxnLst/>
              <a:rect l="l" t="t" r="r" b="b"/>
              <a:pathLst>
                <a:path w="1122" h="2360" extrusionOk="0">
                  <a:moveTo>
                    <a:pt x="974" y="1019"/>
                  </a:moveTo>
                  <a:cubicBezTo>
                    <a:pt x="1056" y="1019"/>
                    <a:pt x="1122" y="953"/>
                    <a:pt x="1122" y="871"/>
                  </a:cubicBezTo>
                  <a:lnTo>
                    <a:pt x="1122" y="768"/>
                  </a:lnTo>
                  <a:cubicBezTo>
                    <a:pt x="1122" y="530"/>
                    <a:pt x="941" y="335"/>
                    <a:pt x="710" y="312"/>
                  </a:cubicBezTo>
                  <a:lnTo>
                    <a:pt x="710" y="149"/>
                  </a:lnTo>
                  <a:cubicBezTo>
                    <a:pt x="710" y="67"/>
                    <a:pt x="643" y="0"/>
                    <a:pt x="561" y="0"/>
                  </a:cubicBezTo>
                  <a:cubicBezTo>
                    <a:pt x="479" y="0"/>
                    <a:pt x="412" y="67"/>
                    <a:pt x="412" y="149"/>
                  </a:cubicBezTo>
                  <a:lnTo>
                    <a:pt x="412" y="319"/>
                  </a:lnTo>
                  <a:cubicBezTo>
                    <a:pt x="178" y="364"/>
                    <a:pt x="0" y="571"/>
                    <a:pt x="0" y="819"/>
                  </a:cubicBezTo>
                  <a:cubicBezTo>
                    <a:pt x="0" y="1100"/>
                    <a:pt x="229" y="1329"/>
                    <a:pt x="510" y="1329"/>
                  </a:cubicBezTo>
                  <a:lnTo>
                    <a:pt x="613" y="1329"/>
                  </a:lnTo>
                  <a:cubicBezTo>
                    <a:pt x="730" y="1329"/>
                    <a:pt x="825" y="1424"/>
                    <a:pt x="825" y="1541"/>
                  </a:cubicBezTo>
                  <a:cubicBezTo>
                    <a:pt x="825" y="1658"/>
                    <a:pt x="730" y="1753"/>
                    <a:pt x="613" y="1753"/>
                  </a:cubicBezTo>
                  <a:lnTo>
                    <a:pt x="458" y="1753"/>
                  </a:lnTo>
                  <a:cubicBezTo>
                    <a:pt x="369" y="1753"/>
                    <a:pt x="297" y="1681"/>
                    <a:pt x="297" y="1592"/>
                  </a:cubicBezTo>
                  <a:cubicBezTo>
                    <a:pt x="297" y="1510"/>
                    <a:pt x="231" y="1444"/>
                    <a:pt x="149" y="1444"/>
                  </a:cubicBezTo>
                  <a:cubicBezTo>
                    <a:pt x="66" y="1444"/>
                    <a:pt x="0" y="1510"/>
                    <a:pt x="0" y="1592"/>
                  </a:cubicBezTo>
                  <a:cubicBezTo>
                    <a:pt x="0" y="1830"/>
                    <a:pt x="181" y="2025"/>
                    <a:pt x="412" y="2048"/>
                  </a:cubicBezTo>
                  <a:lnTo>
                    <a:pt x="412" y="2211"/>
                  </a:lnTo>
                  <a:cubicBezTo>
                    <a:pt x="412" y="2293"/>
                    <a:pt x="479" y="2360"/>
                    <a:pt x="561" y="2360"/>
                  </a:cubicBezTo>
                  <a:cubicBezTo>
                    <a:pt x="643" y="2360"/>
                    <a:pt x="710" y="2293"/>
                    <a:pt x="710" y="2211"/>
                  </a:cubicBezTo>
                  <a:lnTo>
                    <a:pt x="710" y="2041"/>
                  </a:lnTo>
                  <a:cubicBezTo>
                    <a:pt x="945" y="1996"/>
                    <a:pt x="1122" y="1789"/>
                    <a:pt x="1122" y="1541"/>
                  </a:cubicBezTo>
                  <a:cubicBezTo>
                    <a:pt x="1122" y="1260"/>
                    <a:pt x="894" y="1031"/>
                    <a:pt x="613" y="1031"/>
                  </a:cubicBezTo>
                  <a:lnTo>
                    <a:pt x="510" y="1031"/>
                  </a:lnTo>
                  <a:cubicBezTo>
                    <a:pt x="393" y="1031"/>
                    <a:pt x="297" y="936"/>
                    <a:pt x="297" y="819"/>
                  </a:cubicBezTo>
                  <a:cubicBezTo>
                    <a:pt x="297" y="702"/>
                    <a:pt x="393" y="607"/>
                    <a:pt x="510" y="607"/>
                  </a:cubicBezTo>
                  <a:lnTo>
                    <a:pt x="664" y="607"/>
                  </a:lnTo>
                  <a:cubicBezTo>
                    <a:pt x="753" y="607"/>
                    <a:pt x="825" y="679"/>
                    <a:pt x="825" y="768"/>
                  </a:cubicBezTo>
                  <a:lnTo>
                    <a:pt x="825" y="871"/>
                  </a:lnTo>
                  <a:cubicBezTo>
                    <a:pt x="825" y="953"/>
                    <a:pt x="891" y="1019"/>
                    <a:pt x="974" y="1019"/>
                  </a:cubicBezTo>
                  <a:close/>
                  <a:moveTo>
                    <a:pt x="974" y="101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37"/>
            <p:cNvSpPr/>
            <p:nvPr/>
          </p:nvSpPr>
          <p:spPr>
            <a:xfrm>
              <a:off x="5073650" y="1962150"/>
              <a:ext cx="44451" cy="92075"/>
            </a:xfrm>
            <a:custGeom>
              <a:avLst/>
              <a:gdLst/>
              <a:ahLst/>
              <a:cxnLst/>
              <a:rect l="l" t="t" r="r" b="b"/>
              <a:pathLst>
                <a:path w="1123" h="2360" extrusionOk="0">
                  <a:moveTo>
                    <a:pt x="974" y="1019"/>
                  </a:moveTo>
                  <a:cubicBezTo>
                    <a:pt x="1056" y="1019"/>
                    <a:pt x="1123" y="952"/>
                    <a:pt x="1123" y="870"/>
                  </a:cubicBezTo>
                  <a:lnTo>
                    <a:pt x="1123" y="767"/>
                  </a:lnTo>
                  <a:cubicBezTo>
                    <a:pt x="1123" y="530"/>
                    <a:pt x="942" y="334"/>
                    <a:pt x="710" y="311"/>
                  </a:cubicBezTo>
                  <a:lnTo>
                    <a:pt x="710" y="149"/>
                  </a:lnTo>
                  <a:cubicBezTo>
                    <a:pt x="710" y="66"/>
                    <a:pt x="644" y="0"/>
                    <a:pt x="562" y="0"/>
                  </a:cubicBezTo>
                  <a:cubicBezTo>
                    <a:pt x="480" y="0"/>
                    <a:pt x="413" y="66"/>
                    <a:pt x="413" y="149"/>
                  </a:cubicBezTo>
                  <a:lnTo>
                    <a:pt x="413" y="319"/>
                  </a:lnTo>
                  <a:cubicBezTo>
                    <a:pt x="178" y="364"/>
                    <a:pt x="1" y="571"/>
                    <a:pt x="1" y="819"/>
                  </a:cubicBezTo>
                  <a:cubicBezTo>
                    <a:pt x="1" y="1100"/>
                    <a:pt x="229" y="1329"/>
                    <a:pt x="510" y="1329"/>
                  </a:cubicBezTo>
                  <a:lnTo>
                    <a:pt x="613" y="1329"/>
                  </a:lnTo>
                  <a:cubicBezTo>
                    <a:pt x="730" y="1329"/>
                    <a:pt x="825" y="1424"/>
                    <a:pt x="825" y="1541"/>
                  </a:cubicBezTo>
                  <a:cubicBezTo>
                    <a:pt x="825" y="1658"/>
                    <a:pt x="730" y="1753"/>
                    <a:pt x="613" y="1753"/>
                  </a:cubicBezTo>
                  <a:lnTo>
                    <a:pt x="459" y="1753"/>
                  </a:lnTo>
                  <a:cubicBezTo>
                    <a:pt x="370" y="1753"/>
                    <a:pt x="298" y="1681"/>
                    <a:pt x="298" y="1592"/>
                  </a:cubicBezTo>
                  <a:cubicBezTo>
                    <a:pt x="298" y="1510"/>
                    <a:pt x="231" y="1444"/>
                    <a:pt x="149" y="1444"/>
                  </a:cubicBezTo>
                  <a:cubicBezTo>
                    <a:pt x="67" y="1444"/>
                    <a:pt x="0" y="1510"/>
                    <a:pt x="0" y="1592"/>
                  </a:cubicBezTo>
                  <a:cubicBezTo>
                    <a:pt x="0" y="1829"/>
                    <a:pt x="182" y="2025"/>
                    <a:pt x="413" y="2048"/>
                  </a:cubicBezTo>
                  <a:lnTo>
                    <a:pt x="413" y="2211"/>
                  </a:lnTo>
                  <a:cubicBezTo>
                    <a:pt x="413" y="2293"/>
                    <a:pt x="479" y="2360"/>
                    <a:pt x="562" y="2360"/>
                  </a:cubicBezTo>
                  <a:cubicBezTo>
                    <a:pt x="644" y="2360"/>
                    <a:pt x="710" y="2293"/>
                    <a:pt x="710" y="2211"/>
                  </a:cubicBezTo>
                  <a:lnTo>
                    <a:pt x="710" y="2041"/>
                  </a:lnTo>
                  <a:cubicBezTo>
                    <a:pt x="945" y="1995"/>
                    <a:pt x="1123" y="1788"/>
                    <a:pt x="1123" y="1541"/>
                  </a:cubicBezTo>
                  <a:cubicBezTo>
                    <a:pt x="1123" y="1260"/>
                    <a:pt x="894" y="1031"/>
                    <a:pt x="613" y="1031"/>
                  </a:cubicBezTo>
                  <a:lnTo>
                    <a:pt x="510" y="1031"/>
                  </a:lnTo>
                  <a:cubicBezTo>
                    <a:pt x="393" y="1031"/>
                    <a:pt x="298" y="936"/>
                    <a:pt x="298" y="819"/>
                  </a:cubicBezTo>
                  <a:cubicBezTo>
                    <a:pt x="298" y="702"/>
                    <a:pt x="393" y="607"/>
                    <a:pt x="510" y="607"/>
                  </a:cubicBezTo>
                  <a:lnTo>
                    <a:pt x="665" y="607"/>
                  </a:lnTo>
                  <a:cubicBezTo>
                    <a:pt x="753" y="607"/>
                    <a:pt x="825" y="679"/>
                    <a:pt x="825" y="767"/>
                  </a:cubicBezTo>
                  <a:lnTo>
                    <a:pt x="825" y="870"/>
                  </a:lnTo>
                  <a:cubicBezTo>
                    <a:pt x="825" y="953"/>
                    <a:pt x="892" y="1019"/>
                    <a:pt x="974" y="1019"/>
                  </a:cubicBezTo>
                  <a:close/>
                  <a:moveTo>
                    <a:pt x="974" y="101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37"/>
            <p:cNvSpPr/>
            <p:nvPr/>
          </p:nvSpPr>
          <p:spPr>
            <a:xfrm>
              <a:off x="4814888" y="1658938"/>
              <a:ext cx="258758" cy="277806"/>
            </a:xfrm>
            <a:custGeom>
              <a:avLst/>
              <a:gdLst/>
              <a:ahLst/>
              <a:cxnLst/>
              <a:rect l="l" t="t" r="r" b="b"/>
              <a:pathLst>
                <a:path w="6663" h="7142" extrusionOk="0">
                  <a:moveTo>
                    <a:pt x="6228" y="5929"/>
                  </a:moveTo>
                  <a:cubicBezTo>
                    <a:pt x="5983" y="5643"/>
                    <a:pt x="5686" y="5460"/>
                    <a:pt x="5393" y="5411"/>
                  </a:cubicBezTo>
                  <a:lnTo>
                    <a:pt x="5393" y="3897"/>
                  </a:lnTo>
                  <a:cubicBezTo>
                    <a:pt x="5393" y="3809"/>
                    <a:pt x="5322" y="3738"/>
                    <a:pt x="5235" y="3738"/>
                  </a:cubicBezTo>
                  <a:cubicBezTo>
                    <a:pt x="5147" y="3738"/>
                    <a:pt x="5076" y="3809"/>
                    <a:pt x="5076" y="3897"/>
                  </a:cubicBezTo>
                  <a:lnTo>
                    <a:pt x="5076" y="5883"/>
                  </a:lnTo>
                  <a:lnTo>
                    <a:pt x="1586" y="5883"/>
                  </a:lnTo>
                  <a:lnTo>
                    <a:pt x="1586" y="2859"/>
                  </a:lnTo>
                  <a:lnTo>
                    <a:pt x="5076" y="2859"/>
                  </a:lnTo>
                  <a:lnTo>
                    <a:pt x="5076" y="3176"/>
                  </a:lnTo>
                  <a:cubicBezTo>
                    <a:pt x="5076" y="3264"/>
                    <a:pt x="5147" y="3335"/>
                    <a:pt x="5235" y="3335"/>
                  </a:cubicBezTo>
                  <a:cubicBezTo>
                    <a:pt x="5322" y="3335"/>
                    <a:pt x="5393" y="3264"/>
                    <a:pt x="5393" y="3176"/>
                  </a:cubicBezTo>
                  <a:lnTo>
                    <a:pt x="5393" y="2700"/>
                  </a:lnTo>
                  <a:cubicBezTo>
                    <a:pt x="5393" y="2621"/>
                    <a:pt x="5371" y="735"/>
                    <a:pt x="3385" y="13"/>
                  </a:cubicBezTo>
                  <a:cubicBezTo>
                    <a:pt x="3350" y="0"/>
                    <a:pt x="3312" y="0"/>
                    <a:pt x="3277" y="13"/>
                  </a:cubicBezTo>
                  <a:cubicBezTo>
                    <a:pt x="1292" y="735"/>
                    <a:pt x="1269" y="2621"/>
                    <a:pt x="1269" y="2700"/>
                  </a:cubicBezTo>
                  <a:lnTo>
                    <a:pt x="1269" y="5411"/>
                  </a:lnTo>
                  <a:cubicBezTo>
                    <a:pt x="976" y="5460"/>
                    <a:pt x="679" y="5643"/>
                    <a:pt x="434" y="5929"/>
                  </a:cubicBezTo>
                  <a:cubicBezTo>
                    <a:pt x="162" y="6246"/>
                    <a:pt x="0" y="6641"/>
                    <a:pt x="0" y="6984"/>
                  </a:cubicBezTo>
                  <a:cubicBezTo>
                    <a:pt x="0" y="7071"/>
                    <a:pt x="71" y="7142"/>
                    <a:pt x="158" y="7142"/>
                  </a:cubicBezTo>
                  <a:lnTo>
                    <a:pt x="6504" y="7142"/>
                  </a:lnTo>
                  <a:cubicBezTo>
                    <a:pt x="6592" y="7142"/>
                    <a:pt x="6663" y="7071"/>
                    <a:pt x="6663" y="6984"/>
                  </a:cubicBezTo>
                  <a:cubicBezTo>
                    <a:pt x="6663" y="6641"/>
                    <a:pt x="6500" y="6246"/>
                    <a:pt x="6228" y="5929"/>
                  </a:cubicBezTo>
                  <a:close/>
                  <a:moveTo>
                    <a:pt x="3331" y="332"/>
                  </a:moveTo>
                  <a:cubicBezTo>
                    <a:pt x="4763" y="880"/>
                    <a:pt x="5020" y="2103"/>
                    <a:pt x="5066" y="2542"/>
                  </a:cubicBezTo>
                  <a:lnTo>
                    <a:pt x="1596" y="2542"/>
                  </a:lnTo>
                  <a:cubicBezTo>
                    <a:pt x="1642" y="2103"/>
                    <a:pt x="1899" y="880"/>
                    <a:pt x="3331" y="332"/>
                  </a:cubicBezTo>
                  <a:close/>
                  <a:moveTo>
                    <a:pt x="1269" y="6825"/>
                  </a:moveTo>
                  <a:lnTo>
                    <a:pt x="332" y="6825"/>
                  </a:lnTo>
                  <a:cubicBezTo>
                    <a:pt x="373" y="6596"/>
                    <a:pt x="497" y="6344"/>
                    <a:pt x="675" y="6135"/>
                  </a:cubicBezTo>
                  <a:cubicBezTo>
                    <a:pt x="856" y="5924"/>
                    <a:pt x="1066" y="5784"/>
                    <a:pt x="1269" y="5734"/>
                  </a:cubicBezTo>
                  <a:lnTo>
                    <a:pt x="1269" y="6825"/>
                  </a:lnTo>
                  <a:close/>
                  <a:moveTo>
                    <a:pt x="5076" y="6825"/>
                  </a:moveTo>
                  <a:lnTo>
                    <a:pt x="1586" y="6825"/>
                  </a:lnTo>
                  <a:lnTo>
                    <a:pt x="1586" y="6181"/>
                  </a:lnTo>
                  <a:lnTo>
                    <a:pt x="5076" y="6181"/>
                  </a:lnTo>
                  <a:lnTo>
                    <a:pt x="5076" y="6825"/>
                  </a:lnTo>
                  <a:close/>
                  <a:moveTo>
                    <a:pt x="5393" y="6825"/>
                  </a:moveTo>
                  <a:lnTo>
                    <a:pt x="5393" y="5734"/>
                  </a:lnTo>
                  <a:cubicBezTo>
                    <a:pt x="5596" y="5784"/>
                    <a:pt x="5806" y="5924"/>
                    <a:pt x="5987" y="6135"/>
                  </a:cubicBezTo>
                  <a:cubicBezTo>
                    <a:pt x="6165" y="6344"/>
                    <a:pt x="6289" y="6596"/>
                    <a:pt x="6330" y="6825"/>
                  </a:cubicBezTo>
                  <a:lnTo>
                    <a:pt x="5393" y="6825"/>
                  </a:lnTo>
                  <a:close/>
                  <a:moveTo>
                    <a:pt x="5393" y="6825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37"/>
            <p:cNvSpPr/>
            <p:nvPr/>
          </p:nvSpPr>
          <p:spPr>
            <a:xfrm>
              <a:off x="4938713" y="1906588"/>
              <a:ext cx="11113" cy="11112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37"/>
            <p:cNvSpPr/>
            <p:nvPr/>
          </p:nvSpPr>
          <p:spPr>
            <a:xfrm>
              <a:off x="4987925" y="1906588"/>
              <a:ext cx="11113" cy="11112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37"/>
            <p:cNvSpPr/>
            <p:nvPr/>
          </p:nvSpPr>
          <p:spPr>
            <a:xfrm>
              <a:off x="4962525" y="1906588"/>
              <a:ext cx="12700" cy="11112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297" y="149"/>
                  </a:moveTo>
                  <a:cubicBezTo>
                    <a:pt x="297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7" y="67"/>
                    <a:pt x="297" y="149"/>
                  </a:cubicBezTo>
                  <a:close/>
                  <a:moveTo>
                    <a:pt x="297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37"/>
            <p:cNvSpPr/>
            <p:nvPr/>
          </p:nvSpPr>
          <p:spPr>
            <a:xfrm>
              <a:off x="4889500" y="1906588"/>
              <a:ext cx="11113" cy="11112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298" y="149"/>
                  </a:moveTo>
                  <a:cubicBezTo>
                    <a:pt x="298" y="231"/>
                    <a:pt x="231" y="298"/>
                    <a:pt x="149" y="298"/>
                  </a:cubicBezTo>
                  <a:cubicBezTo>
                    <a:pt x="67" y="298"/>
                    <a:pt x="0" y="231"/>
                    <a:pt x="0" y="149"/>
                  </a:cubicBezTo>
                  <a:cubicBezTo>
                    <a:pt x="0" y="67"/>
                    <a:pt x="67" y="0"/>
                    <a:pt x="149" y="0"/>
                  </a:cubicBezTo>
                  <a:cubicBezTo>
                    <a:pt x="231" y="0"/>
                    <a:pt x="298" y="67"/>
                    <a:pt x="298" y="149"/>
                  </a:cubicBezTo>
                  <a:close/>
                  <a:moveTo>
                    <a:pt x="298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37"/>
            <p:cNvSpPr/>
            <p:nvPr/>
          </p:nvSpPr>
          <p:spPr>
            <a:xfrm>
              <a:off x="4913313" y="1906588"/>
              <a:ext cx="12700" cy="11112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297" y="149"/>
                  </a:moveTo>
                  <a:cubicBezTo>
                    <a:pt x="297" y="231"/>
                    <a:pt x="231" y="298"/>
                    <a:pt x="149" y="298"/>
                  </a:cubicBezTo>
                  <a:cubicBezTo>
                    <a:pt x="66" y="298"/>
                    <a:pt x="0" y="231"/>
                    <a:pt x="0" y="149"/>
                  </a:cubicBezTo>
                  <a:cubicBezTo>
                    <a:pt x="0" y="67"/>
                    <a:pt x="66" y="0"/>
                    <a:pt x="149" y="0"/>
                  </a:cubicBezTo>
                  <a:cubicBezTo>
                    <a:pt x="231" y="0"/>
                    <a:pt x="297" y="67"/>
                    <a:pt x="297" y="149"/>
                  </a:cubicBezTo>
                  <a:close/>
                  <a:moveTo>
                    <a:pt x="297" y="149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37"/>
            <p:cNvSpPr/>
            <p:nvPr/>
          </p:nvSpPr>
          <p:spPr>
            <a:xfrm>
              <a:off x="4902200" y="1782763"/>
              <a:ext cx="85724" cy="85723"/>
            </a:xfrm>
            <a:custGeom>
              <a:avLst/>
              <a:gdLst/>
              <a:ahLst/>
              <a:cxnLst/>
              <a:rect l="l" t="t" r="r" b="b"/>
              <a:pathLst>
                <a:path w="2202" h="2201" extrusionOk="0">
                  <a:moveTo>
                    <a:pt x="1101" y="0"/>
                  </a:moveTo>
                  <a:cubicBezTo>
                    <a:pt x="494" y="0"/>
                    <a:pt x="0" y="494"/>
                    <a:pt x="0" y="1101"/>
                  </a:cubicBezTo>
                  <a:cubicBezTo>
                    <a:pt x="0" y="1708"/>
                    <a:pt x="494" y="2201"/>
                    <a:pt x="1101" y="2201"/>
                  </a:cubicBezTo>
                  <a:cubicBezTo>
                    <a:pt x="1708" y="2201"/>
                    <a:pt x="2202" y="1708"/>
                    <a:pt x="2202" y="1101"/>
                  </a:cubicBezTo>
                  <a:cubicBezTo>
                    <a:pt x="2202" y="494"/>
                    <a:pt x="1708" y="0"/>
                    <a:pt x="1101" y="0"/>
                  </a:cubicBezTo>
                  <a:close/>
                  <a:moveTo>
                    <a:pt x="1101" y="1904"/>
                  </a:moveTo>
                  <a:cubicBezTo>
                    <a:pt x="658" y="1904"/>
                    <a:pt x="298" y="1544"/>
                    <a:pt x="298" y="1101"/>
                  </a:cubicBezTo>
                  <a:cubicBezTo>
                    <a:pt x="298" y="658"/>
                    <a:pt x="658" y="298"/>
                    <a:pt x="1101" y="298"/>
                  </a:cubicBezTo>
                  <a:cubicBezTo>
                    <a:pt x="1544" y="298"/>
                    <a:pt x="1904" y="658"/>
                    <a:pt x="1904" y="1101"/>
                  </a:cubicBezTo>
                  <a:cubicBezTo>
                    <a:pt x="1904" y="1544"/>
                    <a:pt x="1544" y="1904"/>
                    <a:pt x="1101" y="1904"/>
                  </a:cubicBezTo>
                  <a:close/>
                  <a:moveTo>
                    <a:pt x="1101" y="1904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37"/>
            <p:cNvSpPr/>
            <p:nvPr/>
          </p:nvSpPr>
          <p:spPr>
            <a:xfrm>
              <a:off x="4932363" y="180657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484" h="488" extrusionOk="0">
                  <a:moveTo>
                    <a:pt x="426" y="58"/>
                  </a:moveTo>
                  <a:cubicBezTo>
                    <a:pt x="368" y="0"/>
                    <a:pt x="274" y="0"/>
                    <a:pt x="216" y="58"/>
                  </a:cubicBezTo>
                  <a:lnTo>
                    <a:pt x="57" y="217"/>
                  </a:lnTo>
                  <a:cubicBezTo>
                    <a:pt x="3" y="271"/>
                    <a:pt x="0" y="361"/>
                    <a:pt x="49" y="419"/>
                  </a:cubicBezTo>
                  <a:cubicBezTo>
                    <a:pt x="105" y="484"/>
                    <a:pt x="207" y="488"/>
                    <a:pt x="268" y="427"/>
                  </a:cubicBezTo>
                  <a:lnTo>
                    <a:pt x="426" y="269"/>
                  </a:lnTo>
                  <a:cubicBezTo>
                    <a:pt x="484" y="211"/>
                    <a:pt x="484" y="116"/>
                    <a:pt x="426" y="58"/>
                  </a:cubicBezTo>
                  <a:close/>
                  <a:moveTo>
                    <a:pt x="426" y="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37"/>
            <p:cNvSpPr/>
            <p:nvPr/>
          </p:nvSpPr>
          <p:spPr>
            <a:xfrm>
              <a:off x="4938713" y="1819275"/>
              <a:ext cx="23814" cy="25400"/>
            </a:xfrm>
            <a:custGeom>
              <a:avLst/>
              <a:gdLst/>
              <a:ahLst/>
              <a:cxnLst/>
              <a:rect l="l" t="t" r="r" b="b"/>
              <a:pathLst>
                <a:path w="644" h="643" extrusionOk="0">
                  <a:moveTo>
                    <a:pt x="586" y="58"/>
                  </a:moveTo>
                  <a:cubicBezTo>
                    <a:pt x="527" y="0"/>
                    <a:pt x="433" y="0"/>
                    <a:pt x="375" y="58"/>
                  </a:cubicBezTo>
                  <a:lnTo>
                    <a:pt x="58" y="375"/>
                  </a:lnTo>
                  <a:cubicBezTo>
                    <a:pt x="0" y="433"/>
                    <a:pt x="0" y="527"/>
                    <a:pt x="58" y="585"/>
                  </a:cubicBezTo>
                  <a:cubicBezTo>
                    <a:pt x="115" y="643"/>
                    <a:pt x="211" y="643"/>
                    <a:pt x="268" y="585"/>
                  </a:cubicBezTo>
                  <a:lnTo>
                    <a:pt x="586" y="268"/>
                  </a:lnTo>
                  <a:cubicBezTo>
                    <a:pt x="644" y="210"/>
                    <a:pt x="644" y="116"/>
                    <a:pt x="586" y="58"/>
                  </a:cubicBezTo>
                  <a:close/>
                  <a:moveTo>
                    <a:pt x="586" y="5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37"/>
            <p:cNvSpPr/>
            <p:nvPr/>
          </p:nvSpPr>
          <p:spPr>
            <a:xfrm>
              <a:off x="4902200" y="1943100"/>
              <a:ext cx="85724" cy="111122"/>
            </a:xfrm>
            <a:custGeom>
              <a:avLst/>
              <a:gdLst/>
              <a:ahLst/>
              <a:cxnLst/>
              <a:rect l="l" t="t" r="r" b="b"/>
              <a:pathLst>
                <a:path w="2202" h="2836" extrusionOk="0">
                  <a:moveTo>
                    <a:pt x="1101" y="0"/>
                  </a:moveTo>
                  <a:cubicBezTo>
                    <a:pt x="494" y="0"/>
                    <a:pt x="0" y="494"/>
                    <a:pt x="0" y="1101"/>
                  </a:cubicBezTo>
                  <a:cubicBezTo>
                    <a:pt x="0" y="1667"/>
                    <a:pt x="889" y="2673"/>
                    <a:pt x="990" y="2786"/>
                  </a:cubicBezTo>
                  <a:cubicBezTo>
                    <a:pt x="1019" y="2818"/>
                    <a:pt x="1059" y="2836"/>
                    <a:pt x="1101" y="2836"/>
                  </a:cubicBezTo>
                  <a:cubicBezTo>
                    <a:pt x="1143" y="2836"/>
                    <a:pt x="1183" y="2818"/>
                    <a:pt x="1212" y="2786"/>
                  </a:cubicBezTo>
                  <a:cubicBezTo>
                    <a:pt x="1313" y="2673"/>
                    <a:pt x="2202" y="1667"/>
                    <a:pt x="2202" y="1101"/>
                  </a:cubicBezTo>
                  <a:cubicBezTo>
                    <a:pt x="2202" y="494"/>
                    <a:pt x="1708" y="0"/>
                    <a:pt x="1101" y="0"/>
                  </a:cubicBezTo>
                  <a:close/>
                  <a:moveTo>
                    <a:pt x="1101" y="297"/>
                  </a:moveTo>
                  <a:cubicBezTo>
                    <a:pt x="1281" y="297"/>
                    <a:pt x="1428" y="444"/>
                    <a:pt x="1428" y="625"/>
                  </a:cubicBezTo>
                  <a:cubicBezTo>
                    <a:pt x="1428" y="733"/>
                    <a:pt x="1275" y="1030"/>
                    <a:pt x="1101" y="1306"/>
                  </a:cubicBezTo>
                  <a:cubicBezTo>
                    <a:pt x="928" y="1031"/>
                    <a:pt x="774" y="733"/>
                    <a:pt x="774" y="625"/>
                  </a:cubicBezTo>
                  <a:cubicBezTo>
                    <a:pt x="774" y="444"/>
                    <a:pt x="921" y="297"/>
                    <a:pt x="1101" y="297"/>
                  </a:cubicBezTo>
                  <a:close/>
                  <a:moveTo>
                    <a:pt x="1101" y="2460"/>
                  </a:moveTo>
                  <a:cubicBezTo>
                    <a:pt x="753" y="2048"/>
                    <a:pt x="298" y="1408"/>
                    <a:pt x="298" y="1100"/>
                  </a:cubicBezTo>
                  <a:cubicBezTo>
                    <a:pt x="298" y="909"/>
                    <a:pt x="365" y="734"/>
                    <a:pt x="477" y="596"/>
                  </a:cubicBezTo>
                  <a:cubicBezTo>
                    <a:pt x="477" y="605"/>
                    <a:pt x="476" y="615"/>
                    <a:pt x="476" y="625"/>
                  </a:cubicBezTo>
                  <a:cubicBezTo>
                    <a:pt x="476" y="919"/>
                    <a:pt x="895" y="1539"/>
                    <a:pt x="979" y="1661"/>
                  </a:cubicBezTo>
                  <a:cubicBezTo>
                    <a:pt x="1006" y="1701"/>
                    <a:pt x="1052" y="1725"/>
                    <a:pt x="1101" y="1725"/>
                  </a:cubicBezTo>
                  <a:cubicBezTo>
                    <a:pt x="1150" y="1725"/>
                    <a:pt x="1196" y="1701"/>
                    <a:pt x="1223" y="1661"/>
                  </a:cubicBezTo>
                  <a:cubicBezTo>
                    <a:pt x="1307" y="1539"/>
                    <a:pt x="1726" y="919"/>
                    <a:pt x="1726" y="625"/>
                  </a:cubicBezTo>
                  <a:cubicBezTo>
                    <a:pt x="1726" y="615"/>
                    <a:pt x="1725" y="605"/>
                    <a:pt x="1725" y="596"/>
                  </a:cubicBezTo>
                  <a:cubicBezTo>
                    <a:pt x="1837" y="734"/>
                    <a:pt x="1904" y="909"/>
                    <a:pt x="1904" y="1100"/>
                  </a:cubicBezTo>
                  <a:cubicBezTo>
                    <a:pt x="1904" y="1408"/>
                    <a:pt x="1450" y="2048"/>
                    <a:pt x="1101" y="2460"/>
                  </a:cubicBezTo>
                  <a:close/>
                  <a:moveTo>
                    <a:pt x="1101" y="2460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38"/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</a:pPr>
            <a:r>
              <a:rPr lang="en"/>
              <a:t>This is a table</a:t>
            </a:r>
            <a:endParaRPr/>
          </a:p>
        </p:txBody>
      </p:sp>
      <p:graphicFrame>
        <p:nvGraphicFramePr>
          <p:cNvPr id="2455" name="Google Shape;2455;p38"/>
          <p:cNvGraphicFramePr/>
          <p:nvPr/>
        </p:nvGraphicFramePr>
        <p:xfrm>
          <a:off x="1138084" y="1426959"/>
          <a:ext cx="6867800" cy="2837600"/>
        </p:xfrm>
        <a:graphic>
          <a:graphicData uri="http://schemas.openxmlformats.org/drawingml/2006/table">
            <a:tbl>
              <a:tblPr firstRow="1" bandRow="1">
                <a:noFill/>
                <a:tableStyleId>{463F5789-61F1-4460-8BB7-7D2F9F56B811}</a:tableStyleId>
              </a:tblPr>
              <a:tblGrid>
                <a:gridCol w="17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9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0" u="none" strike="noStrike" cap="none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Mass 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0" u="none" strike="noStrike" cap="none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(Earths)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0" u="none" strike="noStrike" cap="none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Diameter 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0" u="none" strike="noStrike" cap="none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(Earths)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b="0" u="none" strike="noStrike" cap="none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Surface gravity (Earths)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Mercury</a:t>
                      </a:r>
                      <a:endParaRPr sz="1800" u="none" strike="noStrike" cap="none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0.06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0.38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0.38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Mars</a:t>
                      </a:r>
                      <a:endParaRPr sz="1800" u="none" strike="noStrike" cap="none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0.11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0,53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0.38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strike="noStrike" cap="none"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Saturn</a:t>
                      </a:r>
                      <a:endParaRPr sz="1800" u="none" strike="noStrike" cap="none"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95.2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9.4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Arimo"/>
                          <a:ea typeface="Arimo"/>
                          <a:cs typeface="Arimo"/>
                          <a:sym typeface="Arimo"/>
                        </a:rPr>
                        <a:t>1.16</a:t>
                      </a:r>
                      <a:endParaRPr sz="1200" u="none" strike="noStrike" cap="none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Elegant Workplan by Slidesgo">
  <a:themeElements>
    <a:clrScheme name="Simple Light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Экран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Anaheim</vt:lpstr>
      <vt:lpstr>Arial</vt:lpstr>
      <vt:lpstr>Arimo</vt:lpstr>
      <vt:lpstr>Bebas Neue</vt:lpstr>
      <vt:lpstr>Inter</vt:lpstr>
      <vt:lpstr>Poppins</vt:lpstr>
      <vt:lpstr>Poppins ExtraBold</vt:lpstr>
      <vt:lpstr>Raleway</vt:lpstr>
      <vt:lpstr>Raleway ExtraBold</vt:lpstr>
      <vt:lpstr>Elegant Workplan by Slidesgo</vt:lpstr>
      <vt:lpstr>Elegant Workplan</vt:lpstr>
      <vt:lpstr>Table of contents</vt:lpstr>
      <vt:lpstr>Name of the section</vt:lpstr>
      <vt:lpstr>The slide title goes here!</vt:lpstr>
      <vt:lpstr>Two concepts</vt:lpstr>
      <vt:lpstr>Three columns</vt:lpstr>
      <vt:lpstr>To reinforce the concept, try using an image</vt:lpstr>
      <vt:lpstr>This is an infographic</vt:lpstr>
      <vt:lpstr>This is a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Workplan</dc:title>
  <dc:creator>Oribjonov Afzalbek</dc:creator>
  <cp:lastModifiedBy>Oribjonov Afzalbek</cp:lastModifiedBy>
  <cp:revision>1</cp:revision>
  <dcterms:modified xsi:type="dcterms:W3CDTF">2026-03-31T07:13:47Z</dcterms:modified>
</cp:coreProperties>
</file>